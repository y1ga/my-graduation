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f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70" r:id="rId11"/>
    <p:sldId id="266" r:id="rId12"/>
    <p:sldId id="272" r:id="rId13"/>
    <p:sldId id="273" r:id="rId14"/>
    <p:sldId id="274" r:id="rId15"/>
    <p:sldId id="275" r:id="rId16"/>
    <p:sldId id="276" r:id="rId17"/>
    <p:sldId id="277" r:id="rId18"/>
    <p:sldId id="278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A68C"/>
    <a:srgbClr val="BF8C8C"/>
    <a:srgbClr val="8099B3"/>
    <a:srgbClr val="BC1616"/>
    <a:srgbClr val="911111"/>
    <a:srgbClr val="E7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3" autoAdjust="0"/>
    <p:restoredTop sz="91869" autoAdjust="0"/>
  </p:normalViewPr>
  <p:slideViewPr>
    <p:cSldViewPr snapToGrid="0">
      <p:cViewPr>
        <p:scale>
          <a:sx n="75" d="100"/>
          <a:sy n="75" d="100"/>
        </p:scale>
        <p:origin x="1194" y="8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ADBD25-75A8-4A51-9AF0-300401955B5E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4E8FE-BF3A-4254-AEFE-6ED689301A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3813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24E8FE-BF3A-4254-AEFE-6ED689301A9F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7399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24E8FE-BF3A-4254-AEFE-6ED689301A9F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59429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A3D59C-C266-4323-ADD8-1843DCE49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40E33E5-84ED-43B6-8E5D-BC133C2132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B19120-5747-4A4A-861D-6AFCD0985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5D5898E-4B0D-423C-BC26-4574A16DD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0DE51-444D-435F-A145-1C05421A6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6193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2E5EC7-F8C4-4F23-850B-380595199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057938-9E2C-4285-AD3F-D3AD44C2C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C0257EC-4268-4620-A785-C0F155A11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1D4B20-AB3B-40D5-B5DC-40BBF8522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298FC0-B343-4561-A347-3A20A17E8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3354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DF72F9-5288-4D8D-B5EF-9DEFAB812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51C579-C228-475C-840F-4DE30CF2C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635298-48F7-4C64-A512-1D5CA7AC0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69E7D2-6BCC-4CDC-8137-6E88F91AA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4525CC-B8A8-41C9-8C31-1BF2ED725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3571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D2BA8A-2B68-4BEB-9DF5-F23E6FB2A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18C5B8-98D2-4796-9989-A0CF52E31B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DCEE078-1991-4751-AFEF-6615427757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F2B723-6E7A-4E40-94EC-DF10847B7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6F9756-C0F5-483B-ADFF-192369C66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40D743-95DB-4903-B0DD-86F07CB75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1604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DD7F91-6642-4A0E-BE37-3EE15037A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6B35B9-FD8A-4AF8-97AE-8BE5CB7CD9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518B8D4-2DF8-4FEA-BDC2-46AA6B321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2C08CA1-3D9D-46CA-86E0-217E79DD74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DF07130-46C9-4430-BF13-6167FADD20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797561C-8D66-49AA-B70B-4638DF9BA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C1600F2-86F9-40E8-B27A-FF0D1D8C6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2DA69E6-851B-49B4-955A-840359BC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4531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5E112-46B0-4F88-9A28-04002FECC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CF2168-61A3-4216-B8D1-329DE1ACF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00FD356-75C4-4245-B895-EA632AF62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B593D2-F9D1-4BA5-BB0C-1992C8FA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7633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4FB27BF-4F1F-4EAF-A93E-06D721CD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442122C-321D-4CC2-9C6E-FAC73D24C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99D7AF-76F8-4833-BC29-96B1C0D9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6158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A191D5-5774-4650-B9BE-E5BA79C34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486099-1503-404A-BAD8-DE835DE88F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B334CEB-123B-4828-BE8E-191C21D96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E51137-8699-48AA-8ECD-C53DA46EB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CE4809A-FAE6-4AC3-8F87-F9431D998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FC7E5B-77D2-4385-97C5-90AB4719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774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5D7846-1DE8-4CC7-8B30-AD7235411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2F345F7-CA7B-4E17-BFAE-6DCDA0ED4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07A05B1-0AAE-405C-B3FA-811792B83D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3F22924-6DC2-41D4-9561-56BC925F0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50B2A0-1F02-4483-AFEB-0C08DF0E5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5C6247D-4135-4FBC-90D5-410DC9E7C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701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6BC184-587E-4577-82B8-59A58C997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919E73D-C1A9-45B3-8834-0571EC87F4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8079F1-188C-4C8E-85D5-270926985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92560D-66E4-44FA-9624-DDCBD872B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AD7140-52BC-431A-8FF4-2FA18A80E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2535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D4ACD59-381A-4666-AD2A-8F58F38619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E48D9EA-6739-4098-A7BB-84CBBE4359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A854B5-DBC8-4D0F-A8E9-211275D51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564BC3-67DC-431D-B9AE-264DCE1F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B3F3D-53B2-4D09-989E-67CC96215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1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2DF7D6E-1F79-4284-93A6-A26A7CAF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A3E4CA-1579-45A5-87E9-207FC2E1F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90DC94-BB6D-4FB6-8514-42EFCD9284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F70359-C398-46F3-85A7-616FAE599AC8}" type="datetimeFigureOut">
              <a:rPr lang="zh-CN" altLang="en-US" smtClean="0"/>
              <a:t>2026/2/2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37DC3C-55A7-4D98-AFEB-3CD0F4E17B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3C3367-7F13-444C-9555-379D15A0A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2880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tiff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B4F1480-C5D1-4475-A6F7-00992A646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65" y="1738819"/>
            <a:ext cx="5957835" cy="338036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EF4B735-11FE-4B0D-8355-729CFF616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516" y="748223"/>
            <a:ext cx="4910686" cy="257600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45EAF78-5A06-47E5-BD64-ECCEC1A946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5872" y="3783769"/>
            <a:ext cx="4910686" cy="257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15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>
            <a:extLst>
              <a:ext uri="{FF2B5EF4-FFF2-40B4-BE49-F238E27FC236}">
                <a16:creationId xmlns:a16="http://schemas.microsoft.com/office/drawing/2014/main" id="{B9CF1619-B9EF-461D-BA72-E1D1E601DF68}"/>
              </a:ext>
            </a:extLst>
          </p:cNvPr>
          <p:cNvGrpSpPr/>
          <p:nvPr/>
        </p:nvGrpSpPr>
        <p:grpSpPr>
          <a:xfrm>
            <a:off x="491485" y="957771"/>
            <a:ext cx="11310513" cy="5331078"/>
            <a:chOff x="491485" y="957771"/>
            <a:chExt cx="11310513" cy="5331078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CA70656-2E95-45D8-AF32-C09FA64D8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679389" y="1116818"/>
              <a:ext cx="3122609" cy="2520000"/>
            </a:xfrm>
            <a:prstGeom prst="rect">
              <a:avLst/>
            </a:prstGeom>
          </p:spPr>
        </p:pic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18EC4BB9-2F04-4321-AA03-9FF74510C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0048" y="1116818"/>
              <a:ext cx="3454256" cy="2520000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190AB136-068F-49CB-BBA6-B055910E96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0048" y="3768849"/>
              <a:ext cx="3454256" cy="2520000"/>
            </a:xfrm>
            <a:prstGeom prst="rect">
              <a:avLst/>
            </a:prstGeom>
          </p:spPr>
        </p:pic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37D89AE-1459-45B1-A185-1D1978A89C35}"/>
                </a:ext>
              </a:extLst>
            </p:cNvPr>
            <p:cNvSpPr txBox="1"/>
            <p:nvPr/>
          </p:nvSpPr>
          <p:spPr>
            <a:xfrm>
              <a:off x="4817193" y="957771"/>
              <a:ext cx="3209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56978BD-0882-4417-BDEE-91B8D1D3B004}"/>
                </a:ext>
              </a:extLst>
            </p:cNvPr>
            <p:cNvSpPr txBox="1"/>
            <p:nvPr/>
          </p:nvSpPr>
          <p:spPr>
            <a:xfrm>
              <a:off x="4834826" y="3571484"/>
              <a:ext cx="29046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c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FB6975C1-DB39-46E8-B75D-12B1E881D472}"/>
                </a:ext>
              </a:extLst>
            </p:cNvPr>
            <p:cNvSpPr txBox="1"/>
            <p:nvPr/>
          </p:nvSpPr>
          <p:spPr>
            <a:xfrm>
              <a:off x="8280267" y="957771"/>
              <a:ext cx="3209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CC91E1C-751A-448F-A008-0B65077A0DF8}"/>
                </a:ext>
              </a:extLst>
            </p:cNvPr>
            <p:cNvSpPr txBox="1"/>
            <p:nvPr/>
          </p:nvSpPr>
          <p:spPr>
            <a:xfrm>
              <a:off x="8374497" y="3570580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e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2CE3C91-2648-43CC-A4B0-B9BFCE76BE00}"/>
                </a:ext>
              </a:extLst>
            </p:cNvPr>
            <p:cNvSpPr/>
            <p:nvPr/>
          </p:nvSpPr>
          <p:spPr>
            <a:xfrm>
              <a:off x="7451441" y="5646420"/>
              <a:ext cx="1021080" cy="536969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6F05869A-F85A-4C36-A537-9B7FD556F896}"/>
                </a:ext>
              </a:extLst>
            </p:cNvPr>
            <p:cNvSpPr txBox="1"/>
            <p:nvPr/>
          </p:nvSpPr>
          <p:spPr>
            <a:xfrm>
              <a:off x="7385124" y="5374103"/>
              <a:ext cx="98937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Signal Area</a:t>
              </a:r>
              <a:endPara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936D5D68-8B9D-4068-B6B4-B06C98D4A2AD}"/>
                </a:ext>
              </a:extLst>
            </p:cNvPr>
            <p:cNvCxnSpPr/>
            <p:nvPr/>
          </p:nvCxnSpPr>
          <p:spPr>
            <a:xfrm>
              <a:off x="10906983" y="2930962"/>
              <a:ext cx="335280" cy="2819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FB73AF26-2052-497C-8A46-987AB5CDF1F3}"/>
                </a:ext>
              </a:extLst>
            </p:cNvPr>
            <p:cNvSpPr txBox="1"/>
            <p:nvPr/>
          </p:nvSpPr>
          <p:spPr>
            <a:xfrm>
              <a:off x="10152603" y="2701023"/>
              <a:ext cx="129554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(-11.77, 0.0261)</a:t>
              </a:r>
              <a:endPara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CC0A4780-4200-4190-97C6-242904F9E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679389" y="3768849"/>
              <a:ext cx="3106496" cy="2520000"/>
            </a:xfrm>
            <a:prstGeom prst="rect">
              <a:avLst/>
            </a:prstGeom>
          </p:spPr>
        </p:pic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5B997EDA-28EB-482F-AF99-6EDF4474A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1485" y="1964734"/>
              <a:ext cx="4343341" cy="3211691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5ED8C4D4-2CF6-4A2E-8685-E3F11D3D1A54}"/>
                </a:ext>
              </a:extLst>
            </p:cNvPr>
            <p:cNvSpPr txBox="1"/>
            <p:nvPr/>
          </p:nvSpPr>
          <p:spPr>
            <a:xfrm>
              <a:off x="491485" y="1795457"/>
              <a:ext cx="3032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2034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E06A343-AC14-43C2-8534-4D627141B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0299" y="961996"/>
            <a:ext cx="6959345" cy="394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46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FB41039-B027-4A7D-8365-D913AD5DC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0" y="669476"/>
            <a:ext cx="12192000" cy="6098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254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ADB66DF3-9AC6-4613-9093-454C04140640}"/>
              </a:ext>
            </a:extLst>
          </p:cNvPr>
          <p:cNvGrpSpPr/>
          <p:nvPr/>
        </p:nvGrpSpPr>
        <p:grpSpPr>
          <a:xfrm>
            <a:off x="943322" y="247650"/>
            <a:ext cx="9158858" cy="7204300"/>
            <a:chOff x="790922" y="187100"/>
            <a:chExt cx="9158858" cy="7204300"/>
          </a:xfrm>
        </p:grpSpPr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7ECBBF27-3C4B-451C-9692-C2810D52923D}"/>
                </a:ext>
              </a:extLst>
            </p:cNvPr>
            <p:cNvGrpSpPr/>
            <p:nvPr/>
          </p:nvGrpSpPr>
          <p:grpSpPr>
            <a:xfrm>
              <a:off x="949780" y="187100"/>
              <a:ext cx="9000000" cy="7204300"/>
              <a:chOff x="711655" y="-625900"/>
              <a:chExt cx="9000000" cy="7204300"/>
            </a:xfrm>
          </p:grpSpPr>
          <p:pic>
            <p:nvPicPr>
              <p:cNvPr id="8" name="图片 7">
                <a:extLst>
                  <a:ext uri="{FF2B5EF4-FFF2-40B4-BE49-F238E27FC236}">
                    <a16:creationId xmlns:a16="http://schemas.microsoft.com/office/drawing/2014/main" id="{4414BCED-8FE6-4A52-A2E7-CA400E416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11655" y="-625900"/>
                <a:ext cx="9000000" cy="5105426"/>
              </a:xfrm>
              <a:prstGeom prst="rect">
                <a:avLst/>
              </a:prstGeom>
            </p:spPr>
          </p:pic>
          <p:pic>
            <p:nvPicPr>
              <p:cNvPr id="10" name="图片 9">
                <a:extLst>
                  <a:ext uri="{FF2B5EF4-FFF2-40B4-BE49-F238E27FC236}">
                    <a16:creationId xmlns:a16="http://schemas.microsoft.com/office/drawing/2014/main" id="{8D0DBFF5-174F-41CD-8BCF-B94ACF8352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11655" y="4580193"/>
                <a:ext cx="9000000" cy="1998207"/>
              </a:xfrm>
              <a:prstGeom prst="rect">
                <a:avLst/>
              </a:prstGeom>
            </p:spPr>
          </p:pic>
        </p:grp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B1DA3B87-0F65-438A-A67C-40BEE553ED2D}"/>
                </a:ext>
              </a:extLst>
            </p:cNvPr>
            <p:cNvSpPr txBox="1"/>
            <p:nvPr/>
          </p:nvSpPr>
          <p:spPr>
            <a:xfrm>
              <a:off x="790922" y="187100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CD29BA7-6618-4FA3-92BA-E5292703CED6}"/>
                </a:ext>
              </a:extLst>
            </p:cNvPr>
            <p:cNvSpPr txBox="1"/>
            <p:nvPr/>
          </p:nvSpPr>
          <p:spPr>
            <a:xfrm>
              <a:off x="798136" y="5123249"/>
              <a:ext cx="3385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4762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3FF86EFF-C466-42E6-B5A4-1422F5B355D2}"/>
              </a:ext>
            </a:extLst>
          </p:cNvPr>
          <p:cNvGrpSpPr/>
          <p:nvPr/>
        </p:nvGrpSpPr>
        <p:grpSpPr>
          <a:xfrm>
            <a:off x="2045410" y="1663616"/>
            <a:ext cx="5772435" cy="4102269"/>
            <a:chOff x="2045410" y="1663616"/>
            <a:chExt cx="5772435" cy="4102269"/>
          </a:xfrm>
        </p:grpSpPr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54643491-462E-48F1-AB77-AE7ABAE0A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45410" y="1663616"/>
              <a:ext cx="5772435" cy="4102269"/>
            </a:xfrm>
            <a:prstGeom prst="rect">
              <a:avLst/>
            </a:prstGeom>
          </p:spPr>
        </p:pic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97376656-4B19-4416-B1AA-BF119E13F5FB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 flipV="1">
              <a:off x="7191517" y="4886607"/>
              <a:ext cx="409433" cy="1538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86A68A35-B720-4683-84FB-047437FC53F7}"/>
                </a:ext>
              </a:extLst>
            </p:cNvPr>
            <p:cNvSpPr txBox="1"/>
            <p:nvPr/>
          </p:nvSpPr>
          <p:spPr>
            <a:xfrm>
              <a:off x="5844673" y="4886607"/>
              <a:ext cx="134684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(1000, 0.0358)</a:t>
              </a:r>
              <a:endParaRPr lang="zh-CN" altLang="en-US" sz="1400" b="1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044C2239-94DA-4F3C-AEF5-45F8578820A0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3619502" y="4432384"/>
              <a:ext cx="143800" cy="3015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9473C48E-2FEB-4520-A69A-91A564AB7FB6}"/>
                </a:ext>
              </a:extLst>
            </p:cNvPr>
            <p:cNvSpPr txBox="1"/>
            <p:nvPr/>
          </p:nvSpPr>
          <p:spPr>
            <a:xfrm>
              <a:off x="3139573" y="4124607"/>
              <a:ext cx="12474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(250, 0.0422)</a:t>
              </a:r>
              <a:endParaRPr lang="zh-CN" altLang="en-US" sz="1400" b="1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16115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B23949F8-1289-4947-80D9-3AA007FF0E2C}"/>
              </a:ext>
            </a:extLst>
          </p:cNvPr>
          <p:cNvGrpSpPr/>
          <p:nvPr/>
        </p:nvGrpSpPr>
        <p:grpSpPr>
          <a:xfrm>
            <a:off x="2597443" y="1139269"/>
            <a:ext cx="6417424" cy="2612630"/>
            <a:chOff x="2597443" y="1139269"/>
            <a:chExt cx="6417424" cy="2612630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B7B4ADDA-C9D5-4D98-9A45-317957A3F504}"/>
                </a:ext>
              </a:extLst>
            </p:cNvPr>
            <p:cNvGrpSpPr/>
            <p:nvPr/>
          </p:nvGrpSpPr>
          <p:grpSpPr>
            <a:xfrm>
              <a:off x="2597443" y="1139269"/>
              <a:ext cx="6417424" cy="2612630"/>
              <a:chOff x="2597443" y="1139269"/>
              <a:chExt cx="6417424" cy="2612630"/>
            </a:xfrm>
          </p:grpSpPr>
          <p:grpSp>
            <p:nvGrpSpPr>
              <p:cNvPr id="27" name="组合 26">
                <a:extLst>
                  <a:ext uri="{FF2B5EF4-FFF2-40B4-BE49-F238E27FC236}">
                    <a16:creationId xmlns:a16="http://schemas.microsoft.com/office/drawing/2014/main" id="{96186E02-F0C0-4229-824B-FB3808691C42}"/>
                  </a:ext>
                </a:extLst>
              </p:cNvPr>
              <p:cNvGrpSpPr/>
              <p:nvPr/>
            </p:nvGrpSpPr>
            <p:grpSpPr>
              <a:xfrm>
                <a:off x="2597443" y="1139269"/>
                <a:ext cx="6370984" cy="2612630"/>
                <a:chOff x="2597443" y="1139269"/>
                <a:chExt cx="6370984" cy="2612630"/>
              </a:xfrm>
            </p:grpSpPr>
            <p:pic>
              <p:nvPicPr>
                <p:cNvPr id="5" name="图片 4">
                  <a:extLst>
                    <a:ext uri="{FF2B5EF4-FFF2-40B4-BE49-F238E27FC236}">
                      <a16:creationId xmlns:a16="http://schemas.microsoft.com/office/drawing/2014/main" id="{19DAC6AB-15F8-40D5-9D6E-06D8B01328A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"/>
                <a:srcRect t="30926" r="104"/>
                <a:stretch/>
              </p:blipFill>
              <p:spPr>
                <a:xfrm>
                  <a:off x="6236147" y="1227234"/>
                  <a:ext cx="2732280" cy="2520000"/>
                </a:xfrm>
                <a:prstGeom prst="rect">
                  <a:avLst/>
                </a:prstGeom>
              </p:spPr>
            </p:pic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4AB91A94-1EA4-41CF-866A-81F6DA8D46CB}"/>
                    </a:ext>
                  </a:extLst>
                </p:cNvPr>
                <p:cNvSpPr txBox="1"/>
                <p:nvPr/>
              </p:nvSpPr>
              <p:spPr>
                <a:xfrm>
                  <a:off x="7406640" y="2372513"/>
                  <a:ext cx="100194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LED Array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CFF5A19A-D97E-4C22-8AC9-303F6C23D045}"/>
                    </a:ext>
                  </a:extLst>
                </p:cNvPr>
                <p:cNvSpPr txBox="1"/>
                <p:nvPr/>
              </p:nvSpPr>
              <p:spPr>
                <a:xfrm>
                  <a:off x="6407566" y="2662326"/>
                  <a:ext cx="10903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Photodiode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3155E73A-F776-4E1C-BDB8-B4C246CA6931}"/>
                    </a:ext>
                  </a:extLst>
                </p:cNvPr>
                <p:cNvSpPr txBox="1"/>
                <p:nvPr/>
              </p:nvSpPr>
              <p:spPr>
                <a:xfrm>
                  <a:off x="6309932" y="1613346"/>
                  <a:ext cx="2036135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Reflective </a:t>
                  </a:r>
                  <a:r>
                    <a:rPr lang="en-US" altLang="zh-CN" sz="1400" dirty="0" err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colorchecker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5E592180-EB34-401D-90DE-85F50D1EFA71}"/>
                    </a:ext>
                  </a:extLst>
                </p:cNvPr>
                <p:cNvSpPr txBox="1"/>
                <p:nvPr/>
              </p:nvSpPr>
              <p:spPr>
                <a:xfrm>
                  <a:off x="4175249" y="1139269"/>
                  <a:ext cx="159088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6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Tr </a:t>
                  </a:r>
                  <a:r>
                    <a:rPr lang="en-US" altLang="zh-CN" sz="1600" dirty="0" err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colorchecker</a:t>
                  </a:r>
                  <a:endParaRPr lang="zh-CN" altLang="en-US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pic>
              <p:nvPicPr>
                <p:cNvPr id="13" name="图片 12">
                  <a:extLst>
                    <a:ext uri="{FF2B5EF4-FFF2-40B4-BE49-F238E27FC236}">
                      <a16:creationId xmlns:a16="http://schemas.microsoft.com/office/drawing/2014/main" id="{F2B0C57A-EF47-41A3-BEF3-D872D0BCE1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1851" r="3681" b="16459"/>
                <a:stretch/>
              </p:blipFill>
              <p:spPr>
                <a:xfrm>
                  <a:off x="2597443" y="1231899"/>
                  <a:ext cx="3398627" cy="2520000"/>
                </a:xfrm>
                <a:prstGeom prst="rect">
                  <a:avLst/>
                </a:prstGeom>
              </p:spPr>
            </p:pic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64F628A2-130A-4A91-B4DA-87C8C4602B10}"/>
                    </a:ext>
                  </a:extLst>
                </p:cNvPr>
                <p:cNvSpPr txBox="1"/>
                <p:nvPr/>
              </p:nvSpPr>
              <p:spPr>
                <a:xfrm>
                  <a:off x="3913850" y="2313128"/>
                  <a:ext cx="100194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LED Array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F8007011-88AD-4CB6-A444-9AAF45488455}"/>
                    </a:ext>
                  </a:extLst>
                </p:cNvPr>
                <p:cNvSpPr txBox="1"/>
                <p:nvPr/>
              </p:nvSpPr>
              <p:spPr>
                <a:xfrm>
                  <a:off x="2609498" y="1562629"/>
                  <a:ext cx="10903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Photodiode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C6D7E64A-0C5C-4E27-A870-1A21B25B5360}"/>
                    </a:ext>
                  </a:extLst>
                </p:cNvPr>
                <p:cNvSpPr txBox="1"/>
                <p:nvPr/>
              </p:nvSpPr>
              <p:spPr>
                <a:xfrm>
                  <a:off x="2719659" y="3299305"/>
                  <a:ext cx="229716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Transmissive </a:t>
                  </a:r>
                  <a:r>
                    <a:rPr lang="en-US" altLang="zh-CN" sz="1400" dirty="0" err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colorchecker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1" name="直接箭头连接符 20">
                  <a:extLst>
                    <a:ext uri="{FF2B5EF4-FFF2-40B4-BE49-F238E27FC236}">
                      <a16:creationId xmlns:a16="http://schemas.microsoft.com/office/drawing/2014/main" id="{B22304FC-3F8A-40F9-BD1C-928C55E093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154680" y="1827260"/>
                  <a:ext cx="95352" cy="675363"/>
                </a:xfrm>
                <a:prstGeom prst="straightConnector1">
                  <a:avLst/>
                </a:prstGeom>
                <a:ln>
                  <a:solidFill>
                    <a:schemeClr val="bg1"/>
                  </a:solidFill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3B6621B4-9668-4B0E-BE8F-ACA2848A8316}"/>
                    </a:ext>
                  </a:extLst>
                </p:cNvPr>
                <p:cNvSpPr txBox="1"/>
                <p:nvPr/>
              </p:nvSpPr>
              <p:spPr>
                <a:xfrm>
                  <a:off x="3516685" y="1868312"/>
                  <a:ext cx="103746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Driver circuit</a:t>
                  </a:r>
                  <a:endParaRPr lang="zh-CN" altLang="en-US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CB34AEB3-BB66-4FCE-89A8-FDD7F1FBF3A2}"/>
                    </a:ext>
                  </a:extLst>
                </p:cNvPr>
                <p:cNvSpPr txBox="1"/>
                <p:nvPr/>
              </p:nvSpPr>
              <p:spPr>
                <a:xfrm>
                  <a:off x="5007891" y="1327862"/>
                  <a:ext cx="105349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Oscilloscope</a:t>
                  </a:r>
                  <a:endParaRPr lang="zh-CN" altLang="en-US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4379175-701E-4883-9108-EC4B958148FD}"/>
                  </a:ext>
                </a:extLst>
              </p:cNvPr>
              <p:cNvSpPr txBox="1"/>
              <p:nvPr/>
            </p:nvSpPr>
            <p:spPr>
              <a:xfrm>
                <a:off x="7961373" y="2927902"/>
                <a:ext cx="105349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Oscilloscope</a:t>
                </a:r>
                <a:endParaRPr lang="zh-CN" alt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9" name="直接箭头连接符 28">
                <a:extLst>
                  <a:ext uri="{FF2B5EF4-FFF2-40B4-BE49-F238E27FC236}">
                    <a16:creationId xmlns:a16="http://schemas.microsoft.com/office/drawing/2014/main" id="{C0DA3EE9-1FE9-4DFC-9CF4-81769E65AA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83343" y="2496497"/>
                <a:ext cx="210137" cy="431405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2CA862F1-DC99-4E01-B22F-F999EA573A62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V="1">
              <a:off x="4035417" y="1793159"/>
              <a:ext cx="758808" cy="75153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3472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00ADE31C-1585-48DC-BCB9-4064AA5D06A4}"/>
              </a:ext>
            </a:extLst>
          </p:cNvPr>
          <p:cNvGrpSpPr/>
          <p:nvPr/>
        </p:nvGrpSpPr>
        <p:grpSpPr>
          <a:xfrm>
            <a:off x="5905393" y="2027282"/>
            <a:ext cx="3521731" cy="2679047"/>
            <a:chOff x="5905393" y="2027282"/>
            <a:chExt cx="3521731" cy="2679047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CA70656-2E95-45D8-AF32-C09FA64D8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304515" y="2186329"/>
              <a:ext cx="3122609" cy="2520000"/>
            </a:xfrm>
            <a:prstGeom prst="rect">
              <a:avLst/>
            </a:prstGeom>
          </p:spPr>
        </p:pic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FC10C96F-F6C2-4C0F-B54B-FDD652E155FE}"/>
                </a:ext>
              </a:extLst>
            </p:cNvPr>
            <p:cNvGrpSpPr/>
            <p:nvPr/>
          </p:nvGrpSpPr>
          <p:grpSpPr>
            <a:xfrm>
              <a:off x="5905393" y="2027282"/>
              <a:ext cx="3167883" cy="2255131"/>
              <a:chOff x="5905393" y="2027282"/>
              <a:chExt cx="3167883" cy="2255131"/>
            </a:xfrm>
          </p:grpSpPr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FB6975C1-DB39-46E8-B75D-12B1E881D472}"/>
                  </a:ext>
                </a:extLst>
              </p:cNvPr>
              <p:cNvSpPr txBox="1"/>
              <p:nvPr/>
            </p:nvSpPr>
            <p:spPr>
              <a:xfrm>
                <a:off x="5905393" y="2027282"/>
                <a:ext cx="32092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</a:t>
                </a:r>
                <a:endPara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35" name="直接箭头连接符 34">
                <a:extLst>
                  <a:ext uri="{FF2B5EF4-FFF2-40B4-BE49-F238E27FC236}">
                    <a16:creationId xmlns:a16="http://schemas.microsoft.com/office/drawing/2014/main" id="{936D5D68-8B9D-4068-B6B4-B06C98D4A2AD}"/>
                  </a:ext>
                </a:extLst>
              </p:cNvPr>
              <p:cNvCxnSpPr/>
              <p:nvPr/>
            </p:nvCxnSpPr>
            <p:spPr>
              <a:xfrm>
                <a:off x="8532109" y="4000473"/>
                <a:ext cx="335280" cy="28194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B73AF26-2052-497C-8A46-987AB5CDF1F3}"/>
                  </a:ext>
                </a:extLst>
              </p:cNvPr>
              <p:cNvSpPr txBox="1"/>
              <p:nvPr/>
            </p:nvSpPr>
            <p:spPr>
              <a:xfrm>
                <a:off x="7777729" y="3770534"/>
                <a:ext cx="1295547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1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(-11.77, 0.0261)</a:t>
                </a:r>
                <a:endParaRPr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AE3EA8D5-B607-4ED1-9701-F3D4975C3F84}"/>
              </a:ext>
            </a:extLst>
          </p:cNvPr>
          <p:cNvGrpSpPr/>
          <p:nvPr/>
        </p:nvGrpSpPr>
        <p:grpSpPr>
          <a:xfrm>
            <a:off x="5999623" y="4640091"/>
            <a:ext cx="3411388" cy="2718269"/>
            <a:chOff x="5999623" y="4640091"/>
            <a:chExt cx="3411388" cy="2718269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2CE3C91-2648-43CC-A4B0-B9BFCE76BE00}"/>
                </a:ext>
              </a:extLst>
            </p:cNvPr>
            <p:cNvSpPr/>
            <p:nvPr/>
          </p:nvSpPr>
          <p:spPr>
            <a:xfrm>
              <a:off x="7451441" y="5646420"/>
              <a:ext cx="1021080" cy="536969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CC91E1C-751A-448F-A008-0B65077A0DF8}"/>
                </a:ext>
              </a:extLst>
            </p:cNvPr>
            <p:cNvSpPr txBox="1"/>
            <p:nvPr/>
          </p:nvSpPr>
          <p:spPr>
            <a:xfrm>
              <a:off x="5999623" y="4640091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e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CC0A4780-4200-4190-97C6-242904F9E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304515" y="4838360"/>
              <a:ext cx="3106496" cy="2520000"/>
            </a:xfrm>
            <a:prstGeom prst="rect">
              <a:avLst/>
            </a:prstGeom>
          </p:spPr>
        </p:pic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086DBF06-3F6A-44F3-B246-C8D2E88481BC}"/>
              </a:ext>
            </a:extLst>
          </p:cNvPr>
          <p:cNvGrpSpPr/>
          <p:nvPr/>
        </p:nvGrpSpPr>
        <p:grpSpPr>
          <a:xfrm>
            <a:off x="3108100" y="-1233988"/>
            <a:ext cx="4343341" cy="3380968"/>
            <a:chOff x="491485" y="1795457"/>
            <a:chExt cx="4343341" cy="3380968"/>
          </a:xfrm>
        </p:grpSpPr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5B997EDA-28EB-482F-AF99-6EDF4474A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1485" y="1964734"/>
              <a:ext cx="4343341" cy="3211691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5ED8C4D4-2CF6-4A2E-8685-E3F11D3D1A54}"/>
                </a:ext>
              </a:extLst>
            </p:cNvPr>
            <p:cNvSpPr txBox="1"/>
            <p:nvPr/>
          </p:nvSpPr>
          <p:spPr>
            <a:xfrm>
              <a:off x="491485" y="1795457"/>
              <a:ext cx="3032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0990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1C540F0-0169-550F-C60A-00B23FEB6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844" y="1983333"/>
            <a:ext cx="6508421" cy="3632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043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组合 177">
            <a:extLst>
              <a:ext uri="{FF2B5EF4-FFF2-40B4-BE49-F238E27FC236}">
                <a16:creationId xmlns:a16="http://schemas.microsoft.com/office/drawing/2014/main" id="{3FC8F421-D6C4-8386-ABB5-983CBA806966}"/>
              </a:ext>
            </a:extLst>
          </p:cNvPr>
          <p:cNvGrpSpPr/>
          <p:nvPr/>
        </p:nvGrpSpPr>
        <p:grpSpPr>
          <a:xfrm>
            <a:off x="-1181322" y="441298"/>
            <a:ext cx="14903195" cy="4832403"/>
            <a:chOff x="-2070322" y="1012798"/>
            <a:chExt cx="14903195" cy="4832403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6105E72E-098A-531A-73EF-A9CD065A31BD}"/>
                </a:ext>
              </a:extLst>
            </p:cNvPr>
            <p:cNvSpPr/>
            <p:nvPr/>
          </p:nvSpPr>
          <p:spPr>
            <a:xfrm>
              <a:off x="-2070322" y="1128522"/>
              <a:ext cx="2290964" cy="3879333"/>
            </a:xfrm>
            <a:prstGeom prst="rect">
              <a:avLst/>
            </a:prstGeom>
            <a:ln w="38100">
              <a:solidFill>
                <a:schemeClr val="bg1">
                  <a:lumMod val="65000"/>
                </a:schemeClr>
              </a:solidFill>
              <a:prstDash val="solid"/>
            </a:ln>
            <a:scene3d>
              <a:camera prst="isometricRightUp">
                <a:rot lat="2100000" lon="18600000" rev="0"/>
              </a:camera>
              <a:lightRig rig="threePt" dir="t"/>
            </a:scene3d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B8230326-DF0C-E56F-BE68-2EB4DB090459}"/>
                </a:ext>
              </a:extLst>
            </p:cNvPr>
            <p:cNvSpPr/>
            <p:nvPr/>
          </p:nvSpPr>
          <p:spPr>
            <a:xfrm>
              <a:off x="2644634" y="1243631"/>
              <a:ext cx="2757145" cy="4098780"/>
            </a:xfrm>
            <a:prstGeom prst="rect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3FCB7B57-A9EC-67E8-19AC-015C99375CAF}"/>
                </a:ext>
              </a:extLst>
            </p:cNvPr>
            <p:cNvSpPr/>
            <p:nvPr/>
          </p:nvSpPr>
          <p:spPr>
            <a:xfrm>
              <a:off x="1831056" y="1705296"/>
              <a:ext cx="4749104" cy="3214320"/>
            </a:xfrm>
            <a:custGeom>
              <a:avLst/>
              <a:gdLst>
                <a:gd name="csX0" fmla="*/ -578 w 8931736"/>
                <a:gd name="csY0" fmla="*/ 961446 h 3927603"/>
                <a:gd name="csX1" fmla="*/ 58964 w 8931736"/>
                <a:gd name="csY1" fmla="*/ 1690239 h 3927603"/>
                <a:gd name="csX2" fmla="*/ 118514 w 8931736"/>
                <a:gd name="csY2" fmla="*/ 2947643 h 3927603"/>
                <a:gd name="csX3" fmla="*/ 178057 w 8931736"/>
                <a:gd name="csY3" fmla="*/ 2332446 h 3927603"/>
                <a:gd name="csX4" fmla="*/ 237599 w 8931736"/>
                <a:gd name="csY4" fmla="*/ 1757749 h 3927603"/>
                <a:gd name="csX5" fmla="*/ 297148 w 8931736"/>
                <a:gd name="csY5" fmla="*/ 919260 h 3927603"/>
                <a:gd name="csX6" fmla="*/ 356691 w 8931736"/>
                <a:gd name="csY6" fmla="*/ 1205459 h 3927603"/>
                <a:gd name="csX7" fmla="*/ 416234 w 8931736"/>
                <a:gd name="csY7" fmla="*/ 2307487 h 3927603"/>
                <a:gd name="csX8" fmla="*/ 475783 w 8931736"/>
                <a:gd name="csY8" fmla="*/ 777179 h 3927603"/>
                <a:gd name="csX9" fmla="*/ 535326 w 8931736"/>
                <a:gd name="csY9" fmla="*/ 1682605 h 3927603"/>
                <a:gd name="csX10" fmla="*/ 594869 w 8931736"/>
                <a:gd name="csY10" fmla="*/ 920409 h 3927603"/>
                <a:gd name="csX11" fmla="*/ 654418 w 8931736"/>
                <a:gd name="csY11" fmla="*/ 161616 h 3927603"/>
                <a:gd name="csX12" fmla="*/ 713961 w 8931736"/>
                <a:gd name="csY12" fmla="*/ 1561016 h 3927603"/>
                <a:gd name="csX13" fmla="*/ 773503 w 8931736"/>
                <a:gd name="csY13" fmla="*/ 651646 h 3927603"/>
                <a:gd name="csX14" fmla="*/ 833053 w 8931736"/>
                <a:gd name="csY14" fmla="*/ 2702697 h 3927603"/>
                <a:gd name="csX15" fmla="*/ 892595 w 8931736"/>
                <a:gd name="csY15" fmla="*/ 2463869 h 3927603"/>
                <a:gd name="csX16" fmla="*/ 952138 w 8931736"/>
                <a:gd name="csY16" fmla="*/ 1315044 h 3927603"/>
                <a:gd name="csX17" fmla="*/ 1011687 w 8931736"/>
                <a:gd name="csY17" fmla="*/ 2119321 h 3927603"/>
                <a:gd name="csX18" fmla="*/ 1071230 w 8931736"/>
                <a:gd name="csY18" fmla="*/ 1436626 h 3927603"/>
                <a:gd name="csX19" fmla="*/ 1130773 w 8931736"/>
                <a:gd name="csY19" fmla="*/ 2180224 h 3927603"/>
                <a:gd name="csX20" fmla="*/ 1190322 w 8931736"/>
                <a:gd name="csY20" fmla="*/ 1984326 h 3927603"/>
                <a:gd name="csX21" fmla="*/ 1249865 w 8931736"/>
                <a:gd name="csY21" fmla="*/ 1536129 h 3927603"/>
                <a:gd name="csX22" fmla="*/ 1309408 w 8931736"/>
                <a:gd name="csY22" fmla="*/ 1534359 h 3927603"/>
                <a:gd name="csX23" fmla="*/ 1368957 w 8931736"/>
                <a:gd name="csY23" fmla="*/ 1852909 h 3927603"/>
                <a:gd name="csX24" fmla="*/ 1428500 w 8931736"/>
                <a:gd name="csY24" fmla="*/ 1977182 h 3927603"/>
                <a:gd name="csX25" fmla="*/ 1488042 w 8931736"/>
                <a:gd name="csY25" fmla="*/ 1764515 h 3927603"/>
                <a:gd name="csX26" fmla="*/ 1547592 w 8931736"/>
                <a:gd name="csY26" fmla="*/ 2969455 h 3927603"/>
                <a:gd name="csX27" fmla="*/ 1607134 w 8931736"/>
                <a:gd name="csY27" fmla="*/ 2702011 h 3927603"/>
                <a:gd name="csX28" fmla="*/ 1666677 w 8931736"/>
                <a:gd name="csY28" fmla="*/ 2868404 h 3927603"/>
                <a:gd name="csX29" fmla="*/ 1726226 w 8931736"/>
                <a:gd name="csY29" fmla="*/ 2174353 h 3927603"/>
                <a:gd name="csX30" fmla="*/ 1785769 w 8931736"/>
                <a:gd name="csY30" fmla="*/ 1219296 h 3927603"/>
                <a:gd name="csX31" fmla="*/ 1845312 w 8931736"/>
                <a:gd name="csY31" fmla="*/ 1656150 h 3927603"/>
                <a:gd name="csX32" fmla="*/ 1904861 w 8931736"/>
                <a:gd name="csY32" fmla="*/ 922107 h 3927603"/>
                <a:gd name="csX33" fmla="*/ 1964404 w 8931736"/>
                <a:gd name="csY33" fmla="*/ 1340271 h 3927603"/>
                <a:gd name="csX34" fmla="*/ 2023947 w 8931736"/>
                <a:gd name="csY34" fmla="*/ 1354200 h 3927603"/>
                <a:gd name="csX35" fmla="*/ 2083496 w 8931736"/>
                <a:gd name="csY35" fmla="*/ 1437632 h 3927603"/>
                <a:gd name="csX36" fmla="*/ 2143039 w 8931736"/>
                <a:gd name="csY36" fmla="*/ 1408605 h 3927603"/>
                <a:gd name="csX37" fmla="*/ 2202581 w 8931736"/>
                <a:gd name="csY37" fmla="*/ 1253737 h 3927603"/>
                <a:gd name="csX38" fmla="*/ 2262131 w 8931736"/>
                <a:gd name="csY38" fmla="*/ 758006 h 3927603"/>
                <a:gd name="csX39" fmla="*/ 2321673 w 8931736"/>
                <a:gd name="csY39" fmla="*/ 2074797 h 3927603"/>
                <a:gd name="csX40" fmla="*/ 2381216 w 8931736"/>
                <a:gd name="csY40" fmla="*/ 1293886 h 3927603"/>
                <a:gd name="csX41" fmla="*/ 2440765 w 8931736"/>
                <a:gd name="csY41" fmla="*/ 2636897 h 3927603"/>
                <a:gd name="csX42" fmla="*/ 2500308 w 8931736"/>
                <a:gd name="csY42" fmla="*/ 1254260 h 3927603"/>
                <a:gd name="csX43" fmla="*/ 2559851 w 8931736"/>
                <a:gd name="csY43" fmla="*/ 967989 h 3927603"/>
                <a:gd name="csX44" fmla="*/ 2619400 w 8931736"/>
                <a:gd name="csY44" fmla="*/ 1400814 h 3927603"/>
                <a:gd name="csX45" fmla="*/ 2678943 w 8931736"/>
                <a:gd name="csY45" fmla="*/ 1747255 h 3927603"/>
                <a:gd name="csX46" fmla="*/ 2738485 w 8931736"/>
                <a:gd name="csY46" fmla="*/ 1443842 h 3927603"/>
                <a:gd name="csX47" fmla="*/ 2798035 w 8931736"/>
                <a:gd name="csY47" fmla="*/ 3927352 h 3927603"/>
                <a:gd name="csX48" fmla="*/ 2857577 w 8931736"/>
                <a:gd name="csY48" fmla="*/ 2150210 h 3927603"/>
                <a:gd name="csX49" fmla="*/ 2917120 w 8931736"/>
                <a:gd name="csY49" fmla="*/ 2180491 h 3927603"/>
                <a:gd name="csX50" fmla="*/ 2976669 w 8931736"/>
                <a:gd name="csY50" fmla="*/ 994045 h 3927603"/>
                <a:gd name="csX51" fmla="*/ 3036212 w 8931736"/>
                <a:gd name="csY51" fmla="*/ 3254315 h 3927603"/>
                <a:gd name="csX52" fmla="*/ 3095755 w 8931736"/>
                <a:gd name="csY52" fmla="*/ 2351821 h 3927603"/>
                <a:gd name="csX53" fmla="*/ 3155304 w 8931736"/>
                <a:gd name="csY53" fmla="*/ 1218402 h 3927603"/>
                <a:gd name="csX54" fmla="*/ 3214847 w 8931736"/>
                <a:gd name="csY54" fmla="*/ 1705611 h 3927603"/>
                <a:gd name="csX55" fmla="*/ 3274390 w 8931736"/>
                <a:gd name="csY55" fmla="*/ 1293239 h 3927603"/>
                <a:gd name="csX56" fmla="*/ 3333939 w 8931736"/>
                <a:gd name="csY56" fmla="*/ 857580 h 3927603"/>
                <a:gd name="csX57" fmla="*/ 3393482 w 8931736"/>
                <a:gd name="csY57" fmla="*/ 1025391 h 3927603"/>
                <a:gd name="csX58" fmla="*/ 3453025 w 8931736"/>
                <a:gd name="csY58" fmla="*/ 1564614 h 3927603"/>
                <a:gd name="csX59" fmla="*/ 3512574 w 8931736"/>
                <a:gd name="csY59" fmla="*/ 1442490 h 3927603"/>
                <a:gd name="csX60" fmla="*/ 3572116 w 8931736"/>
                <a:gd name="csY60" fmla="*/ 1598304 h 3927603"/>
                <a:gd name="csX61" fmla="*/ 3631659 w 8931736"/>
                <a:gd name="csY61" fmla="*/ 2092234 h 3927603"/>
                <a:gd name="csX62" fmla="*/ 3691208 w 8931736"/>
                <a:gd name="csY62" fmla="*/ 2641749 h 3927603"/>
                <a:gd name="csX63" fmla="*/ 3750751 w 8931736"/>
                <a:gd name="csY63" fmla="*/ 423940 h 3927603"/>
                <a:gd name="csX64" fmla="*/ 3810294 w 8931736"/>
                <a:gd name="csY64" fmla="*/ 2595736 h 3927603"/>
                <a:gd name="csX65" fmla="*/ 3869843 w 8931736"/>
                <a:gd name="csY65" fmla="*/ 2511357 h 3927603"/>
                <a:gd name="csX66" fmla="*/ 3929386 w 8931736"/>
                <a:gd name="csY66" fmla="*/ 1621846 h 3927603"/>
                <a:gd name="csX67" fmla="*/ 3988928 w 8931736"/>
                <a:gd name="csY67" fmla="*/ 1381987 h 3927603"/>
                <a:gd name="csX68" fmla="*/ 4048478 w 8931736"/>
                <a:gd name="csY68" fmla="*/ 2132238 h 3927603"/>
                <a:gd name="csX69" fmla="*/ 4108020 w 8931736"/>
                <a:gd name="csY69" fmla="*/ 1240964 h 3927603"/>
                <a:gd name="csX70" fmla="*/ 4167563 w 8931736"/>
                <a:gd name="csY70" fmla="*/ 1051414 h 3927603"/>
                <a:gd name="csX71" fmla="*/ 4227112 w 8931736"/>
                <a:gd name="csY71" fmla="*/ 1384690 h 3927603"/>
                <a:gd name="csX72" fmla="*/ 4286655 w 8931736"/>
                <a:gd name="csY72" fmla="*/ 2784705 h 3927603"/>
                <a:gd name="csX73" fmla="*/ 4346198 w 8931736"/>
                <a:gd name="csY73" fmla="*/ 2414304 h 3927603"/>
                <a:gd name="csX74" fmla="*/ 4405747 w 8931736"/>
                <a:gd name="csY74" fmla="*/ 1351882 h 3927603"/>
                <a:gd name="csX75" fmla="*/ 4465290 w 8931736"/>
                <a:gd name="csY75" fmla="*/ 1725411 h 3927603"/>
                <a:gd name="csX76" fmla="*/ 4524833 w 8931736"/>
                <a:gd name="csY76" fmla="*/ -252 h 3927603"/>
                <a:gd name="csX77" fmla="*/ 4584382 w 8931736"/>
                <a:gd name="csY77" fmla="*/ 1207979 h 3927603"/>
                <a:gd name="csX78" fmla="*/ 4643925 w 8931736"/>
                <a:gd name="csY78" fmla="*/ 1317317 h 3927603"/>
                <a:gd name="csX79" fmla="*/ 4703468 w 8931736"/>
                <a:gd name="csY79" fmla="*/ 1985985 h 3927603"/>
                <a:gd name="csX80" fmla="*/ 4763017 w 8931736"/>
                <a:gd name="csY80" fmla="*/ 1788292 h 3927603"/>
                <a:gd name="csX81" fmla="*/ 4822560 w 8931736"/>
                <a:gd name="csY81" fmla="*/ 2391317 h 3927603"/>
                <a:gd name="csX82" fmla="*/ 4882102 w 8931736"/>
                <a:gd name="csY82" fmla="*/ 2448745 h 3927603"/>
                <a:gd name="csX83" fmla="*/ 4941671 w 8931736"/>
                <a:gd name="csY83" fmla="*/ 2045293 h 3927603"/>
                <a:gd name="csX84" fmla="*/ 5001194 w 8931736"/>
                <a:gd name="csY84" fmla="*/ 1505338 h 3927603"/>
                <a:gd name="csX85" fmla="*/ 5060718 w 8931736"/>
                <a:gd name="csY85" fmla="*/ 1237496 h 3927603"/>
                <a:gd name="csX86" fmla="*/ 5120305 w 8931736"/>
                <a:gd name="csY86" fmla="*/ 2050531 h 3927603"/>
                <a:gd name="csX87" fmla="*/ 5179829 w 8931736"/>
                <a:gd name="csY87" fmla="*/ 2251215 h 3927603"/>
                <a:gd name="csX88" fmla="*/ 5239353 w 8931736"/>
                <a:gd name="csY88" fmla="*/ 1668159 h 3927603"/>
                <a:gd name="csX89" fmla="*/ 5298940 w 8931736"/>
                <a:gd name="csY89" fmla="*/ 2501673 h 3927603"/>
                <a:gd name="csX90" fmla="*/ 5358463 w 8931736"/>
                <a:gd name="csY90" fmla="*/ 1753916 h 3927603"/>
                <a:gd name="csX91" fmla="*/ 5417987 w 8931736"/>
                <a:gd name="csY91" fmla="*/ 1938790 h 3927603"/>
                <a:gd name="csX92" fmla="*/ 5477575 w 8931736"/>
                <a:gd name="csY92" fmla="*/ 2619657 h 3927603"/>
                <a:gd name="csX93" fmla="*/ 5537099 w 8931736"/>
                <a:gd name="csY93" fmla="*/ 2382886 h 3927603"/>
                <a:gd name="csX94" fmla="*/ 5596621 w 8931736"/>
                <a:gd name="csY94" fmla="*/ 2475891 h 3927603"/>
                <a:gd name="csX95" fmla="*/ 5656209 w 8931736"/>
                <a:gd name="csY95" fmla="*/ 1857461 h 3927603"/>
                <a:gd name="csX96" fmla="*/ 5715733 w 8931736"/>
                <a:gd name="csY96" fmla="*/ 1990739 h 3927603"/>
                <a:gd name="csX97" fmla="*/ 5775257 w 8931736"/>
                <a:gd name="csY97" fmla="*/ 1111506 h 3927603"/>
                <a:gd name="csX98" fmla="*/ 5834845 w 8931736"/>
                <a:gd name="csY98" fmla="*/ 2547581 h 3927603"/>
                <a:gd name="csX99" fmla="*/ 5894368 w 8931736"/>
                <a:gd name="csY99" fmla="*/ 1731125 h 3927603"/>
                <a:gd name="csX100" fmla="*/ 5953891 w 8931736"/>
                <a:gd name="csY100" fmla="*/ 683488 h 3927603"/>
                <a:gd name="csX101" fmla="*/ 6013479 w 8931736"/>
                <a:gd name="csY101" fmla="*/ 2164309 h 3927603"/>
                <a:gd name="csX102" fmla="*/ 6073003 w 8931736"/>
                <a:gd name="csY102" fmla="*/ 1636905 h 3927603"/>
                <a:gd name="csX103" fmla="*/ 6132526 w 8931736"/>
                <a:gd name="csY103" fmla="*/ 1738942 h 3927603"/>
                <a:gd name="csX104" fmla="*/ 6192114 w 8931736"/>
                <a:gd name="csY104" fmla="*/ 1825045 h 3927603"/>
                <a:gd name="csX105" fmla="*/ 6251637 w 8931736"/>
                <a:gd name="csY105" fmla="*/ 1770085 h 3927603"/>
                <a:gd name="csX106" fmla="*/ 6311161 w 8931736"/>
                <a:gd name="csY106" fmla="*/ 2588083 h 3927603"/>
                <a:gd name="csX107" fmla="*/ 6370748 w 8931736"/>
                <a:gd name="csY107" fmla="*/ 833039 h 3927603"/>
                <a:gd name="csX108" fmla="*/ 6430272 w 8931736"/>
                <a:gd name="csY108" fmla="*/ 1087383 h 3927603"/>
                <a:gd name="csX109" fmla="*/ 6489796 w 8931736"/>
                <a:gd name="csY109" fmla="*/ 1655569 h 3927603"/>
                <a:gd name="csX110" fmla="*/ 6549383 w 8931736"/>
                <a:gd name="csY110" fmla="*/ 2080531 h 3927603"/>
                <a:gd name="csX111" fmla="*/ 6608906 w 8931736"/>
                <a:gd name="csY111" fmla="*/ 1213576 h 3927603"/>
                <a:gd name="csX112" fmla="*/ 6668430 w 8931736"/>
                <a:gd name="csY112" fmla="*/ 2305045 h 3927603"/>
                <a:gd name="csX113" fmla="*/ 6728018 w 8931736"/>
                <a:gd name="csY113" fmla="*/ 656550 h 3927603"/>
                <a:gd name="csX114" fmla="*/ 6787542 w 8931736"/>
                <a:gd name="csY114" fmla="*/ 943651 h 3927603"/>
                <a:gd name="csX115" fmla="*/ 6847065 w 8931736"/>
                <a:gd name="csY115" fmla="*/ 2339401 h 3927603"/>
                <a:gd name="csX116" fmla="*/ 6906652 w 8931736"/>
                <a:gd name="csY116" fmla="*/ 1894175 h 3927603"/>
                <a:gd name="csX117" fmla="*/ 6966176 w 8931736"/>
                <a:gd name="csY117" fmla="*/ 1839313 h 3927603"/>
                <a:gd name="csX118" fmla="*/ 7025700 w 8931736"/>
                <a:gd name="csY118" fmla="*/ 2075562 h 3927603"/>
                <a:gd name="csX119" fmla="*/ 7085288 w 8931736"/>
                <a:gd name="csY119" fmla="*/ 1819964 h 3927603"/>
                <a:gd name="csX120" fmla="*/ 7144811 w 8931736"/>
                <a:gd name="csY120" fmla="*/ 1904003 h 3927603"/>
                <a:gd name="csX121" fmla="*/ 7204334 w 8931736"/>
                <a:gd name="csY121" fmla="*/ 876943 h 3927603"/>
                <a:gd name="csX122" fmla="*/ 7263922 w 8931736"/>
                <a:gd name="csY122" fmla="*/ 2016325 h 3927603"/>
                <a:gd name="csX123" fmla="*/ 7323446 w 8931736"/>
                <a:gd name="csY123" fmla="*/ 1101012 h 3927603"/>
                <a:gd name="csX124" fmla="*/ 7382969 w 8931736"/>
                <a:gd name="csY124" fmla="*/ 1510811 h 3927603"/>
                <a:gd name="csX125" fmla="*/ 7442557 w 8931736"/>
                <a:gd name="csY125" fmla="*/ 3060305 h 3927603"/>
                <a:gd name="csX126" fmla="*/ 7502080 w 8931736"/>
                <a:gd name="csY126" fmla="*/ 2050420 h 3927603"/>
                <a:gd name="csX127" fmla="*/ 7561604 w 8931736"/>
                <a:gd name="csY127" fmla="*/ 1357361 h 3927603"/>
                <a:gd name="csX128" fmla="*/ 7621191 w 8931736"/>
                <a:gd name="csY128" fmla="*/ 1368502 h 3927603"/>
                <a:gd name="csX129" fmla="*/ 7680715 w 8931736"/>
                <a:gd name="csY129" fmla="*/ 1301905 h 3927603"/>
                <a:gd name="csX130" fmla="*/ 7740239 w 8931736"/>
                <a:gd name="csY130" fmla="*/ 2274515 h 3927603"/>
                <a:gd name="csX131" fmla="*/ 7799827 w 8931736"/>
                <a:gd name="csY131" fmla="*/ 3227221 h 3927603"/>
                <a:gd name="csX132" fmla="*/ 7859349 w 8931736"/>
                <a:gd name="csY132" fmla="*/ 558340 h 3927603"/>
                <a:gd name="csX133" fmla="*/ 7918873 w 8931736"/>
                <a:gd name="csY133" fmla="*/ 1576767 h 3927603"/>
                <a:gd name="csX134" fmla="*/ 7978461 w 8931736"/>
                <a:gd name="csY134" fmla="*/ 1112930 h 3927603"/>
                <a:gd name="csX135" fmla="*/ 8037985 w 8931736"/>
                <a:gd name="csY135" fmla="*/ 1620103 h 3927603"/>
                <a:gd name="csX136" fmla="*/ 8097508 w 8931736"/>
                <a:gd name="csY136" fmla="*/ 1289661 h 3927603"/>
                <a:gd name="csX137" fmla="*/ 8157095 w 8931736"/>
                <a:gd name="csY137" fmla="*/ 1359940 h 3927603"/>
                <a:gd name="csX138" fmla="*/ 8216619 w 8931736"/>
                <a:gd name="csY138" fmla="*/ 1101953 h 3927603"/>
                <a:gd name="csX139" fmla="*/ 8276143 w 8931736"/>
                <a:gd name="csY139" fmla="*/ 1824261 h 3927603"/>
                <a:gd name="csX140" fmla="*/ 8335731 w 8931736"/>
                <a:gd name="csY140" fmla="*/ 859500 h 3927603"/>
                <a:gd name="csX141" fmla="*/ 8395254 w 8931736"/>
                <a:gd name="csY141" fmla="*/ 1988264 h 3927603"/>
                <a:gd name="csX142" fmla="*/ 8454778 w 8931736"/>
                <a:gd name="csY142" fmla="*/ 1013597 h 3927603"/>
                <a:gd name="csX143" fmla="*/ 8514365 w 8931736"/>
                <a:gd name="csY143" fmla="*/ 1658305 h 3927603"/>
                <a:gd name="csX144" fmla="*/ 8573888 w 8931736"/>
                <a:gd name="csY144" fmla="*/ 1310316 h 3927603"/>
                <a:gd name="csX145" fmla="*/ 8633412 w 8931736"/>
                <a:gd name="csY145" fmla="*/ 1201782 h 3927603"/>
                <a:gd name="csX146" fmla="*/ 8693000 w 8931736"/>
                <a:gd name="csY146" fmla="*/ 1978279 h 3927603"/>
                <a:gd name="csX147" fmla="*/ 8752523 w 8931736"/>
                <a:gd name="csY147" fmla="*/ 1991255 h 3927603"/>
                <a:gd name="csX148" fmla="*/ 8812046 w 8931736"/>
                <a:gd name="csY148" fmla="*/ 1336901 h 3927603"/>
                <a:gd name="csX149" fmla="*/ 8871634 w 8931736"/>
                <a:gd name="csY149" fmla="*/ 1576480 h 3927603"/>
                <a:gd name="csX150" fmla="*/ 8931158 w 8931736"/>
                <a:gd name="csY150" fmla="*/ 1486773 h 39276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</a:cxnLst>
              <a:rect l="l" t="t" r="r" b="b"/>
              <a:pathLst>
                <a:path w="8931736" h="3927603">
                  <a:moveTo>
                    <a:pt x="-578" y="961446"/>
                  </a:moveTo>
                  <a:lnTo>
                    <a:pt x="58964" y="1690239"/>
                  </a:lnTo>
                  <a:lnTo>
                    <a:pt x="118514" y="2947643"/>
                  </a:lnTo>
                  <a:lnTo>
                    <a:pt x="178057" y="2332446"/>
                  </a:lnTo>
                  <a:lnTo>
                    <a:pt x="237599" y="1757749"/>
                  </a:lnTo>
                  <a:lnTo>
                    <a:pt x="297148" y="919260"/>
                  </a:lnTo>
                  <a:lnTo>
                    <a:pt x="356691" y="1205459"/>
                  </a:lnTo>
                  <a:lnTo>
                    <a:pt x="416234" y="2307487"/>
                  </a:lnTo>
                  <a:lnTo>
                    <a:pt x="475783" y="777179"/>
                  </a:lnTo>
                  <a:lnTo>
                    <a:pt x="535326" y="1682605"/>
                  </a:lnTo>
                  <a:lnTo>
                    <a:pt x="594869" y="920409"/>
                  </a:lnTo>
                  <a:lnTo>
                    <a:pt x="654418" y="161616"/>
                  </a:lnTo>
                  <a:lnTo>
                    <a:pt x="713961" y="1561016"/>
                  </a:lnTo>
                  <a:lnTo>
                    <a:pt x="773503" y="651646"/>
                  </a:lnTo>
                  <a:lnTo>
                    <a:pt x="833053" y="2702697"/>
                  </a:lnTo>
                  <a:lnTo>
                    <a:pt x="892595" y="2463869"/>
                  </a:lnTo>
                  <a:lnTo>
                    <a:pt x="952138" y="1315044"/>
                  </a:lnTo>
                  <a:lnTo>
                    <a:pt x="1011687" y="2119321"/>
                  </a:lnTo>
                  <a:lnTo>
                    <a:pt x="1071230" y="1436626"/>
                  </a:lnTo>
                  <a:lnTo>
                    <a:pt x="1130773" y="2180224"/>
                  </a:lnTo>
                  <a:lnTo>
                    <a:pt x="1190322" y="1984326"/>
                  </a:lnTo>
                  <a:lnTo>
                    <a:pt x="1249865" y="1536129"/>
                  </a:lnTo>
                  <a:lnTo>
                    <a:pt x="1309408" y="1534359"/>
                  </a:lnTo>
                  <a:lnTo>
                    <a:pt x="1368957" y="1852909"/>
                  </a:lnTo>
                  <a:lnTo>
                    <a:pt x="1428500" y="1977182"/>
                  </a:lnTo>
                  <a:lnTo>
                    <a:pt x="1488042" y="1764515"/>
                  </a:lnTo>
                  <a:lnTo>
                    <a:pt x="1547592" y="2969455"/>
                  </a:lnTo>
                  <a:lnTo>
                    <a:pt x="1607134" y="2702011"/>
                  </a:lnTo>
                  <a:lnTo>
                    <a:pt x="1666677" y="2868404"/>
                  </a:lnTo>
                  <a:lnTo>
                    <a:pt x="1726226" y="2174353"/>
                  </a:lnTo>
                  <a:lnTo>
                    <a:pt x="1785769" y="1219296"/>
                  </a:lnTo>
                  <a:lnTo>
                    <a:pt x="1845312" y="1656150"/>
                  </a:lnTo>
                  <a:lnTo>
                    <a:pt x="1904861" y="922107"/>
                  </a:lnTo>
                  <a:lnTo>
                    <a:pt x="1964404" y="1340271"/>
                  </a:lnTo>
                  <a:lnTo>
                    <a:pt x="2023947" y="1354200"/>
                  </a:lnTo>
                  <a:lnTo>
                    <a:pt x="2083496" y="1437632"/>
                  </a:lnTo>
                  <a:lnTo>
                    <a:pt x="2143039" y="1408605"/>
                  </a:lnTo>
                  <a:lnTo>
                    <a:pt x="2202581" y="1253737"/>
                  </a:lnTo>
                  <a:lnTo>
                    <a:pt x="2262131" y="758006"/>
                  </a:lnTo>
                  <a:lnTo>
                    <a:pt x="2321673" y="2074797"/>
                  </a:lnTo>
                  <a:lnTo>
                    <a:pt x="2381216" y="1293886"/>
                  </a:lnTo>
                  <a:lnTo>
                    <a:pt x="2440765" y="2636897"/>
                  </a:lnTo>
                  <a:lnTo>
                    <a:pt x="2500308" y="1254260"/>
                  </a:lnTo>
                  <a:lnTo>
                    <a:pt x="2559851" y="967989"/>
                  </a:lnTo>
                  <a:lnTo>
                    <a:pt x="2619400" y="1400814"/>
                  </a:lnTo>
                  <a:lnTo>
                    <a:pt x="2678943" y="1747255"/>
                  </a:lnTo>
                  <a:lnTo>
                    <a:pt x="2738485" y="1443842"/>
                  </a:lnTo>
                  <a:lnTo>
                    <a:pt x="2798035" y="3927352"/>
                  </a:lnTo>
                  <a:lnTo>
                    <a:pt x="2857577" y="2150210"/>
                  </a:lnTo>
                  <a:lnTo>
                    <a:pt x="2917120" y="2180491"/>
                  </a:lnTo>
                  <a:lnTo>
                    <a:pt x="2976669" y="994045"/>
                  </a:lnTo>
                  <a:lnTo>
                    <a:pt x="3036212" y="3254315"/>
                  </a:lnTo>
                  <a:lnTo>
                    <a:pt x="3095755" y="2351821"/>
                  </a:lnTo>
                  <a:lnTo>
                    <a:pt x="3155304" y="1218402"/>
                  </a:lnTo>
                  <a:lnTo>
                    <a:pt x="3214847" y="1705611"/>
                  </a:lnTo>
                  <a:lnTo>
                    <a:pt x="3274390" y="1293239"/>
                  </a:lnTo>
                  <a:lnTo>
                    <a:pt x="3333939" y="857580"/>
                  </a:lnTo>
                  <a:lnTo>
                    <a:pt x="3393482" y="1025391"/>
                  </a:lnTo>
                  <a:lnTo>
                    <a:pt x="3453025" y="1564614"/>
                  </a:lnTo>
                  <a:lnTo>
                    <a:pt x="3512574" y="1442490"/>
                  </a:lnTo>
                  <a:lnTo>
                    <a:pt x="3572116" y="1598304"/>
                  </a:lnTo>
                  <a:lnTo>
                    <a:pt x="3631659" y="2092234"/>
                  </a:lnTo>
                  <a:lnTo>
                    <a:pt x="3691208" y="2641749"/>
                  </a:lnTo>
                  <a:lnTo>
                    <a:pt x="3750751" y="423940"/>
                  </a:lnTo>
                  <a:lnTo>
                    <a:pt x="3810294" y="2595736"/>
                  </a:lnTo>
                  <a:lnTo>
                    <a:pt x="3869843" y="2511357"/>
                  </a:lnTo>
                  <a:lnTo>
                    <a:pt x="3929386" y="1621846"/>
                  </a:lnTo>
                  <a:lnTo>
                    <a:pt x="3988928" y="1381987"/>
                  </a:lnTo>
                  <a:lnTo>
                    <a:pt x="4048478" y="2132238"/>
                  </a:lnTo>
                  <a:lnTo>
                    <a:pt x="4108020" y="1240964"/>
                  </a:lnTo>
                  <a:lnTo>
                    <a:pt x="4167563" y="1051414"/>
                  </a:lnTo>
                  <a:lnTo>
                    <a:pt x="4227112" y="1384690"/>
                  </a:lnTo>
                  <a:lnTo>
                    <a:pt x="4286655" y="2784705"/>
                  </a:lnTo>
                  <a:lnTo>
                    <a:pt x="4346198" y="2414304"/>
                  </a:lnTo>
                  <a:lnTo>
                    <a:pt x="4405747" y="1351882"/>
                  </a:lnTo>
                  <a:lnTo>
                    <a:pt x="4465290" y="1725411"/>
                  </a:lnTo>
                  <a:lnTo>
                    <a:pt x="4524833" y="-252"/>
                  </a:lnTo>
                  <a:lnTo>
                    <a:pt x="4584382" y="1207979"/>
                  </a:lnTo>
                  <a:lnTo>
                    <a:pt x="4643925" y="1317317"/>
                  </a:lnTo>
                  <a:lnTo>
                    <a:pt x="4703468" y="1985985"/>
                  </a:lnTo>
                  <a:lnTo>
                    <a:pt x="4763017" y="1788292"/>
                  </a:lnTo>
                  <a:lnTo>
                    <a:pt x="4822560" y="2391317"/>
                  </a:lnTo>
                  <a:lnTo>
                    <a:pt x="4882102" y="2448745"/>
                  </a:lnTo>
                  <a:lnTo>
                    <a:pt x="4941671" y="2045293"/>
                  </a:lnTo>
                  <a:lnTo>
                    <a:pt x="5001194" y="1505338"/>
                  </a:lnTo>
                  <a:lnTo>
                    <a:pt x="5060718" y="1237496"/>
                  </a:lnTo>
                  <a:lnTo>
                    <a:pt x="5120305" y="2050531"/>
                  </a:lnTo>
                  <a:lnTo>
                    <a:pt x="5179829" y="2251215"/>
                  </a:lnTo>
                  <a:lnTo>
                    <a:pt x="5239353" y="1668159"/>
                  </a:lnTo>
                  <a:lnTo>
                    <a:pt x="5298940" y="2501673"/>
                  </a:lnTo>
                  <a:lnTo>
                    <a:pt x="5358463" y="1753916"/>
                  </a:lnTo>
                  <a:lnTo>
                    <a:pt x="5417987" y="1938790"/>
                  </a:lnTo>
                  <a:lnTo>
                    <a:pt x="5477575" y="2619657"/>
                  </a:lnTo>
                  <a:lnTo>
                    <a:pt x="5537099" y="2382886"/>
                  </a:lnTo>
                  <a:lnTo>
                    <a:pt x="5596621" y="2475891"/>
                  </a:lnTo>
                  <a:lnTo>
                    <a:pt x="5656209" y="1857461"/>
                  </a:lnTo>
                  <a:lnTo>
                    <a:pt x="5715733" y="1990739"/>
                  </a:lnTo>
                  <a:lnTo>
                    <a:pt x="5775257" y="1111506"/>
                  </a:lnTo>
                  <a:lnTo>
                    <a:pt x="5834845" y="2547581"/>
                  </a:lnTo>
                  <a:lnTo>
                    <a:pt x="5894368" y="1731125"/>
                  </a:lnTo>
                  <a:lnTo>
                    <a:pt x="5953891" y="683488"/>
                  </a:lnTo>
                  <a:lnTo>
                    <a:pt x="6013479" y="2164309"/>
                  </a:lnTo>
                  <a:lnTo>
                    <a:pt x="6073003" y="1636905"/>
                  </a:lnTo>
                  <a:lnTo>
                    <a:pt x="6132526" y="1738942"/>
                  </a:lnTo>
                  <a:lnTo>
                    <a:pt x="6192114" y="1825045"/>
                  </a:lnTo>
                  <a:lnTo>
                    <a:pt x="6251637" y="1770085"/>
                  </a:lnTo>
                  <a:lnTo>
                    <a:pt x="6311161" y="2588083"/>
                  </a:lnTo>
                  <a:lnTo>
                    <a:pt x="6370748" y="833039"/>
                  </a:lnTo>
                  <a:lnTo>
                    <a:pt x="6430272" y="1087383"/>
                  </a:lnTo>
                  <a:lnTo>
                    <a:pt x="6489796" y="1655569"/>
                  </a:lnTo>
                  <a:lnTo>
                    <a:pt x="6549383" y="2080531"/>
                  </a:lnTo>
                  <a:lnTo>
                    <a:pt x="6608906" y="1213576"/>
                  </a:lnTo>
                  <a:lnTo>
                    <a:pt x="6668430" y="2305045"/>
                  </a:lnTo>
                  <a:lnTo>
                    <a:pt x="6728018" y="656550"/>
                  </a:lnTo>
                  <a:lnTo>
                    <a:pt x="6787542" y="943651"/>
                  </a:lnTo>
                  <a:lnTo>
                    <a:pt x="6847065" y="2339401"/>
                  </a:lnTo>
                  <a:lnTo>
                    <a:pt x="6906652" y="1894175"/>
                  </a:lnTo>
                  <a:lnTo>
                    <a:pt x="6966176" y="1839313"/>
                  </a:lnTo>
                  <a:lnTo>
                    <a:pt x="7025700" y="2075562"/>
                  </a:lnTo>
                  <a:lnTo>
                    <a:pt x="7085288" y="1819964"/>
                  </a:lnTo>
                  <a:lnTo>
                    <a:pt x="7144811" y="1904003"/>
                  </a:lnTo>
                  <a:lnTo>
                    <a:pt x="7204334" y="876943"/>
                  </a:lnTo>
                  <a:lnTo>
                    <a:pt x="7263922" y="2016325"/>
                  </a:lnTo>
                  <a:lnTo>
                    <a:pt x="7323446" y="1101012"/>
                  </a:lnTo>
                  <a:lnTo>
                    <a:pt x="7382969" y="1510811"/>
                  </a:lnTo>
                  <a:lnTo>
                    <a:pt x="7442557" y="3060305"/>
                  </a:lnTo>
                  <a:lnTo>
                    <a:pt x="7502080" y="2050420"/>
                  </a:lnTo>
                  <a:lnTo>
                    <a:pt x="7561604" y="1357361"/>
                  </a:lnTo>
                  <a:lnTo>
                    <a:pt x="7621191" y="1368502"/>
                  </a:lnTo>
                  <a:lnTo>
                    <a:pt x="7680715" y="1301905"/>
                  </a:lnTo>
                  <a:lnTo>
                    <a:pt x="7740239" y="2274515"/>
                  </a:lnTo>
                  <a:lnTo>
                    <a:pt x="7799827" y="3227221"/>
                  </a:lnTo>
                  <a:lnTo>
                    <a:pt x="7859349" y="558340"/>
                  </a:lnTo>
                  <a:lnTo>
                    <a:pt x="7918873" y="1576767"/>
                  </a:lnTo>
                  <a:lnTo>
                    <a:pt x="7978461" y="1112930"/>
                  </a:lnTo>
                  <a:lnTo>
                    <a:pt x="8037985" y="1620103"/>
                  </a:lnTo>
                  <a:lnTo>
                    <a:pt x="8097508" y="1289661"/>
                  </a:lnTo>
                  <a:lnTo>
                    <a:pt x="8157095" y="1359940"/>
                  </a:lnTo>
                  <a:lnTo>
                    <a:pt x="8216619" y="1101953"/>
                  </a:lnTo>
                  <a:lnTo>
                    <a:pt x="8276143" y="1824261"/>
                  </a:lnTo>
                  <a:lnTo>
                    <a:pt x="8335731" y="859500"/>
                  </a:lnTo>
                  <a:lnTo>
                    <a:pt x="8395254" y="1988264"/>
                  </a:lnTo>
                  <a:lnTo>
                    <a:pt x="8454778" y="1013597"/>
                  </a:lnTo>
                  <a:lnTo>
                    <a:pt x="8514365" y="1658305"/>
                  </a:lnTo>
                  <a:lnTo>
                    <a:pt x="8573888" y="1310316"/>
                  </a:lnTo>
                  <a:lnTo>
                    <a:pt x="8633412" y="1201782"/>
                  </a:lnTo>
                  <a:lnTo>
                    <a:pt x="8693000" y="1978279"/>
                  </a:lnTo>
                  <a:lnTo>
                    <a:pt x="8752523" y="1991255"/>
                  </a:lnTo>
                  <a:lnTo>
                    <a:pt x="8812046" y="1336901"/>
                  </a:lnTo>
                  <a:lnTo>
                    <a:pt x="8871634" y="1576480"/>
                  </a:lnTo>
                  <a:lnTo>
                    <a:pt x="8931158" y="1486773"/>
                  </a:lnTo>
                </a:path>
              </a:pathLst>
            </a:custGeom>
            <a:noFill/>
            <a:ln w="57150" cap="flat">
              <a:solidFill>
                <a:srgbClr val="808080"/>
              </a:solidFill>
              <a:prstDash val="solid"/>
              <a:round/>
            </a:ln>
            <a:scene3d>
              <a:camera prst="isometricRightUp">
                <a:rot lat="2100000" lon="17400000" rev="0"/>
              </a:camera>
              <a:lightRig rig="threePt" dir="t"/>
            </a:scene3d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0A813DF-9605-1696-CEC9-AB6B706AD3FE}"/>
                </a:ext>
              </a:extLst>
            </p:cNvPr>
            <p:cNvSpPr/>
            <p:nvPr/>
          </p:nvSpPr>
          <p:spPr>
            <a:xfrm>
              <a:off x="-902237" y="1020656"/>
              <a:ext cx="2412420" cy="3591091"/>
            </a:xfrm>
            <a:prstGeom prst="rect">
              <a:avLst/>
            </a:prstGeom>
            <a:solidFill>
              <a:schemeClr val="bg1"/>
            </a:solidFill>
            <a:scene3d>
              <a:camera prst="isometricRightUp">
                <a:rot lat="2100000" lon="18000000" rev="0"/>
              </a:camera>
              <a:lightRig rig="threePt" dir="t"/>
            </a:scene3d>
            <a:sp3d extrusionH="63500" contourW="12700">
              <a:extrusionClr>
                <a:schemeClr val="bg1"/>
              </a:extrusionClr>
              <a:contourClr>
                <a:schemeClr val="bg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" name="任意多边形: 形状 2">
              <a:extLst>
                <a:ext uri="{FF2B5EF4-FFF2-40B4-BE49-F238E27FC236}">
                  <a16:creationId xmlns:a16="http://schemas.microsoft.com/office/drawing/2014/main" id="{DB39B26C-678A-BECF-CCF8-A0A90CFB238A}"/>
                </a:ext>
              </a:extLst>
            </p:cNvPr>
            <p:cNvSpPr/>
            <p:nvPr/>
          </p:nvSpPr>
          <p:spPr>
            <a:xfrm>
              <a:off x="-1694542" y="1795335"/>
              <a:ext cx="1522785" cy="740899"/>
            </a:xfrm>
            <a:custGeom>
              <a:avLst/>
              <a:gdLst>
                <a:gd name="csX0" fmla="*/ -535 w 1929477"/>
                <a:gd name="csY0" fmla="*/ 913157 h 2321380"/>
                <a:gd name="csX1" fmla="*/ 5896 w 1929477"/>
                <a:gd name="csY1" fmla="*/ 842817 h 2321380"/>
                <a:gd name="csX2" fmla="*/ 12328 w 1929477"/>
                <a:gd name="csY2" fmla="*/ 772837 h 2321380"/>
                <a:gd name="csX3" fmla="*/ 18760 w 1929477"/>
                <a:gd name="csY3" fmla="*/ 703599 h 2321380"/>
                <a:gd name="csX4" fmla="*/ 25191 w 1929477"/>
                <a:gd name="csY4" fmla="*/ 635478 h 2321380"/>
                <a:gd name="csX5" fmla="*/ 31623 w 1929477"/>
                <a:gd name="csY5" fmla="*/ 568877 h 2321380"/>
                <a:gd name="csX6" fmla="*/ 38054 w 1929477"/>
                <a:gd name="csY6" fmla="*/ 504192 h 2321380"/>
                <a:gd name="csX7" fmla="*/ 44486 w 1929477"/>
                <a:gd name="csY7" fmla="*/ 441821 h 2321380"/>
                <a:gd name="csX8" fmla="*/ 50917 w 1929477"/>
                <a:gd name="csY8" fmla="*/ 382169 h 2321380"/>
                <a:gd name="csX9" fmla="*/ 57349 w 1929477"/>
                <a:gd name="csY9" fmla="*/ 325610 h 2321380"/>
                <a:gd name="csX10" fmla="*/ 63781 w 1929477"/>
                <a:gd name="csY10" fmla="*/ 272535 h 2321380"/>
                <a:gd name="csX11" fmla="*/ 70212 w 1929477"/>
                <a:gd name="csY11" fmla="*/ 223300 h 2321380"/>
                <a:gd name="csX12" fmla="*/ 76644 w 1929477"/>
                <a:gd name="csY12" fmla="*/ 178242 h 2321380"/>
                <a:gd name="csX13" fmla="*/ 83075 w 1929477"/>
                <a:gd name="csY13" fmla="*/ 137685 h 2321380"/>
                <a:gd name="csX14" fmla="*/ 89507 w 1929477"/>
                <a:gd name="csY14" fmla="*/ 101913 h 2321380"/>
                <a:gd name="csX15" fmla="*/ 95939 w 1929477"/>
                <a:gd name="csY15" fmla="*/ 71189 h 2321380"/>
                <a:gd name="csX16" fmla="*/ 102370 w 1929477"/>
                <a:gd name="csY16" fmla="*/ 45735 h 2321380"/>
                <a:gd name="csX17" fmla="*/ 108802 w 1929477"/>
                <a:gd name="csY17" fmla="*/ 25737 h 2321380"/>
                <a:gd name="csX18" fmla="*/ 115233 w 1929477"/>
                <a:gd name="csY18" fmla="*/ 11346 h 2321380"/>
                <a:gd name="csX19" fmla="*/ 121665 w 1929477"/>
                <a:gd name="csY19" fmla="*/ 2668 h 2321380"/>
                <a:gd name="csX20" fmla="*/ 128097 w 1929477"/>
                <a:gd name="csY20" fmla="*/ -236 h 2321380"/>
                <a:gd name="csX21" fmla="*/ 134528 w 1929477"/>
                <a:gd name="csY21" fmla="*/ 2668 h 2321380"/>
                <a:gd name="csX22" fmla="*/ 140960 w 1929477"/>
                <a:gd name="csY22" fmla="*/ 11346 h 2321380"/>
                <a:gd name="csX23" fmla="*/ 147391 w 1929477"/>
                <a:gd name="csY23" fmla="*/ 25737 h 2321380"/>
                <a:gd name="csX24" fmla="*/ 153823 w 1929477"/>
                <a:gd name="csY24" fmla="*/ 45735 h 2321380"/>
                <a:gd name="csX25" fmla="*/ 160254 w 1929477"/>
                <a:gd name="csY25" fmla="*/ 71189 h 2321380"/>
                <a:gd name="csX26" fmla="*/ 166686 w 1929477"/>
                <a:gd name="csY26" fmla="*/ 101913 h 2321380"/>
                <a:gd name="csX27" fmla="*/ 173118 w 1929477"/>
                <a:gd name="csY27" fmla="*/ 137685 h 2321380"/>
                <a:gd name="csX28" fmla="*/ 179549 w 1929477"/>
                <a:gd name="csY28" fmla="*/ 178242 h 2321380"/>
                <a:gd name="csX29" fmla="*/ 185981 w 1929477"/>
                <a:gd name="csY29" fmla="*/ 223300 h 2321380"/>
                <a:gd name="csX30" fmla="*/ 192412 w 1929477"/>
                <a:gd name="csY30" fmla="*/ 272535 h 2321380"/>
                <a:gd name="csX31" fmla="*/ 198844 w 1929477"/>
                <a:gd name="csY31" fmla="*/ 325610 h 2321380"/>
                <a:gd name="csX32" fmla="*/ 205276 w 1929477"/>
                <a:gd name="csY32" fmla="*/ 382169 h 2321380"/>
                <a:gd name="csX33" fmla="*/ 211707 w 1929477"/>
                <a:gd name="csY33" fmla="*/ 441821 h 2321380"/>
                <a:gd name="csX34" fmla="*/ 218139 w 1929477"/>
                <a:gd name="csY34" fmla="*/ 504192 h 2321380"/>
                <a:gd name="csX35" fmla="*/ 224570 w 1929477"/>
                <a:gd name="csY35" fmla="*/ 568877 h 2321380"/>
                <a:gd name="csX36" fmla="*/ 231002 w 1929477"/>
                <a:gd name="csY36" fmla="*/ 635478 h 2321380"/>
                <a:gd name="csX37" fmla="*/ 237434 w 1929477"/>
                <a:gd name="csY37" fmla="*/ 703599 h 2321380"/>
                <a:gd name="csX38" fmla="*/ 243865 w 1929477"/>
                <a:gd name="csY38" fmla="*/ 772837 h 2321380"/>
                <a:gd name="csX39" fmla="*/ 250297 w 1929477"/>
                <a:gd name="csY39" fmla="*/ 842817 h 2321380"/>
                <a:gd name="csX40" fmla="*/ 256728 w 1929477"/>
                <a:gd name="csY40" fmla="*/ 913157 h 2321380"/>
                <a:gd name="csX41" fmla="*/ 263160 w 1929477"/>
                <a:gd name="csY41" fmla="*/ 983498 h 2321380"/>
                <a:gd name="csX42" fmla="*/ 269591 w 1929477"/>
                <a:gd name="csY42" fmla="*/ 1053501 h 2321380"/>
                <a:gd name="csX43" fmla="*/ 276023 w 1929477"/>
                <a:gd name="csY43" fmla="*/ 1122834 h 2321380"/>
                <a:gd name="csX44" fmla="*/ 282455 w 1929477"/>
                <a:gd name="csY44" fmla="*/ 1191208 h 2321380"/>
                <a:gd name="csX45" fmla="*/ 288886 w 1929477"/>
                <a:gd name="csY45" fmla="*/ 1258340 h 2321380"/>
                <a:gd name="csX46" fmla="*/ 295318 w 1929477"/>
                <a:gd name="csY46" fmla="*/ 1323981 h 2321380"/>
                <a:gd name="csX47" fmla="*/ 301749 w 1929477"/>
                <a:gd name="csY47" fmla="*/ 1387901 h 2321380"/>
                <a:gd name="csX48" fmla="*/ 308181 w 1929477"/>
                <a:gd name="csY48" fmla="*/ 1449906 h 2321380"/>
                <a:gd name="csX49" fmla="*/ 314613 w 1929477"/>
                <a:gd name="csY49" fmla="*/ 1509820 h 2321380"/>
                <a:gd name="csX50" fmla="*/ 321044 w 1929477"/>
                <a:gd name="csY50" fmla="*/ 1567505 h 2321380"/>
                <a:gd name="csX51" fmla="*/ 327476 w 1929477"/>
                <a:gd name="csY51" fmla="*/ 1622833 h 2321380"/>
                <a:gd name="csX52" fmla="*/ 333907 w 1929477"/>
                <a:gd name="csY52" fmla="*/ 1675713 h 2321380"/>
                <a:gd name="csX53" fmla="*/ 340339 w 1929477"/>
                <a:gd name="csY53" fmla="*/ 1726084 h 2321380"/>
                <a:gd name="csX54" fmla="*/ 346771 w 1929477"/>
                <a:gd name="csY54" fmla="*/ 1773888 h 2321380"/>
                <a:gd name="csX55" fmla="*/ 353202 w 1929477"/>
                <a:gd name="csY55" fmla="*/ 1819113 h 2321380"/>
                <a:gd name="csX56" fmla="*/ 359634 w 1929477"/>
                <a:gd name="csY56" fmla="*/ 1861747 h 2321380"/>
                <a:gd name="csX57" fmla="*/ 366065 w 1929477"/>
                <a:gd name="csY57" fmla="*/ 1901810 h 2321380"/>
                <a:gd name="csX58" fmla="*/ 372497 w 1929477"/>
                <a:gd name="csY58" fmla="*/ 1939340 h 2321380"/>
                <a:gd name="csX59" fmla="*/ 378928 w 1929477"/>
                <a:gd name="csY59" fmla="*/ 1974375 h 2321380"/>
                <a:gd name="csX60" fmla="*/ 385360 w 1929477"/>
                <a:gd name="csY60" fmla="*/ 2006981 h 2321380"/>
                <a:gd name="csX61" fmla="*/ 391792 w 1929477"/>
                <a:gd name="csY61" fmla="*/ 2037230 h 2321380"/>
                <a:gd name="csX62" fmla="*/ 398223 w 1929477"/>
                <a:gd name="csY62" fmla="*/ 2065212 h 2321380"/>
                <a:gd name="csX63" fmla="*/ 404655 w 1929477"/>
                <a:gd name="csY63" fmla="*/ 2091009 h 2321380"/>
                <a:gd name="csX64" fmla="*/ 411087 w 1929477"/>
                <a:gd name="csY64" fmla="*/ 2114723 h 2321380"/>
                <a:gd name="csX65" fmla="*/ 417518 w 1929477"/>
                <a:gd name="csY65" fmla="*/ 2136456 h 2321380"/>
                <a:gd name="csX66" fmla="*/ 423950 w 1929477"/>
                <a:gd name="csY66" fmla="*/ 2156317 h 2321380"/>
                <a:gd name="csX67" fmla="*/ 430381 w 1929477"/>
                <a:gd name="csY67" fmla="*/ 2174404 h 2321380"/>
                <a:gd name="csX68" fmla="*/ 436813 w 1929477"/>
                <a:gd name="csY68" fmla="*/ 2190833 h 2321380"/>
                <a:gd name="csX69" fmla="*/ 443244 w 1929477"/>
                <a:gd name="csY69" fmla="*/ 2205713 h 2321380"/>
                <a:gd name="csX70" fmla="*/ 449676 w 1929477"/>
                <a:gd name="csY70" fmla="*/ 2219153 h 2321380"/>
                <a:gd name="csX71" fmla="*/ 456108 w 1929477"/>
                <a:gd name="csY71" fmla="*/ 2231248 h 2321380"/>
                <a:gd name="csX72" fmla="*/ 462539 w 1929477"/>
                <a:gd name="csY72" fmla="*/ 2242107 h 2321380"/>
                <a:gd name="csX73" fmla="*/ 468971 w 1929477"/>
                <a:gd name="csY73" fmla="*/ 2251831 h 2321380"/>
                <a:gd name="csX74" fmla="*/ 475402 w 1929477"/>
                <a:gd name="csY74" fmla="*/ 2260509 h 2321380"/>
                <a:gd name="csX75" fmla="*/ 481834 w 1929477"/>
                <a:gd name="csY75" fmla="*/ 2268232 h 2321380"/>
                <a:gd name="csX76" fmla="*/ 488266 w 1929477"/>
                <a:gd name="csY76" fmla="*/ 2275084 h 2321380"/>
                <a:gd name="csX77" fmla="*/ 494697 w 1929477"/>
                <a:gd name="csY77" fmla="*/ 2281153 h 2321380"/>
                <a:gd name="csX78" fmla="*/ 501129 w 1929477"/>
                <a:gd name="csY78" fmla="*/ 2286509 h 2321380"/>
                <a:gd name="csX79" fmla="*/ 507560 w 1929477"/>
                <a:gd name="csY79" fmla="*/ 2291219 h 2321380"/>
                <a:gd name="csX80" fmla="*/ 513992 w 1929477"/>
                <a:gd name="csY80" fmla="*/ 2295358 h 2321380"/>
                <a:gd name="csX81" fmla="*/ 520424 w 1929477"/>
                <a:gd name="csY81" fmla="*/ 2298975 h 2321380"/>
                <a:gd name="csX82" fmla="*/ 526855 w 1929477"/>
                <a:gd name="csY82" fmla="*/ 2302135 h 2321380"/>
                <a:gd name="csX83" fmla="*/ 533287 w 1929477"/>
                <a:gd name="csY83" fmla="*/ 2304887 h 2321380"/>
                <a:gd name="csX84" fmla="*/ 539718 w 1929477"/>
                <a:gd name="csY84" fmla="*/ 2307273 h 2321380"/>
                <a:gd name="csX85" fmla="*/ 546150 w 1929477"/>
                <a:gd name="csY85" fmla="*/ 2309340 h 2321380"/>
                <a:gd name="csX86" fmla="*/ 552582 w 1929477"/>
                <a:gd name="csY86" fmla="*/ 2311122 h 2321380"/>
                <a:gd name="csX87" fmla="*/ 559013 w 1929477"/>
                <a:gd name="csY87" fmla="*/ 2312657 h 2321380"/>
                <a:gd name="csX88" fmla="*/ 565445 w 1929477"/>
                <a:gd name="csY88" fmla="*/ 2313974 h 2321380"/>
                <a:gd name="csX89" fmla="*/ 571876 w 1929477"/>
                <a:gd name="csY89" fmla="*/ 2315105 h 2321380"/>
                <a:gd name="csX90" fmla="*/ 578308 w 1929477"/>
                <a:gd name="csY90" fmla="*/ 2316069 h 2321380"/>
                <a:gd name="csX91" fmla="*/ 584740 w 1929477"/>
                <a:gd name="csY91" fmla="*/ 2316887 h 2321380"/>
                <a:gd name="csX92" fmla="*/ 591171 w 1929477"/>
                <a:gd name="csY92" fmla="*/ 2317585 h 2321380"/>
                <a:gd name="csX93" fmla="*/ 597603 w 1929477"/>
                <a:gd name="csY93" fmla="*/ 2318175 h 2321380"/>
                <a:gd name="csX94" fmla="*/ 604034 w 1929477"/>
                <a:gd name="csY94" fmla="*/ 2318674 h 2321380"/>
                <a:gd name="csX95" fmla="*/ 610466 w 1929477"/>
                <a:gd name="csY95" fmla="*/ 2319092 h 2321380"/>
                <a:gd name="csX96" fmla="*/ 616897 w 1929477"/>
                <a:gd name="csY96" fmla="*/ 2319448 h 2321380"/>
                <a:gd name="csX97" fmla="*/ 623329 w 1929477"/>
                <a:gd name="csY97" fmla="*/ 2319743 h 2321380"/>
                <a:gd name="csX98" fmla="*/ 629761 w 1929477"/>
                <a:gd name="csY98" fmla="*/ 2319990 h 2321380"/>
                <a:gd name="csX99" fmla="*/ 636192 w 1929477"/>
                <a:gd name="csY99" fmla="*/ 2320194 h 2321380"/>
                <a:gd name="csX100" fmla="*/ 642624 w 1929477"/>
                <a:gd name="csY100" fmla="*/ 2320366 h 2321380"/>
                <a:gd name="csX101" fmla="*/ 649055 w 1929477"/>
                <a:gd name="csY101" fmla="*/ 2320508 h 2321380"/>
                <a:gd name="csX102" fmla="*/ 655487 w 1929477"/>
                <a:gd name="csY102" fmla="*/ 2320627 h 2321380"/>
                <a:gd name="csX103" fmla="*/ 661919 w 1929477"/>
                <a:gd name="csY103" fmla="*/ 2320722 h 2321380"/>
                <a:gd name="csX104" fmla="*/ 668350 w 1929477"/>
                <a:gd name="csY104" fmla="*/ 2320803 h 2321380"/>
                <a:gd name="csX105" fmla="*/ 674782 w 1929477"/>
                <a:gd name="csY105" fmla="*/ 2320869 h 2321380"/>
                <a:gd name="csX106" fmla="*/ 681214 w 1929477"/>
                <a:gd name="csY106" fmla="*/ 2320922 h 2321380"/>
                <a:gd name="csX107" fmla="*/ 687645 w 1929477"/>
                <a:gd name="csY107" fmla="*/ 2320964 h 2321380"/>
                <a:gd name="csX108" fmla="*/ 694076 w 1929477"/>
                <a:gd name="csY108" fmla="*/ 2320998 h 2321380"/>
                <a:gd name="csX109" fmla="*/ 700508 w 1929477"/>
                <a:gd name="csY109" fmla="*/ 2321031 h 2321380"/>
                <a:gd name="csX110" fmla="*/ 706940 w 1929477"/>
                <a:gd name="csY110" fmla="*/ 2321050 h 2321380"/>
                <a:gd name="csX111" fmla="*/ 713371 w 1929477"/>
                <a:gd name="csY111" fmla="*/ 2321069 h 2321380"/>
                <a:gd name="csX112" fmla="*/ 719803 w 1929477"/>
                <a:gd name="csY112" fmla="*/ 2321088 h 2321380"/>
                <a:gd name="csX113" fmla="*/ 726235 w 1929477"/>
                <a:gd name="csY113" fmla="*/ 2321097 h 2321380"/>
                <a:gd name="csX114" fmla="*/ 732666 w 1929477"/>
                <a:gd name="csY114" fmla="*/ 2321107 h 2321380"/>
                <a:gd name="csX115" fmla="*/ 739098 w 1929477"/>
                <a:gd name="csY115" fmla="*/ 2321116 h 2321380"/>
                <a:gd name="csX116" fmla="*/ 745529 w 1929477"/>
                <a:gd name="csY116" fmla="*/ 2321121 h 2321380"/>
                <a:gd name="csX117" fmla="*/ 751961 w 1929477"/>
                <a:gd name="csY117" fmla="*/ 2321126 h 2321380"/>
                <a:gd name="csX118" fmla="*/ 758393 w 1929477"/>
                <a:gd name="csY118" fmla="*/ 2321131 h 2321380"/>
                <a:gd name="csX119" fmla="*/ 764824 w 1929477"/>
                <a:gd name="csY119" fmla="*/ 2321135 h 2321380"/>
                <a:gd name="csX120" fmla="*/ 771256 w 1929477"/>
                <a:gd name="csY120" fmla="*/ 2321135 h 2321380"/>
                <a:gd name="csX121" fmla="*/ 777687 w 1929477"/>
                <a:gd name="csY121" fmla="*/ 2321140 h 2321380"/>
                <a:gd name="csX122" fmla="*/ 784119 w 1929477"/>
                <a:gd name="csY122" fmla="*/ 2321140 h 2321380"/>
                <a:gd name="csX123" fmla="*/ 790550 w 1929477"/>
                <a:gd name="csY123" fmla="*/ 2321140 h 2321380"/>
                <a:gd name="csX124" fmla="*/ 796982 w 1929477"/>
                <a:gd name="csY124" fmla="*/ 2321140 h 2321380"/>
                <a:gd name="csX125" fmla="*/ 803414 w 1929477"/>
                <a:gd name="csY125" fmla="*/ 2321145 h 2321380"/>
                <a:gd name="csX126" fmla="*/ 809845 w 1929477"/>
                <a:gd name="csY126" fmla="*/ 2321145 h 2321380"/>
                <a:gd name="csX127" fmla="*/ 816277 w 1929477"/>
                <a:gd name="csY127" fmla="*/ 2321145 h 2321380"/>
                <a:gd name="csX128" fmla="*/ 822708 w 1929477"/>
                <a:gd name="csY128" fmla="*/ 2321145 h 2321380"/>
                <a:gd name="csX129" fmla="*/ 829140 w 1929477"/>
                <a:gd name="csY129" fmla="*/ 2321145 h 2321380"/>
                <a:gd name="csX130" fmla="*/ 835572 w 1929477"/>
                <a:gd name="csY130" fmla="*/ 2321145 h 2321380"/>
                <a:gd name="csX131" fmla="*/ 842003 w 1929477"/>
                <a:gd name="csY131" fmla="*/ 2321145 h 2321380"/>
                <a:gd name="csX132" fmla="*/ 848435 w 1929477"/>
                <a:gd name="csY132" fmla="*/ 2321145 h 2321380"/>
                <a:gd name="csX133" fmla="*/ 854866 w 1929477"/>
                <a:gd name="csY133" fmla="*/ 2321145 h 2321380"/>
                <a:gd name="csX134" fmla="*/ 861298 w 1929477"/>
                <a:gd name="csY134" fmla="*/ 2321145 h 2321380"/>
                <a:gd name="csX135" fmla="*/ 867729 w 1929477"/>
                <a:gd name="csY135" fmla="*/ 2321145 h 2321380"/>
                <a:gd name="csX136" fmla="*/ 874161 w 1929477"/>
                <a:gd name="csY136" fmla="*/ 2321145 h 2321380"/>
                <a:gd name="csX137" fmla="*/ 880593 w 1929477"/>
                <a:gd name="csY137" fmla="*/ 2321145 h 2321380"/>
                <a:gd name="csX138" fmla="*/ 887024 w 1929477"/>
                <a:gd name="csY138" fmla="*/ 2321145 h 2321380"/>
                <a:gd name="csX139" fmla="*/ 893456 w 1929477"/>
                <a:gd name="csY139" fmla="*/ 2321145 h 2321380"/>
                <a:gd name="csX140" fmla="*/ 899888 w 1929477"/>
                <a:gd name="csY140" fmla="*/ 2321145 h 2321380"/>
                <a:gd name="csX141" fmla="*/ 906319 w 1929477"/>
                <a:gd name="csY141" fmla="*/ 2321145 h 2321380"/>
                <a:gd name="csX142" fmla="*/ 912751 w 1929477"/>
                <a:gd name="csY142" fmla="*/ 2321145 h 2321380"/>
                <a:gd name="csX143" fmla="*/ 919182 w 1929477"/>
                <a:gd name="csY143" fmla="*/ 2321145 h 2321380"/>
                <a:gd name="csX144" fmla="*/ 925614 w 1929477"/>
                <a:gd name="csY144" fmla="*/ 2321145 h 2321380"/>
                <a:gd name="csX145" fmla="*/ 932045 w 1929477"/>
                <a:gd name="csY145" fmla="*/ 2321145 h 2321380"/>
                <a:gd name="csX146" fmla="*/ 938477 w 1929477"/>
                <a:gd name="csY146" fmla="*/ 2321145 h 2321380"/>
                <a:gd name="csX147" fmla="*/ 944909 w 1929477"/>
                <a:gd name="csY147" fmla="*/ 2321145 h 2321380"/>
                <a:gd name="csX148" fmla="*/ 951340 w 1929477"/>
                <a:gd name="csY148" fmla="*/ 2321145 h 2321380"/>
                <a:gd name="csX149" fmla="*/ 957772 w 1929477"/>
                <a:gd name="csY149" fmla="*/ 2321145 h 2321380"/>
                <a:gd name="csX150" fmla="*/ 964203 w 1929477"/>
                <a:gd name="csY150" fmla="*/ 2321140 h 2321380"/>
                <a:gd name="csX151" fmla="*/ 970635 w 1929477"/>
                <a:gd name="csY151" fmla="*/ 2321140 h 2321380"/>
                <a:gd name="csX152" fmla="*/ 977067 w 1929477"/>
                <a:gd name="csY152" fmla="*/ 2321140 h 2321380"/>
                <a:gd name="csX153" fmla="*/ 983498 w 1929477"/>
                <a:gd name="csY153" fmla="*/ 2321140 h 2321380"/>
                <a:gd name="csX154" fmla="*/ 989930 w 1929477"/>
                <a:gd name="csY154" fmla="*/ 2321140 h 2321380"/>
                <a:gd name="csX155" fmla="*/ 996361 w 1929477"/>
                <a:gd name="csY155" fmla="*/ 2321135 h 2321380"/>
                <a:gd name="csX156" fmla="*/ 1002793 w 1929477"/>
                <a:gd name="csY156" fmla="*/ 2321135 h 2321380"/>
                <a:gd name="csX157" fmla="*/ 1009224 w 1929477"/>
                <a:gd name="csY157" fmla="*/ 2321135 h 2321380"/>
                <a:gd name="csX158" fmla="*/ 1015656 w 1929477"/>
                <a:gd name="csY158" fmla="*/ 2321131 h 2321380"/>
                <a:gd name="csX159" fmla="*/ 1022088 w 1929477"/>
                <a:gd name="csY159" fmla="*/ 2321126 h 2321380"/>
                <a:gd name="csX160" fmla="*/ 1028519 w 1929477"/>
                <a:gd name="csY160" fmla="*/ 2321126 h 2321380"/>
                <a:gd name="csX161" fmla="*/ 1034951 w 1929477"/>
                <a:gd name="csY161" fmla="*/ 2321121 h 2321380"/>
                <a:gd name="csX162" fmla="*/ 1041382 w 1929477"/>
                <a:gd name="csY162" fmla="*/ 2321116 h 2321380"/>
                <a:gd name="csX163" fmla="*/ 1047814 w 1929477"/>
                <a:gd name="csY163" fmla="*/ 2321107 h 2321380"/>
                <a:gd name="csX164" fmla="*/ 1054246 w 1929477"/>
                <a:gd name="csY164" fmla="*/ 2321102 h 2321380"/>
                <a:gd name="csX165" fmla="*/ 1060677 w 1929477"/>
                <a:gd name="csY165" fmla="*/ 2321093 h 2321380"/>
                <a:gd name="csX166" fmla="*/ 1067109 w 1929477"/>
                <a:gd name="csY166" fmla="*/ 2321083 h 2321380"/>
                <a:gd name="csX167" fmla="*/ 1073541 w 1929477"/>
                <a:gd name="csY167" fmla="*/ 2321069 h 2321380"/>
                <a:gd name="csX168" fmla="*/ 1079972 w 1929477"/>
                <a:gd name="csY168" fmla="*/ 2321055 h 2321380"/>
                <a:gd name="csX169" fmla="*/ 1086404 w 1929477"/>
                <a:gd name="csY169" fmla="*/ 2321036 h 2321380"/>
                <a:gd name="csX170" fmla="*/ 1092835 w 1929477"/>
                <a:gd name="csY170" fmla="*/ 2321017 h 2321380"/>
                <a:gd name="csX171" fmla="*/ 1099267 w 1929477"/>
                <a:gd name="csY171" fmla="*/ 2320988 h 2321380"/>
                <a:gd name="csX172" fmla="*/ 1105698 w 1929477"/>
                <a:gd name="csY172" fmla="*/ 2320960 h 2321380"/>
                <a:gd name="csX173" fmla="*/ 1112130 w 1929477"/>
                <a:gd name="csY173" fmla="*/ 2320926 h 2321380"/>
                <a:gd name="csX174" fmla="*/ 1118562 w 1929477"/>
                <a:gd name="csY174" fmla="*/ 2320884 h 2321380"/>
                <a:gd name="csX175" fmla="*/ 1124993 w 1929477"/>
                <a:gd name="csY175" fmla="*/ 2320836 h 2321380"/>
                <a:gd name="csX176" fmla="*/ 1131425 w 1929477"/>
                <a:gd name="csY176" fmla="*/ 2320779 h 2321380"/>
                <a:gd name="csX177" fmla="*/ 1137856 w 1929477"/>
                <a:gd name="csY177" fmla="*/ 2320712 h 2321380"/>
                <a:gd name="csX178" fmla="*/ 1144288 w 1929477"/>
                <a:gd name="csY178" fmla="*/ 2320636 h 2321380"/>
                <a:gd name="csX179" fmla="*/ 1150720 w 1929477"/>
                <a:gd name="csY179" fmla="*/ 2320546 h 2321380"/>
                <a:gd name="csX180" fmla="*/ 1157151 w 1929477"/>
                <a:gd name="csY180" fmla="*/ 2320446 h 2321380"/>
                <a:gd name="csX181" fmla="*/ 1163583 w 1929477"/>
                <a:gd name="csY181" fmla="*/ 2320323 h 2321380"/>
                <a:gd name="csX182" fmla="*/ 1170014 w 1929477"/>
                <a:gd name="csY182" fmla="*/ 2320185 h 2321380"/>
                <a:gd name="csX183" fmla="*/ 1176446 w 1929477"/>
                <a:gd name="csY183" fmla="*/ 2320019 h 2321380"/>
                <a:gd name="csX184" fmla="*/ 1182877 w 1929477"/>
                <a:gd name="csY184" fmla="*/ 2319833 h 2321380"/>
                <a:gd name="csX185" fmla="*/ 1189309 w 1929477"/>
                <a:gd name="csY185" fmla="*/ 2319615 h 2321380"/>
                <a:gd name="csX186" fmla="*/ 1195741 w 1929477"/>
                <a:gd name="csY186" fmla="*/ 2319367 h 2321380"/>
                <a:gd name="csX187" fmla="*/ 1202172 w 1929477"/>
                <a:gd name="csY187" fmla="*/ 2319078 h 2321380"/>
                <a:gd name="csX188" fmla="*/ 1208604 w 1929477"/>
                <a:gd name="csY188" fmla="*/ 2318750 h 2321380"/>
                <a:gd name="csX189" fmla="*/ 1215036 w 1929477"/>
                <a:gd name="csY189" fmla="*/ 2318374 h 2321380"/>
                <a:gd name="csX190" fmla="*/ 1221467 w 1929477"/>
                <a:gd name="csY190" fmla="*/ 2317942 h 2321380"/>
                <a:gd name="csX191" fmla="*/ 1227899 w 1929477"/>
                <a:gd name="csY191" fmla="*/ 2317447 h 2321380"/>
                <a:gd name="csX192" fmla="*/ 1234330 w 1929477"/>
                <a:gd name="csY192" fmla="*/ 2316887 h 2321380"/>
                <a:gd name="csX193" fmla="*/ 1240762 w 1929477"/>
                <a:gd name="csY193" fmla="*/ 2316245 h 2321380"/>
                <a:gd name="csX194" fmla="*/ 1247193 w 1929477"/>
                <a:gd name="csY194" fmla="*/ 2315518 h 2321380"/>
                <a:gd name="csX195" fmla="*/ 1253625 w 1929477"/>
                <a:gd name="csY195" fmla="*/ 2314691 h 2321380"/>
                <a:gd name="csX196" fmla="*/ 1260057 w 1929477"/>
                <a:gd name="csY196" fmla="*/ 2313760 h 2321380"/>
                <a:gd name="csX197" fmla="*/ 1266488 w 1929477"/>
                <a:gd name="csY197" fmla="*/ 2312700 h 2321380"/>
                <a:gd name="csX198" fmla="*/ 1272920 w 1929477"/>
                <a:gd name="csY198" fmla="*/ 2311512 h 2321380"/>
                <a:gd name="csX199" fmla="*/ 1279351 w 1929477"/>
                <a:gd name="csY199" fmla="*/ 2310167 h 2321380"/>
                <a:gd name="csX200" fmla="*/ 1285783 w 1929477"/>
                <a:gd name="csY200" fmla="*/ 2308660 h 2321380"/>
                <a:gd name="csX201" fmla="*/ 1292215 w 1929477"/>
                <a:gd name="csY201" fmla="*/ 2306964 h 2321380"/>
                <a:gd name="csX202" fmla="*/ 1298646 w 1929477"/>
                <a:gd name="csY202" fmla="*/ 2305067 h 2321380"/>
                <a:gd name="csX203" fmla="*/ 1305078 w 1929477"/>
                <a:gd name="csY203" fmla="*/ 2302948 h 2321380"/>
                <a:gd name="csX204" fmla="*/ 1311509 w 1929477"/>
                <a:gd name="csY204" fmla="*/ 2300576 h 2321380"/>
                <a:gd name="csX205" fmla="*/ 1317941 w 1929477"/>
                <a:gd name="csY205" fmla="*/ 2297934 h 2321380"/>
                <a:gd name="csX206" fmla="*/ 1324373 w 1929477"/>
                <a:gd name="csY206" fmla="*/ 2294997 h 2321380"/>
                <a:gd name="csX207" fmla="*/ 1330804 w 1929477"/>
                <a:gd name="csY207" fmla="*/ 2291732 h 2321380"/>
                <a:gd name="csX208" fmla="*/ 1337236 w 1929477"/>
                <a:gd name="csY208" fmla="*/ 2288115 h 2321380"/>
                <a:gd name="csX209" fmla="*/ 1343667 w 1929477"/>
                <a:gd name="csY209" fmla="*/ 2284114 h 2321380"/>
                <a:gd name="csX210" fmla="*/ 1350099 w 1929477"/>
                <a:gd name="csY210" fmla="*/ 2279694 h 2321380"/>
                <a:gd name="csX211" fmla="*/ 1356530 w 1929477"/>
                <a:gd name="csY211" fmla="*/ 2274818 h 2321380"/>
                <a:gd name="csX212" fmla="*/ 1362962 w 1929477"/>
                <a:gd name="csY212" fmla="*/ 2269448 h 2321380"/>
                <a:gd name="csX213" fmla="*/ 1369394 w 1929477"/>
                <a:gd name="csY213" fmla="*/ 2263555 h 2321380"/>
                <a:gd name="csX214" fmla="*/ 1375825 w 1929477"/>
                <a:gd name="csY214" fmla="*/ 2257087 h 2321380"/>
                <a:gd name="csX215" fmla="*/ 1382257 w 1929477"/>
                <a:gd name="csY215" fmla="*/ 2250010 h 2321380"/>
                <a:gd name="csX216" fmla="*/ 1388689 w 1929477"/>
                <a:gd name="csY216" fmla="*/ 2242279 h 2321380"/>
                <a:gd name="csX217" fmla="*/ 1395120 w 1929477"/>
                <a:gd name="csY217" fmla="*/ 2233843 h 2321380"/>
                <a:gd name="csX218" fmla="*/ 1401552 w 1929477"/>
                <a:gd name="csY218" fmla="*/ 2224661 h 2321380"/>
                <a:gd name="csX219" fmla="*/ 1407983 w 1929477"/>
                <a:gd name="csY219" fmla="*/ 2214686 h 2321380"/>
                <a:gd name="csX220" fmla="*/ 1414415 w 1929477"/>
                <a:gd name="csY220" fmla="*/ 2203865 h 2321380"/>
                <a:gd name="csX221" fmla="*/ 1420846 w 1929477"/>
                <a:gd name="csY221" fmla="*/ 2192154 h 2321380"/>
                <a:gd name="csX222" fmla="*/ 1427278 w 1929477"/>
                <a:gd name="csY222" fmla="*/ 2179494 h 2321380"/>
                <a:gd name="csX223" fmla="*/ 1433710 w 1929477"/>
                <a:gd name="csY223" fmla="*/ 2165845 h 2321380"/>
                <a:gd name="csX224" fmla="*/ 1440141 w 1929477"/>
                <a:gd name="csY224" fmla="*/ 2151150 h 2321380"/>
                <a:gd name="csX225" fmla="*/ 1446573 w 1929477"/>
                <a:gd name="csY225" fmla="*/ 2135368 h 2321380"/>
                <a:gd name="csX226" fmla="*/ 1453004 w 1929477"/>
                <a:gd name="csY226" fmla="*/ 2118440 h 2321380"/>
                <a:gd name="csX227" fmla="*/ 1459436 w 1929477"/>
                <a:gd name="csY227" fmla="*/ 2100323 h 2321380"/>
                <a:gd name="csX228" fmla="*/ 1465868 w 1929477"/>
                <a:gd name="csY228" fmla="*/ 2080971 h 2321380"/>
                <a:gd name="csX229" fmla="*/ 1472299 w 1929477"/>
                <a:gd name="csY229" fmla="*/ 2060346 h 2321380"/>
                <a:gd name="csX230" fmla="*/ 1478731 w 1929477"/>
                <a:gd name="csY230" fmla="*/ 2038399 h 2321380"/>
                <a:gd name="csX231" fmla="*/ 1485162 w 1929477"/>
                <a:gd name="csY231" fmla="*/ 2015093 h 2321380"/>
                <a:gd name="csX232" fmla="*/ 1491594 w 1929477"/>
                <a:gd name="csY232" fmla="*/ 1990395 h 2321380"/>
                <a:gd name="csX233" fmla="*/ 1498025 w 1929477"/>
                <a:gd name="csY233" fmla="*/ 1964280 h 2321380"/>
                <a:gd name="csX234" fmla="*/ 1504457 w 1929477"/>
                <a:gd name="csY234" fmla="*/ 1936716 h 2321380"/>
                <a:gd name="csX235" fmla="*/ 1510889 w 1929477"/>
                <a:gd name="csY235" fmla="*/ 1907688 h 2321380"/>
                <a:gd name="csX236" fmla="*/ 1517320 w 1929477"/>
                <a:gd name="csY236" fmla="*/ 1877178 h 2321380"/>
                <a:gd name="csX237" fmla="*/ 1523752 w 1929477"/>
                <a:gd name="csY237" fmla="*/ 1845175 h 2321380"/>
                <a:gd name="csX238" fmla="*/ 1530183 w 1929477"/>
                <a:gd name="csY238" fmla="*/ 1811685 h 2321380"/>
                <a:gd name="csX239" fmla="*/ 1536615 w 1929477"/>
                <a:gd name="csY239" fmla="*/ 1776707 h 2321380"/>
                <a:gd name="csX240" fmla="*/ 1543047 w 1929477"/>
                <a:gd name="csY240" fmla="*/ 1740260 h 2321380"/>
                <a:gd name="csX241" fmla="*/ 1549478 w 1929477"/>
                <a:gd name="csY241" fmla="*/ 1702360 h 2321380"/>
                <a:gd name="csX242" fmla="*/ 1555910 w 1929477"/>
                <a:gd name="csY242" fmla="*/ 1663048 h 2321380"/>
                <a:gd name="csX243" fmla="*/ 1562342 w 1929477"/>
                <a:gd name="csY243" fmla="*/ 1622353 h 2321380"/>
                <a:gd name="csX244" fmla="*/ 1568773 w 1929477"/>
                <a:gd name="csY244" fmla="*/ 1580327 h 2321380"/>
                <a:gd name="csX245" fmla="*/ 1575205 w 1929477"/>
                <a:gd name="csY245" fmla="*/ 1537028 h 2321380"/>
                <a:gd name="csX246" fmla="*/ 1581636 w 1929477"/>
                <a:gd name="csY246" fmla="*/ 1492530 h 2321380"/>
                <a:gd name="csX247" fmla="*/ 1588068 w 1929477"/>
                <a:gd name="csY247" fmla="*/ 1446903 h 2321380"/>
                <a:gd name="csX248" fmla="*/ 1594499 w 1929477"/>
                <a:gd name="csY248" fmla="*/ 1400243 h 2321380"/>
                <a:gd name="csX249" fmla="*/ 1600931 w 1929477"/>
                <a:gd name="csY249" fmla="*/ 1352638 h 2321380"/>
                <a:gd name="csX250" fmla="*/ 1607363 w 1929477"/>
                <a:gd name="csY250" fmla="*/ 1304201 h 2321380"/>
                <a:gd name="csX251" fmla="*/ 1613794 w 1929477"/>
                <a:gd name="csY251" fmla="*/ 1255052 h 2321380"/>
                <a:gd name="csX252" fmla="*/ 1620226 w 1929477"/>
                <a:gd name="csY252" fmla="*/ 1205313 h 2321380"/>
                <a:gd name="csX253" fmla="*/ 1626657 w 1929477"/>
                <a:gd name="csY253" fmla="*/ 1155118 h 2321380"/>
                <a:gd name="csX254" fmla="*/ 1633089 w 1929477"/>
                <a:gd name="csY254" fmla="*/ 1104618 h 2321380"/>
                <a:gd name="csX255" fmla="*/ 1639521 w 1929477"/>
                <a:gd name="csY255" fmla="*/ 1053957 h 2321380"/>
                <a:gd name="csX256" fmla="*/ 1645952 w 1929477"/>
                <a:gd name="csY256" fmla="*/ 1003297 h 2321380"/>
                <a:gd name="csX257" fmla="*/ 1652384 w 1929477"/>
                <a:gd name="csY257" fmla="*/ 952802 h 2321380"/>
                <a:gd name="csX258" fmla="*/ 1658815 w 1929477"/>
                <a:gd name="csY258" fmla="*/ 902645 h 2321380"/>
                <a:gd name="csX259" fmla="*/ 1665247 w 1929477"/>
                <a:gd name="csY259" fmla="*/ 852996 h 2321380"/>
                <a:gd name="csX260" fmla="*/ 1671678 w 1929477"/>
                <a:gd name="csY260" fmla="*/ 804046 h 2321380"/>
                <a:gd name="csX261" fmla="*/ 1678110 w 1929477"/>
                <a:gd name="csY261" fmla="*/ 755966 h 2321380"/>
                <a:gd name="csX262" fmla="*/ 1684542 w 1929477"/>
                <a:gd name="csY262" fmla="*/ 708946 h 2321380"/>
                <a:gd name="csX263" fmla="*/ 1690973 w 1929477"/>
                <a:gd name="csY263" fmla="*/ 663165 h 2321380"/>
                <a:gd name="csX264" fmla="*/ 1697405 w 1929477"/>
                <a:gd name="csY264" fmla="*/ 618811 h 2321380"/>
                <a:gd name="csX265" fmla="*/ 1703837 w 1929477"/>
                <a:gd name="csY265" fmla="*/ 576063 h 2321380"/>
                <a:gd name="csX266" fmla="*/ 1710268 w 1929477"/>
                <a:gd name="csY266" fmla="*/ 535106 h 2321380"/>
                <a:gd name="csX267" fmla="*/ 1716700 w 1929477"/>
                <a:gd name="csY267" fmla="*/ 496108 h 2321380"/>
                <a:gd name="csX268" fmla="*/ 1723131 w 1929477"/>
                <a:gd name="csY268" fmla="*/ 459239 h 2321380"/>
                <a:gd name="csX269" fmla="*/ 1729563 w 1929477"/>
                <a:gd name="csY269" fmla="*/ 424665 h 2321380"/>
                <a:gd name="csX270" fmla="*/ 1735994 w 1929477"/>
                <a:gd name="csY270" fmla="*/ 392534 h 2321380"/>
                <a:gd name="csX271" fmla="*/ 1742426 w 1929477"/>
                <a:gd name="csY271" fmla="*/ 362992 h 2321380"/>
                <a:gd name="csX272" fmla="*/ 1748858 w 1929477"/>
                <a:gd name="csY272" fmla="*/ 336179 h 2321380"/>
                <a:gd name="csX273" fmla="*/ 1755289 w 1929477"/>
                <a:gd name="csY273" fmla="*/ 312218 h 2321380"/>
                <a:gd name="csX274" fmla="*/ 1761721 w 1929477"/>
                <a:gd name="csY274" fmla="*/ 291217 h 2321380"/>
                <a:gd name="csX275" fmla="*/ 1768152 w 1929477"/>
                <a:gd name="csY275" fmla="*/ 273276 h 2321380"/>
                <a:gd name="csX276" fmla="*/ 1774584 w 1929477"/>
                <a:gd name="csY276" fmla="*/ 258477 h 2321380"/>
                <a:gd name="csX277" fmla="*/ 1781016 w 1929477"/>
                <a:gd name="csY277" fmla="*/ 246891 h 2321380"/>
                <a:gd name="csX278" fmla="*/ 1787447 w 1929477"/>
                <a:gd name="csY278" fmla="*/ 238579 h 2321380"/>
                <a:gd name="csX279" fmla="*/ 1793879 w 1929477"/>
                <a:gd name="csY279" fmla="*/ 233574 h 2321380"/>
                <a:gd name="csX280" fmla="*/ 1800310 w 1929477"/>
                <a:gd name="csY280" fmla="*/ 231906 h 2321380"/>
                <a:gd name="csX281" fmla="*/ 1806742 w 1929477"/>
                <a:gd name="csY281" fmla="*/ 233574 h 2321380"/>
                <a:gd name="csX282" fmla="*/ 1813173 w 1929477"/>
                <a:gd name="csY282" fmla="*/ 238579 h 2321380"/>
                <a:gd name="csX283" fmla="*/ 1819605 w 1929477"/>
                <a:gd name="csY283" fmla="*/ 246891 h 2321380"/>
                <a:gd name="csX284" fmla="*/ 1826037 w 1929477"/>
                <a:gd name="csY284" fmla="*/ 258477 h 2321380"/>
                <a:gd name="csX285" fmla="*/ 1832468 w 1929477"/>
                <a:gd name="csY285" fmla="*/ 273276 h 2321380"/>
                <a:gd name="csX286" fmla="*/ 1838900 w 1929477"/>
                <a:gd name="csY286" fmla="*/ 291217 h 2321380"/>
                <a:gd name="csX287" fmla="*/ 1845331 w 1929477"/>
                <a:gd name="csY287" fmla="*/ 312218 h 2321380"/>
                <a:gd name="csX288" fmla="*/ 1851763 w 1929477"/>
                <a:gd name="csY288" fmla="*/ 336179 h 2321380"/>
                <a:gd name="csX289" fmla="*/ 1858195 w 1929477"/>
                <a:gd name="csY289" fmla="*/ 362992 h 2321380"/>
                <a:gd name="csX290" fmla="*/ 1864626 w 1929477"/>
                <a:gd name="csY290" fmla="*/ 392534 h 2321380"/>
                <a:gd name="csX291" fmla="*/ 1871058 w 1929477"/>
                <a:gd name="csY291" fmla="*/ 424665 h 2321380"/>
                <a:gd name="csX292" fmla="*/ 1877490 w 1929477"/>
                <a:gd name="csY292" fmla="*/ 459239 h 2321380"/>
                <a:gd name="csX293" fmla="*/ 1883921 w 1929477"/>
                <a:gd name="csY293" fmla="*/ 496108 h 2321380"/>
                <a:gd name="csX294" fmla="*/ 1890352 w 1929477"/>
                <a:gd name="csY294" fmla="*/ 535106 h 2321380"/>
                <a:gd name="csX295" fmla="*/ 1896784 w 1929477"/>
                <a:gd name="csY295" fmla="*/ 576063 h 2321380"/>
                <a:gd name="csX296" fmla="*/ 1903216 w 1929477"/>
                <a:gd name="csY296" fmla="*/ 618811 h 2321380"/>
                <a:gd name="csX297" fmla="*/ 1909647 w 1929477"/>
                <a:gd name="csY297" fmla="*/ 663165 h 2321380"/>
                <a:gd name="csX298" fmla="*/ 1916079 w 1929477"/>
                <a:gd name="csY298" fmla="*/ 708946 h 2321380"/>
                <a:gd name="csX299" fmla="*/ 1922511 w 1929477"/>
                <a:gd name="csY299" fmla="*/ 755966 h 2321380"/>
                <a:gd name="csX300" fmla="*/ 1928942 w 1929477"/>
                <a:gd name="csY300" fmla="*/ 804046 h 232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</a:cxnLst>
              <a:rect l="l" t="t" r="r" b="b"/>
              <a:pathLst>
                <a:path w="1929477" h="2321380">
                  <a:moveTo>
                    <a:pt x="-535" y="913157"/>
                  </a:moveTo>
                  <a:lnTo>
                    <a:pt x="5896" y="842817"/>
                  </a:lnTo>
                  <a:lnTo>
                    <a:pt x="12328" y="772837"/>
                  </a:lnTo>
                  <a:lnTo>
                    <a:pt x="18760" y="703599"/>
                  </a:lnTo>
                  <a:lnTo>
                    <a:pt x="25191" y="635478"/>
                  </a:lnTo>
                  <a:lnTo>
                    <a:pt x="31623" y="568877"/>
                  </a:lnTo>
                  <a:lnTo>
                    <a:pt x="38054" y="504192"/>
                  </a:lnTo>
                  <a:lnTo>
                    <a:pt x="44486" y="441821"/>
                  </a:lnTo>
                  <a:lnTo>
                    <a:pt x="50917" y="382169"/>
                  </a:lnTo>
                  <a:lnTo>
                    <a:pt x="57349" y="325610"/>
                  </a:lnTo>
                  <a:lnTo>
                    <a:pt x="63781" y="272535"/>
                  </a:lnTo>
                  <a:lnTo>
                    <a:pt x="70212" y="223300"/>
                  </a:lnTo>
                  <a:lnTo>
                    <a:pt x="76644" y="178242"/>
                  </a:lnTo>
                  <a:lnTo>
                    <a:pt x="83075" y="137685"/>
                  </a:lnTo>
                  <a:lnTo>
                    <a:pt x="89507" y="101913"/>
                  </a:lnTo>
                  <a:lnTo>
                    <a:pt x="95939" y="71189"/>
                  </a:lnTo>
                  <a:lnTo>
                    <a:pt x="102370" y="45735"/>
                  </a:lnTo>
                  <a:lnTo>
                    <a:pt x="108802" y="25737"/>
                  </a:lnTo>
                  <a:lnTo>
                    <a:pt x="115233" y="11346"/>
                  </a:lnTo>
                  <a:lnTo>
                    <a:pt x="121665" y="2668"/>
                  </a:lnTo>
                  <a:lnTo>
                    <a:pt x="128097" y="-236"/>
                  </a:lnTo>
                  <a:lnTo>
                    <a:pt x="134528" y="2668"/>
                  </a:lnTo>
                  <a:lnTo>
                    <a:pt x="140960" y="11346"/>
                  </a:lnTo>
                  <a:lnTo>
                    <a:pt x="147391" y="25737"/>
                  </a:lnTo>
                  <a:lnTo>
                    <a:pt x="153823" y="45735"/>
                  </a:lnTo>
                  <a:lnTo>
                    <a:pt x="160254" y="71189"/>
                  </a:lnTo>
                  <a:lnTo>
                    <a:pt x="166686" y="101913"/>
                  </a:lnTo>
                  <a:lnTo>
                    <a:pt x="173118" y="137685"/>
                  </a:lnTo>
                  <a:lnTo>
                    <a:pt x="179549" y="178242"/>
                  </a:lnTo>
                  <a:lnTo>
                    <a:pt x="185981" y="223300"/>
                  </a:lnTo>
                  <a:lnTo>
                    <a:pt x="192412" y="272535"/>
                  </a:lnTo>
                  <a:lnTo>
                    <a:pt x="198844" y="325610"/>
                  </a:lnTo>
                  <a:lnTo>
                    <a:pt x="205276" y="382169"/>
                  </a:lnTo>
                  <a:lnTo>
                    <a:pt x="211707" y="441821"/>
                  </a:lnTo>
                  <a:lnTo>
                    <a:pt x="218139" y="504192"/>
                  </a:lnTo>
                  <a:lnTo>
                    <a:pt x="224570" y="568877"/>
                  </a:lnTo>
                  <a:lnTo>
                    <a:pt x="231002" y="635478"/>
                  </a:lnTo>
                  <a:lnTo>
                    <a:pt x="237434" y="703599"/>
                  </a:lnTo>
                  <a:lnTo>
                    <a:pt x="243865" y="772837"/>
                  </a:lnTo>
                  <a:lnTo>
                    <a:pt x="250297" y="842817"/>
                  </a:lnTo>
                  <a:lnTo>
                    <a:pt x="256728" y="913157"/>
                  </a:lnTo>
                  <a:lnTo>
                    <a:pt x="263160" y="983498"/>
                  </a:lnTo>
                  <a:lnTo>
                    <a:pt x="269591" y="1053501"/>
                  </a:lnTo>
                  <a:lnTo>
                    <a:pt x="276023" y="1122834"/>
                  </a:lnTo>
                  <a:lnTo>
                    <a:pt x="282455" y="1191208"/>
                  </a:lnTo>
                  <a:lnTo>
                    <a:pt x="288886" y="1258340"/>
                  </a:lnTo>
                  <a:lnTo>
                    <a:pt x="295318" y="1323981"/>
                  </a:lnTo>
                  <a:lnTo>
                    <a:pt x="301749" y="1387901"/>
                  </a:lnTo>
                  <a:lnTo>
                    <a:pt x="308181" y="1449906"/>
                  </a:lnTo>
                  <a:lnTo>
                    <a:pt x="314613" y="1509820"/>
                  </a:lnTo>
                  <a:lnTo>
                    <a:pt x="321044" y="1567505"/>
                  </a:lnTo>
                  <a:lnTo>
                    <a:pt x="327476" y="1622833"/>
                  </a:lnTo>
                  <a:lnTo>
                    <a:pt x="333907" y="1675713"/>
                  </a:lnTo>
                  <a:lnTo>
                    <a:pt x="340339" y="1726084"/>
                  </a:lnTo>
                  <a:lnTo>
                    <a:pt x="346771" y="1773888"/>
                  </a:lnTo>
                  <a:lnTo>
                    <a:pt x="353202" y="1819113"/>
                  </a:lnTo>
                  <a:lnTo>
                    <a:pt x="359634" y="1861747"/>
                  </a:lnTo>
                  <a:lnTo>
                    <a:pt x="366065" y="1901810"/>
                  </a:lnTo>
                  <a:lnTo>
                    <a:pt x="372497" y="1939340"/>
                  </a:lnTo>
                  <a:lnTo>
                    <a:pt x="378928" y="1974375"/>
                  </a:lnTo>
                  <a:lnTo>
                    <a:pt x="385360" y="2006981"/>
                  </a:lnTo>
                  <a:lnTo>
                    <a:pt x="391792" y="2037230"/>
                  </a:lnTo>
                  <a:lnTo>
                    <a:pt x="398223" y="2065212"/>
                  </a:lnTo>
                  <a:lnTo>
                    <a:pt x="404655" y="2091009"/>
                  </a:lnTo>
                  <a:lnTo>
                    <a:pt x="411087" y="2114723"/>
                  </a:lnTo>
                  <a:lnTo>
                    <a:pt x="417518" y="2136456"/>
                  </a:lnTo>
                  <a:lnTo>
                    <a:pt x="423950" y="2156317"/>
                  </a:lnTo>
                  <a:lnTo>
                    <a:pt x="430381" y="2174404"/>
                  </a:lnTo>
                  <a:lnTo>
                    <a:pt x="436813" y="2190833"/>
                  </a:lnTo>
                  <a:lnTo>
                    <a:pt x="443244" y="2205713"/>
                  </a:lnTo>
                  <a:lnTo>
                    <a:pt x="449676" y="2219153"/>
                  </a:lnTo>
                  <a:lnTo>
                    <a:pt x="456108" y="2231248"/>
                  </a:lnTo>
                  <a:lnTo>
                    <a:pt x="462539" y="2242107"/>
                  </a:lnTo>
                  <a:lnTo>
                    <a:pt x="468971" y="2251831"/>
                  </a:lnTo>
                  <a:lnTo>
                    <a:pt x="475402" y="2260509"/>
                  </a:lnTo>
                  <a:lnTo>
                    <a:pt x="481834" y="2268232"/>
                  </a:lnTo>
                  <a:lnTo>
                    <a:pt x="488266" y="2275084"/>
                  </a:lnTo>
                  <a:lnTo>
                    <a:pt x="494697" y="2281153"/>
                  </a:lnTo>
                  <a:lnTo>
                    <a:pt x="501129" y="2286509"/>
                  </a:lnTo>
                  <a:lnTo>
                    <a:pt x="507560" y="2291219"/>
                  </a:lnTo>
                  <a:lnTo>
                    <a:pt x="513992" y="2295358"/>
                  </a:lnTo>
                  <a:lnTo>
                    <a:pt x="520424" y="2298975"/>
                  </a:lnTo>
                  <a:lnTo>
                    <a:pt x="526855" y="2302135"/>
                  </a:lnTo>
                  <a:lnTo>
                    <a:pt x="533287" y="2304887"/>
                  </a:lnTo>
                  <a:lnTo>
                    <a:pt x="539718" y="2307273"/>
                  </a:lnTo>
                  <a:lnTo>
                    <a:pt x="546150" y="2309340"/>
                  </a:lnTo>
                  <a:lnTo>
                    <a:pt x="552582" y="2311122"/>
                  </a:lnTo>
                  <a:lnTo>
                    <a:pt x="559013" y="2312657"/>
                  </a:lnTo>
                  <a:lnTo>
                    <a:pt x="565445" y="2313974"/>
                  </a:lnTo>
                  <a:lnTo>
                    <a:pt x="571876" y="2315105"/>
                  </a:lnTo>
                  <a:lnTo>
                    <a:pt x="578308" y="2316069"/>
                  </a:lnTo>
                  <a:lnTo>
                    <a:pt x="584740" y="2316887"/>
                  </a:lnTo>
                  <a:lnTo>
                    <a:pt x="591171" y="2317585"/>
                  </a:lnTo>
                  <a:lnTo>
                    <a:pt x="597603" y="2318175"/>
                  </a:lnTo>
                  <a:lnTo>
                    <a:pt x="604034" y="2318674"/>
                  </a:lnTo>
                  <a:lnTo>
                    <a:pt x="610466" y="2319092"/>
                  </a:lnTo>
                  <a:lnTo>
                    <a:pt x="616897" y="2319448"/>
                  </a:lnTo>
                  <a:lnTo>
                    <a:pt x="623329" y="2319743"/>
                  </a:lnTo>
                  <a:lnTo>
                    <a:pt x="629761" y="2319990"/>
                  </a:lnTo>
                  <a:lnTo>
                    <a:pt x="636192" y="2320194"/>
                  </a:lnTo>
                  <a:lnTo>
                    <a:pt x="642624" y="2320366"/>
                  </a:lnTo>
                  <a:lnTo>
                    <a:pt x="649055" y="2320508"/>
                  </a:lnTo>
                  <a:lnTo>
                    <a:pt x="655487" y="2320627"/>
                  </a:lnTo>
                  <a:lnTo>
                    <a:pt x="661919" y="2320722"/>
                  </a:lnTo>
                  <a:lnTo>
                    <a:pt x="668350" y="2320803"/>
                  </a:lnTo>
                  <a:lnTo>
                    <a:pt x="674782" y="2320869"/>
                  </a:lnTo>
                  <a:lnTo>
                    <a:pt x="681214" y="2320922"/>
                  </a:lnTo>
                  <a:lnTo>
                    <a:pt x="687645" y="2320964"/>
                  </a:lnTo>
                  <a:lnTo>
                    <a:pt x="694076" y="2320998"/>
                  </a:lnTo>
                  <a:lnTo>
                    <a:pt x="700508" y="2321031"/>
                  </a:lnTo>
                  <a:lnTo>
                    <a:pt x="706940" y="2321050"/>
                  </a:lnTo>
                  <a:lnTo>
                    <a:pt x="713371" y="2321069"/>
                  </a:lnTo>
                  <a:lnTo>
                    <a:pt x="719803" y="2321088"/>
                  </a:lnTo>
                  <a:lnTo>
                    <a:pt x="726235" y="2321097"/>
                  </a:lnTo>
                  <a:lnTo>
                    <a:pt x="732666" y="2321107"/>
                  </a:lnTo>
                  <a:lnTo>
                    <a:pt x="739098" y="2321116"/>
                  </a:lnTo>
                  <a:lnTo>
                    <a:pt x="745529" y="2321121"/>
                  </a:lnTo>
                  <a:lnTo>
                    <a:pt x="751961" y="2321126"/>
                  </a:lnTo>
                  <a:lnTo>
                    <a:pt x="758393" y="2321131"/>
                  </a:lnTo>
                  <a:lnTo>
                    <a:pt x="764824" y="2321135"/>
                  </a:lnTo>
                  <a:lnTo>
                    <a:pt x="771256" y="2321135"/>
                  </a:lnTo>
                  <a:lnTo>
                    <a:pt x="777687" y="2321140"/>
                  </a:lnTo>
                  <a:lnTo>
                    <a:pt x="784119" y="2321140"/>
                  </a:lnTo>
                  <a:lnTo>
                    <a:pt x="790550" y="2321140"/>
                  </a:lnTo>
                  <a:lnTo>
                    <a:pt x="796982" y="2321140"/>
                  </a:lnTo>
                  <a:lnTo>
                    <a:pt x="803414" y="2321145"/>
                  </a:lnTo>
                  <a:lnTo>
                    <a:pt x="809845" y="2321145"/>
                  </a:lnTo>
                  <a:lnTo>
                    <a:pt x="816277" y="2321145"/>
                  </a:lnTo>
                  <a:lnTo>
                    <a:pt x="822708" y="2321145"/>
                  </a:lnTo>
                  <a:lnTo>
                    <a:pt x="829140" y="2321145"/>
                  </a:lnTo>
                  <a:lnTo>
                    <a:pt x="835572" y="2321145"/>
                  </a:lnTo>
                  <a:lnTo>
                    <a:pt x="842003" y="2321145"/>
                  </a:lnTo>
                  <a:lnTo>
                    <a:pt x="848435" y="2321145"/>
                  </a:lnTo>
                  <a:lnTo>
                    <a:pt x="854866" y="2321145"/>
                  </a:lnTo>
                  <a:lnTo>
                    <a:pt x="861298" y="2321145"/>
                  </a:lnTo>
                  <a:lnTo>
                    <a:pt x="867729" y="2321145"/>
                  </a:lnTo>
                  <a:lnTo>
                    <a:pt x="874161" y="2321145"/>
                  </a:lnTo>
                  <a:lnTo>
                    <a:pt x="880593" y="2321145"/>
                  </a:lnTo>
                  <a:lnTo>
                    <a:pt x="887024" y="2321145"/>
                  </a:lnTo>
                  <a:lnTo>
                    <a:pt x="893456" y="2321145"/>
                  </a:lnTo>
                  <a:lnTo>
                    <a:pt x="899888" y="2321145"/>
                  </a:lnTo>
                  <a:lnTo>
                    <a:pt x="906319" y="2321145"/>
                  </a:lnTo>
                  <a:lnTo>
                    <a:pt x="912751" y="2321145"/>
                  </a:lnTo>
                  <a:lnTo>
                    <a:pt x="919182" y="2321145"/>
                  </a:lnTo>
                  <a:lnTo>
                    <a:pt x="925614" y="2321145"/>
                  </a:lnTo>
                  <a:lnTo>
                    <a:pt x="932045" y="2321145"/>
                  </a:lnTo>
                  <a:lnTo>
                    <a:pt x="938477" y="2321145"/>
                  </a:lnTo>
                  <a:lnTo>
                    <a:pt x="944909" y="2321145"/>
                  </a:lnTo>
                  <a:lnTo>
                    <a:pt x="951340" y="2321145"/>
                  </a:lnTo>
                  <a:lnTo>
                    <a:pt x="957772" y="2321145"/>
                  </a:lnTo>
                  <a:lnTo>
                    <a:pt x="964203" y="2321140"/>
                  </a:lnTo>
                  <a:lnTo>
                    <a:pt x="970635" y="2321140"/>
                  </a:lnTo>
                  <a:lnTo>
                    <a:pt x="977067" y="2321140"/>
                  </a:lnTo>
                  <a:lnTo>
                    <a:pt x="983498" y="2321140"/>
                  </a:lnTo>
                  <a:lnTo>
                    <a:pt x="989930" y="2321140"/>
                  </a:lnTo>
                  <a:lnTo>
                    <a:pt x="996361" y="2321135"/>
                  </a:lnTo>
                  <a:lnTo>
                    <a:pt x="1002793" y="2321135"/>
                  </a:lnTo>
                  <a:lnTo>
                    <a:pt x="1009224" y="2321135"/>
                  </a:lnTo>
                  <a:lnTo>
                    <a:pt x="1015656" y="2321131"/>
                  </a:lnTo>
                  <a:lnTo>
                    <a:pt x="1022088" y="2321126"/>
                  </a:lnTo>
                  <a:lnTo>
                    <a:pt x="1028519" y="2321126"/>
                  </a:lnTo>
                  <a:lnTo>
                    <a:pt x="1034951" y="2321121"/>
                  </a:lnTo>
                  <a:lnTo>
                    <a:pt x="1041382" y="2321116"/>
                  </a:lnTo>
                  <a:lnTo>
                    <a:pt x="1047814" y="2321107"/>
                  </a:lnTo>
                  <a:lnTo>
                    <a:pt x="1054246" y="2321102"/>
                  </a:lnTo>
                  <a:lnTo>
                    <a:pt x="1060677" y="2321093"/>
                  </a:lnTo>
                  <a:lnTo>
                    <a:pt x="1067109" y="2321083"/>
                  </a:lnTo>
                  <a:lnTo>
                    <a:pt x="1073541" y="2321069"/>
                  </a:lnTo>
                  <a:lnTo>
                    <a:pt x="1079972" y="2321055"/>
                  </a:lnTo>
                  <a:lnTo>
                    <a:pt x="1086404" y="2321036"/>
                  </a:lnTo>
                  <a:lnTo>
                    <a:pt x="1092835" y="2321017"/>
                  </a:lnTo>
                  <a:lnTo>
                    <a:pt x="1099267" y="2320988"/>
                  </a:lnTo>
                  <a:lnTo>
                    <a:pt x="1105698" y="2320960"/>
                  </a:lnTo>
                  <a:lnTo>
                    <a:pt x="1112130" y="2320926"/>
                  </a:lnTo>
                  <a:lnTo>
                    <a:pt x="1118562" y="2320884"/>
                  </a:lnTo>
                  <a:lnTo>
                    <a:pt x="1124993" y="2320836"/>
                  </a:lnTo>
                  <a:lnTo>
                    <a:pt x="1131425" y="2320779"/>
                  </a:lnTo>
                  <a:lnTo>
                    <a:pt x="1137856" y="2320712"/>
                  </a:lnTo>
                  <a:lnTo>
                    <a:pt x="1144288" y="2320636"/>
                  </a:lnTo>
                  <a:lnTo>
                    <a:pt x="1150720" y="2320546"/>
                  </a:lnTo>
                  <a:lnTo>
                    <a:pt x="1157151" y="2320446"/>
                  </a:lnTo>
                  <a:lnTo>
                    <a:pt x="1163583" y="2320323"/>
                  </a:lnTo>
                  <a:lnTo>
                    <a:pt x="1170014" y="2320185"/>
                  </a:lnTo>
                  <a:lnTo>
                    <a:pt x="1176446" y="2320019"/>
                  </a:lnTo>
                  <a:lnTo>
                    <a:pt x="1182877" y="2319833"/>
                  </a:lnTo>
                  <a:lnTo>
                    <a:pt x="1189309" y="2319615"/>
                  </a:lnTo>
                  <a:lnTo>
                    <a:pt x="1195741" y="2319367"/>
                  </a:lnTo>
                  <a:lnTo>
                    <a:pt x="1202172" y="2319078"/>
                  </a:lnTo>
                  <a:lnTo>
                    <a:pt x="1208604" y="2318750"/>
                  </a:lnTo>
                  <a:lnTo>
                    <a:pt x="1215036" y="2318374"/>
                  </a:lnTo>
                  <a:lnTo>
                    <a:pt x="1221467" y="2317942"/>
                  </a:lnTo>
                  <a:lnTo>
                    <a:pt x="1227899" y="2317447"/>
                  </a:lnTo>
                  <a:lnTo>
                    <a:pt x="1234330" y="2316887"/>
                  </a:lnTo>
                  <a:lnTo>
                    <a:pt x="1240762" y="2316245"/>
                  </a:lnTo>
                  <a:lnTo>
                    <a:pt x="1247193" y="2315518"/>
                  </a:lnTo>
                  <a:lnTo>
                    <a:pt x="1253625" y="2314691"/>
                  </a:lnTo>
                  <a:lnTo>
                    <a:pt x="1260057" y="2313760"/>
                  </a:lnTo>
                  <a:lnTo>
                    <a:pt x="1266488" y="2312700"/>
                  </a:lnTo>
                  <a:lnTo>
                    <a:pt x="1272920" y="2311512"/>
                  </a:lnTo>
                  <a:lnTo>
                    <a:pt x="1279351" y="2310167"/>
                  </a:lnTo>
                  <a:lnTo>
                    <a:pt x="1285783" y="2308660"/>
                  </a:lnTo>
                  <a:lnTo>
                    <a:pt x="1292215" y="2306964"/>
                  </a:lnTo>
                  <a:lnTo>
                    <a:pt x="1298646" y="2305067"/>
                  </a:lnTo>
                  <a:lnTo>
                    <a:pt x="1305078" y="2302948"/>
                  </a:lnTo>
                  <a:lnTo>
                    <a:pt x="1311509" y="2300576"/>
                  </a:lnTo>
                  <a:lnTo>
                    <a:pt x="1317941" y="2297934"/>
                  </a:lnTo>
                  <a:lnTo>
                    <a:pt x="1324373" y="2294997"/>
                  </a:lnTo>
                  <a:lnTo>
                    <a:pt x="1330804" y="2291732"/>
                  </a:lnTo>
                  <a:lnTo>
                    <a:pt x="1337236" y="2288115"/>
                  </a:lnTo>
                  <a:lnTo>
                    <a:pt x="1343667" y="2284114"/>
                  </a:lnTo>
                  <a:lnTo>
                    <a:pt x="1350099" y="2279694"/>
                  </a:lnTo>
                  <a:lnTo>
                    <a:pt x="1356530" y="2274818"/>
                  </a:lnTo>
                  <a:lnTo>
                    <a:pt x="1362962" y="2269448"/>
                  </a:lnTo>
                  <a:lnTo>
                    <a:pt x="1369394" y="2263555"/>
                  </a:lnTo>
                  <a:lnTo>
                    <a:pt x="1375825" y="2257087"/>
                  </a:lnTo>
                  <a:lnTo>
                    <a:pt x="1382257" y="2250010"/>
                  </a:lnTo>
                  <a:lnTo>
                    <a:pt x="1388689" y="2242279"/>
                  </a:lnTo>
                  <a:lnTo>
                    <a:pt x="1395120" y="2233843"/>
                  </a:lnTo>
                  <a:lnTo>
                    <a:pt x="1401552" y="2224661"/>
                  </a:lnTo>
                  <a:lnTo>
                    <a:pt x="1407983" y="2214686"/>
                  </a:lnTo>
                  <a:lnTo>
                    <a:pt x="1414415" y="2203865"/>
                  </a:lnTo>
                  <a:lnTo>
                    <a:pt x="1420846" y="2192154"/>
                  </a:lnTo>
                  <a:lnTo>
                    <a:pt x="1427278" y="2179494"/>
                  </a:lnTo>
                  <a:lnTo>
                    <a:pt x="1433710" y="2165845"/>
                  </a:lnTo>
                  <a:lnTo>
                    <a:pt x="1440141" y="2151150"/>
                  </a:lnTo>
                  <a:lnTo>
                    <a:pt x="1446573" y="2135368"/>
                  </a:lnTo>
                  <a:lnTo>
                    <a:pt x="1453004" y="2118440"/>
                  </a:lnTo>
                  <a:lnTo>
                    <a:pt x="1459436" y="2100323"/>
                  </a:lnTo>
                  <a:lnTo>
                    <a:pt x="1465868" y="2080971"/>
                  </a:lnTo>
                  <a:lnTo>
                    <a:pt x="1472299" y="2060346"/>
                  </a:lnTo>
                  <a:lnTo>
                    <a:pt x="1478731" y="2038399"/>
                  </a:lnTo>
                  <a:lnTo>
                    <a:pt x="1485162" y="2015093"/>
                  </a:lnTo>
                  <a:lnTo>
                    <a:pt x="1491594" y="1990395"/>
                  </a:lnTo>
                  <a:lnTo>
                    <a:pt x="1498025" y="1964280"/>
                  </a:lnTo>
                  <a:lnTo>
                    <a:pt x="1504457" y="1936716"/>
                  </a:lnTo>
                  <a:lnTo>
                    <a:pt x="1510889" y="1907688"/>
                  </a:lnTo>
                  <a:lnTo>
                    <a:pt x="1517320" y="1877178"/>
                  </a:lnTo>
                  <a:lnTo>
                    <a:pt x="1523752" y="1845175"/>
                  </a:lnTo>
                  <a:lnTo>
                    <a:pt x="1530183" y="1811685"/>
                  </a:lnTo>
                  <a:lnTo>
                    <a:pt x="1536615" y="1776707"/>
                  </a:lnTo>
                  <a:lnTo>
                    <a:pt x="1543047" y="1740260"/>
                  </a:lnTo>
                  <a:lnTo>
                    <a:pt x="1549478" y="1702360"/>
                  </a:lnTo>
                  <a:lnTo>
                    <a:pt x="1555910" y="1663048"/>
                  </a:lnTo>
                  <a:lnTo>
                    <a:pt x="1562342" y="1622353"/>
                  </a:lnTo>
                  <a:lnTo>
                    <a:pt x="1568773" y="1580327"/>
                  </a:lnTo>
                  <a:lnTo>
                    <a:pt x="1575205" y="1537028"/>
                  </a:lnTo>
                  <a:lnTo>
                    <a:pt x="1581636" y="1492530"/>
                  </a:lnTo>
                  <a:lnTo>
                    <a:pt x="1588068" y="1446903"/>
                  </a:lnTo>
                  <a:lnTo>
                    <a:pt x="1594499" y="1400243"/>
                  </a:lnTo>
                  <a:lnTo>
                    <a:pt x="1600931" y="1352638"/>
                  </a:lnTo>
                  <a:lnTo>
                    <a:pt x="1607363" y="1304201"/>
                  </a:lnTo>
                  <a:lnTo>
                    <a:pt x="1613794" y="1255052"/>
                  </a:lnTo>
                  <a:lnTo>
                    <a:pt x="1620226" y="1205313"/>
                  </a:lnTo>
                  <a:lnTo>
                    <a:pt x="1626657" y="1155118"/>
                  </a:lnTo>
                  <a:lnTo>
                    <a:pt x="1633089" y="1104618"/>
                  </a:lnTo>
                  <a:lnTo>
                    <a:pt x="1639521" y="1053957"/>
                  </a:lnTo>
                  <a:lnTo>
                    <a:pt x="1645952" y="1003297"/>
                  </a:lnTo>
                  <a:lnTo>
                    <a:pt x="1652384" y="952802"/>
                  </a:lnTo>
                  <a:lnTo>
                    <a:pt x="1658815" y="902645"/>
                  </a:lnTo>
                  <a:lnTo>
                    <a:pt x="1665247" y="852996"/>
                  </a:lnTo>
                  <a:lnTo>
                    <a:pt x="1671678" y="804046"/>
                  </a:lnTo>
                  <a:lnTo>
                    <a:pt x="1678110" y="755966"/>
                  </a:lnTo>
                  <a:lnTo>
                    <a:pt x="1684542" y="708946"/>
                  </a:lnTo>
                  <a:lnTo>
                    <a:pt x="1690973" y="663165"/>
                  </a:lnTo>
                  <a:lnTo>
                    <a:pt x="1697405" y="618811"/>
                  </a:lnTo>
                  <a:lnTo>
                    <a:pt x="1703837" y="576063"/>
                  </a:lnTo>
                  <a:lnTo>
                    <a:pt x="1710268" y="535106"/>
                  </a:lnTo>
                  <a:lnTo>
                    <a:pt x="1716700" y="496108"/>
                  </a:lnTo>
                  <a:lnTo>
                    <a:pt x="1723131" y="459239"/>
                  </a:lnTo>
                  <a:lnTo>
                    <a:pt x="1729563" y="424665"/>
                  </a:lnTo>
                  <a:lnTo>
                    <a:pt x="1735994" y="392534"/>
                  </a:lnTo>
                  <a:lnTo>
                    <a:pt x="1742426" y="362992"/>
                  </a:lnTo>
                  <a:lnTo>
                    <a:pt x="1748858" y="336179"/>
                  </a:lnTo>
                  <a:lnTo>
                    <a:pt x="1755289" y="312218"/>
                  </a:lnTo>
                  <a:lnTo>
                    <a:pt x="1761721" y="291217"/>
                  </a:lnTo>
                  <a:lnTo>
                    <a:pt x="1768152" y="273276"/>
                  </a:lnTo>
                  <a:lnTo>
                    <a:pt x="1774584" y="258477"/>
                  </a:lnTo>
                  <a:lnTo>
                    <a:pt x="1781016" y="246891"/>
                  </a:lnTo>
                  <a:lnTo>
                    <a:pt x="1787447" y="238579"/>
                  </a:lnTo>
                  <a:lnTo>
                    <a:pt x="1793879" y="233574"/>
                  </a:lnTo>
                  <a:lnTo>
                    <a:pt x="1800310" y="231906"/>
                  </a:lnTo>
                  <a:lnTo>
                    <a:pt x="1806742" y="233574"/>
                  </a:lnTo>
                  <a:lnTo>
                    <a:pt x="1813173" y="238579"/>
                  </a:lnTo>
                  <a:lnTo>
                    <a:pt x="1819605" y="246891"/>
                  </a:lnTo>
                  <a:lnTo>
                    <a:pt x="1826037" y="258477"/>
                  </a:lnTo>
                  <a:lnTo>
                    <a:pt x="1832468" y="273276"/>
                  </a:lnTo>
                  <a:lnTo>
                    <a:pt x="1838900" y="291217"/>
                  </a:lnTo>
                  <a:lnTo>
                    <a:pt x="1845331" y="312218"/>
                  </a:lnTo>
                  <a:lnTo>
                    <a:pt x="1851763" y="336179"/>
                  </a:lnTo>
                  <a:lnTo>
                    <a:pt x="1858195" y="362992"/>
                  </a:lnTo>
                  <a:lnTo>
                    <a:pt x="1864626" y="392534"/>
                  </a:lnTo>
                  <a:lnTo>
                    <a:pt x="1871058" y="424665"/>
                  </a:lnTo>
                  <a:lnTo>
                    <a:pt x="1877490" y="459239"/>
                  </a:lnTo>
                  <a:lnTo>
                    <a:pt x="1883921" y="496108"/>
                  </a:lnTo>
                  <a:lnTo>
                    <a:pt x="1890352" y="535106"/>
                  </a:lnTo>
                  <a:lnTo>
                    <a:pt x="1896784" y="576063"/>
                  </a:lnTo>
                  <a:lnTo>
                    <a:pt x="1903216" y="618811"/>
                  </a:lnTo>
                  <a:lnTo>
                    <a:pt x="1909647" y="663165"/>
                  </a:lnTo>
                  <a:lnTo>
                    <a:pt x="1916079" y="708946"/>
                  </a:lnTo>
                  <a:lnTo>
                    <a:pt x="1922511" y="755966"/>
                  </a:lnTo>
                  <a:lnTo>
                    <a:pt x="1928942" y="804046"/>
                  </a:lnTo>
                </a:path>
              </a:pathLst>
            </a:custGeom>
            <a:noFill/>
            <a:ln w="47070" cap="flat">
              <a:solidFill>
                <a:srgbClr val="1F78B5"/>
              </a:solidFill>
              <a:prstDash val="solid"/>
              <a:round/>
            </a:ln>
            <a:scene3d>
              <a:camera prst="isometricRightUp">
                <a:rot lat="2100000" lon="18600000" rev="0"/>
              </a:camera>
              <a:lightRig rig="threePt" dir="t"/>
            </a:scene3d>
          </p:spPr>
        </p:sp>
        <p:sp>
          <p:nvSpPr>
            <p:cNvPr id="4" name="任意多边形: 形状 3">
              <a:extLst>
                <a:ext uri="{FF2B5EF4-FFF2-40B4-BE49-F238E27FC236}">
                  <a16:creationId xmlns:a16="http://schemas.microsoft.com/office/drawing/2014/main" id="{699F00DC-2A2E-E79A-F9FB-F4804207ED6A}"/>
                </a:ext>
              </a:extLst>
            </p:cNvPr>
            <p:cNvSpPr/>
            <p:nvPr/>
          </p:nvSpPr>
          <p:spPr>
            <a:xfrm>
              <a:off x="-1694542" y="2816202"/>
              <a:ext cx="1519107" cy="736963"/>
            </a:xfrm>
            <a:custGeom>
              <a:avLst/>
              <a:gdLst>
                <a:gd name="csX0" fmla="*/ -808 w 1924816"/>
                <a:gd name="csY0" fmla="*/ 2307273 h 2309047"/>
                <a:gd name="csX1" fmla="*/ 5610 w 1924816"/>
                <a:gd name="csY1" fmla="*/ 2305391 h 2309047"/>
                <a:gd name="csX2" fmla="*/ 12022 w 1924816"/>
                <a:gd name="csY2" fmla="*/ 2303281 h 2309047"/>
                <a:gd name="csX3" fmla="*/ 18440 w 1924816"/>
                <a:gd name="csY3" fmla="*/ 2300924 h 2309047"/>
                <a:gd name="csX4" fmla="*/ 24858 w 1924816"/>
                <a:gd name="csY4" fmla="*/ 2298291 h 2309047"/>
                <a:gd name="csX5" fmla="*/ 31271 w 1924816"/>
                <a:gd name="csY5" fmla="*/ 2295359 h 2309047"/>
                <a:gd name="csX6" fmla="*/ 37688 w 1924816"/>
                <a:gd name="csY6" fmla="*/ 2292094 h 2309047"/>
                <a:gd name="csX7" fmla="*/ 44106 w 1924816"/>
                <a:gd name="csY7" fmla="*/ 2288468 h 2309047"/>
                <a:gd name="csX8" fmla="*/ 50519 w 1924816"/>
                <a:gd name="csY8" fmla="*/ 2284447 h 2309047"/>
                <a:gd name="csX9" fmla="*/ 56936 w 1924816"/>
                <a:gd name="csY9" fmla="*/ 2279999 h 2309047"/>
                <a:gd name="csX10" fmla="*/ 63354 w 1924816"/>
                <a:gd name="csY10" fmla="*/ 2275085 h 2309047"/>
                <a:gd name="csX11" fmla="*/ 69767 w 1924816"/>
                <a:gd name="csY11" fmla="*/ 2269667 h 2309047"/>
                <a:gd name="csX12" fmla="*/ 76185 w 1924816"/>
                <a:gd name="csY12" fmla="*/ 2263708 h 2309047"/>
                <a:gd name="csX13" fmla="*/ 82616 w 1924816"/>
                <a:gd name="csY13" fmla="*/ 2257154 h 2309047"/>
                <a:gd name="csX14" fmla="*/ 89001 w 1924816"/>
                <a:gd name="csY14" fmla="*/ 2249973 h 2309047"/>
                <a:gd name="csX15" fmla="*/ 95433 w 1924816"/>
                <a:gd name="csY15" fmla="*/ 2242108 h 2309047"/>
                <a:gd name="csX16" fmla="*/ 101864 w 1924816"/>
                <a:gd name="csY16" fmla="*/ 2233515 h 2309047"/>
                <a:gd name="csX17" fmla="*/ 108249 w 1924816"/>
                <a:gd name="csY17" fmla="*/ 2224144 h 2309047"/>
                <a:gd name="csX18" fmla="*/ 114681 w 1924816"/>
                <a:gd name="csY18" fmla="*/ 2213945 h 2309047"/>
                <a:gd name="csX19" fmla="*/ 121112 w 1924816"/>
                <a:gd name="csY19" fmla="*/ 2202858 h 2309047"/>
                <a:gd name="csX20" fmla="*/ 127498 w 1924816"/>
                <a:gd name="csY20" fmla="*/ 2190834 h 2309047"/>
                <a:gd name="csX21" fmla="*/ 133929 w 1924816"/>
                <a:gd name="csY21" fmla="*/ 2177822 h 2309047"/>
                <a:gd name="csX22" fmla="*/ 140361 w 1924816"/>
                <a:gd name="csY22" fmla="*/ 2163759 h 2309047"/>
                <a:gd name="csX23" fmla="*/ 146745 w 1924816"/>
                <a:gd name="csY23" fmla="*/ 2148590 h 2309047"/>
                <a:gd name="csX24" fmla="*/ 153177 w 1924816"/>
                <a:gd name="csY24" fmla="*/ 2132265 h 2309047"/>
                <a:gd name="csX25" fmla="*/ 159609 w 1924816"/>
                <a:gd name="csY25" fmla="*/ 2114724 h 2309047"/>
                <a:gd name="csX26" fmla="*/ 165994 w 1924816"/>
                <a:gd name="csY26" fmla="*/ 2095918 h 2309047"/>
                <a:gd name="csX27" fmla="*/ 172425 w 1924816"/>
                <a:gd name="csY27" fmla="*/ 2075787 h 2309047"/>
                <a:gd name="csX28" fmla="*/ 178857 w 1924816"/>
                <a:gd name="csY28" fmla="*/ 2054287 h 2309047"/>
                <a:gd name="csX29" fmla="*/ 185242 w 1924816"/>
                <a:gd name="csY29" fmla="*/ 2031366 h 2309047"/>
                <a:gd name="csX30" fmla="*/ 191674 w 1924816"/>
                <a:gd name="csY30" fmla="*/ 2006981 h 2309047"/>
                <a:gd name="csX31" fmla="*/ 198105 w 1924816"/>
                <a:gd name="csY31" fmla="*/ 1981086 h 2309047"/>
                <a:gd name="csX32" fmla="*/ 204490 w 1924816"/>
                <a:gd name="csY32" fmla="*/ 1953650 h 2309047"/>
                <a:gd name="csX33" fmla="*/ 210922 w 1924816"/>
                <a:gd name="csY33" fmla="*/ 1924631 h 2309047"/>
                <a:gd name="csX34" fmla="*/ 217354 w 1924816"/>
                <a:gd name="csY34" fmla="*/ 1894002 h 2309047"/>
                <a:gd name="csX35" fmla="*/ 223739 w 1924816"/>
                <a:gd name="csY35" fmla="*/ 1861747 h 2309047"/>
                <a:gd name="csX36" fmla="*/ 230170 w 1924816"/>
                <a:gd name="csY36" fmla="*/ 1827848 h 2309047"/>
                <a:gd name="csX37" fmla="*/ 236601 w 1924816"/>
                <a:gd name="csY37" fmla="*/ 1792291 h 2309047"/>
                <a:gd name="csX38" fmla="*/ 242987 w 1924816"/>
                <a:gd name="csY38" fmla="*/ 1755074 h 2309047"/>
                <a:gd name="csX39" fmla="*/ 249418 w 1924816"/>
                <a:gd name="csY39" fmla="*/ 1716214 h 2309047"/>
                <a:gd name="csX40" fmla="*/ 255849 w 1924816"/>
                <a:gd name="csY40" fmla="*/ 1675718 h 2309047"/>
                <a:gd name="csX41" fmla="*/ 262234 w 1924816"/>
                <a:gd name="csY41" fmla="*/ 1633607 h 2309047"/>
                <a:gd name="csX42" fmla="*/ 268666 w 1924816"/>
                <a:gd name="csY42" fmla="*/ 1589923 h 2309047"/>
                <a:gd name="csX43" fmla="*/ 275098 w 1924816"/>
                <a:gd name="csY43" fmla="*/ 1544708 h 2309047"/>
                <a:gd name="csX44" fmla="*/ 281483 w 1924816"/>
                <a:gd name="csY44" fmla="*/ 1498015 h 2309047"/>
                <a:gd name="csX45" fmla="*/ 287914 w 1924816"/>
                <a:gd name="csY45" fmla="*/ 1449907 h 2309047"/>
                <a:gd name="csX46" fmla="*/ 294346 w 1924816"/>
                <a:gd name="csY46" fmla="*/ 1400462 h 2309047"/>
                <a:gd name="csX47" fmla="*/ 300731 w 1924816"/>
                <a:gd name="csY47" fmla="*/ 1349768 h 2309047"/>
                <a:gd name="csX48" fmla="*/ 307162 w 1924816"/>
                <a:gd name="csY48" fmla="*/ 1297919 h 2309047"/>
                <a:gd name="csX49" fmla="*/ 313594 w 1924816"/>
                <a:gd name="csY49" fmla="*/ 1245025 h 2309047"/>
                <a:gd name="csX50" fmla="*/ 319979 w 1924816"/>
                <a:gd name="csY50" fmla="*/ 1191208 h 2309047"/>
                <a:gd name="csX51" fmla="*/ 326411 w 1924816"/>
                <a:gd name="csY51" fmla="*/ 1136598 h 2309047"/>
                <a:gd name="csX52" fmla="*/ 332842 w 1924816"/>
                <a:gd name="csY52" fmla="*/ 1081332 h 2309047"/>
                <a:gd name="csX53" fmla="*/ 339227 w 1924816"/>
                <a:gd name="csY53" fmla="*/ 1025562 h 2309047"/>
                <a:gd name="csX54" fmla="*/ 345659 w 1924816"/>
                <a:gd name="csY54" fmla="*/ 969450 h 2309047"/>
                <a:gd name="csX55" fmla="*/ 352090 w 1924816"/>
                <a:gd name="csY55" fmla="*/ 913158 h 2309047"/>
                <a:gd name="csX56" fmla="*/ 358475 w 1924816"/>
                <a:gd name="csY56" fmla="*/ 856870 h 2309047"/>
                <a:gd name="csX57" fmla="*/ 364907 w 1924816"/>
                <a:gd name="csY57" fmla="*/ 800763 h 2309047"/>
                <a:gd name="csX58" fmla="*/ 371339 w 1924816"/>
                <a:gd name="csY58" fmla="*/ 745031 h 2309047"/>
                <a:gd name="csX59" fmla="*/ 377723 w 1924816"/>
                <a:gd name="csY59" fmla="*/ 689870 h 2309047"/>
                <a:gd name="csX60" fmla="*/ 384155 w 1924816"/>
                <a:gd name="csY60" fmla="*/ 635478 h 2309047"/>
                <a:gd name="csX61" fmla="*/ 390587 w 1924816"/>
                <a:gd name="csY61" fmla="*/ 582056 h 2309047"/>
                <a:gd name="csX62" fmla="*/ 396972 w 1924816"/>
                <a:gd name="csY62" fmla="*/ 529813 h 2309047"/>
                <a:gd name="csX63" fmla="*/ 403403 w 1924816"/>
                <a:gd name="csY63" fmla="*/ 478943 h 2309047"/>
                <a:gd name="csX64" fmla="*/ 409835 w 1924816"/>
                <a:gd name="csY64" fmla="*/ 429665 h 2309047"/>
                <a:gd name="csX65" fmla="*/ 416220 w 1924816"/>
                <a:gd name="csY65" fmla="*/ 382169 h 2309047"/>
                <a:gd name="csX66" fmla="*/ 422651 w 1924816"/>
                <a:gd name="csY66" fmla="*/ 336655 h 2309047"/>
                <a:gd name="csX67" fmla="*/ 429083 w 1924816"/>
                <a:gd name="csY67" fmla="*/ 293327 h 2309047"/>
                <a:gd name="csX68" fmla="*/ 435468 w 1924816"/>
                <a:gd name="csY68" fmla="*/ 252361 h 2309047"/>
                <a:gd name="csX69" fmla="*/ 441900 w 1924816"/>
                <a:gd name="csY69" fmla="*/ 213943 h 2309047"/>
                <a:gd name="csX70" fmla="*/ 448331 w 1924816"/>
                <a:gd name="csY70" fmla="*/ 178243 h 2309047"/>
                <a:gd name="csX71" fmla="*/ 454716 w 1924816"/>
                <a:gd name="csY71" fmla="*/ 145422 h 2309047"/>
                <a:gd name="csX72" fmla="*/ 461148 w 1924816"/>
                <a:gd name="csY72" fmla="*/ 115629 h 2309047"/>
                <a:gd name="csX73" fmla="*/ 467579 w 1924816"/>
                <a:gd name="csY73" fmla="*/ 89006 h 2309047"/>
                <a:gd name="csX74" fmla="*/ 473964 w 1924816"/>
                <a:gd name="csY74" fmla="*/ 65672 h 2309047"/>
                <a:gd name="csX75" fmla="*/ 480396 w 1924816"/>
                <a:gd name="csY75" fmla="*/ 45735 h 2309047"/>
                <a:gd name="csX76" fmla="*/ 486828 w 1924816"/>
                <a:gd name="csY76" fmla="*/ 29292 h 2309047"/>
                <a:gd name="csX77" fmla="*/ 493213 w 1924816"/>
                <a:gd name="csY77" fmla="*/ 16422 h 2309047"/>
                <a:gd name="csX78" fmla="*/ 499644 w 1924816"/>
                <a:gd name="csY78" fmla="*/ 7184 h 2309047"/>
                <a:gd name="csX79" fmla="*/ 506076 w 1924816"/>
                <a:gd name="csY79" fmla="*/ 1623 h 2309047"/>
                <a:gd name="csX80" fmla="*/ 512461 w 1924816"/>
                <a:gd name="csY80" fmla="*/ -235 h 2309047"/>
                <a:gd name="csX81" fmla="*/ 518892 w 1924816"/>
                <a:gd name="csY81" fmla="*/ 1623 h 2309047"/>
                <a:gd name="csX82" fmla="*/ 525324 w 1924816"/>
                <a:gd name="csY82" fmla="*/ 7184 h 2309047"/>
                <a:gd name="csX83" fmla="*/ 531709 w 1924816"/>
                <a:gd name="csY83" fmla="*/ 16422 h 2309047"/>
                <a:gd name="csX84" fmla="*/ 538141 w 1924816"/>
                <a:gd name="csY84" fmla="*/ 29292 h 2309047"/>
                <a:gd name="csX85" fmla="*/ 544572 w 1924816"/>
                <a:gd name="csY85" fmla="*/ 45731 h 2309047"/>
                <a:gd name="csX86" fmla="*/ 550957 w 1924816"/>
                <a:gd name="csY86" fmla="*/ 65667 h 2309047"/>
                <a:gd name="csX87" fmla="*/ 557389 w 1924816"/>
                <a:gd name="csY87" fmla="*/ 89001 h 2309047"/>
                <a:gd name="csX88" fmla="*/ 563820 w 1924816"/>
                <a:gd name="csY88" fmla="*/ 115629 h 2309047"/>
                <a:gd name="csX89" fmla="*/ 570205 w 1924816"/>
                <a:gd name="csY89" fmla="*/ 145422 h 2309047"/>
                <a:gd name="csX90" fmla="*/ 576637 w 1924816"/>
                <a:gd name="csY90" fmla="*/ 178243 h 2309047"/>
                <a:gd name="csX91" fmla="*/ 583069 w 1924816"/>
                <a:gd name="csY91" fmla="*/ 213938 h 2309047"/>
                <a:gd name="csX92" fmla="*/ 589454 w 1924816"/>
                <a:gd name="csY92" fmla="*/ 252357 h 2309047"/>
                <a:gd name="csX93" fmla="*/ 595885 w 1924816"/>
                <a:gd name="csY93" fmla="*/ 293323 h 2309047"/>
                <a:gd name="csX94" fmla="*/ 602317 w 1924816"/>
                <a:gd name="csY94" fmla="*/ 336650 h 2309047"/>
                <a:gd name="csX95" fmla="*/ 608702 w 1924816"/>
                <a:gd name="csY95" fmla="*/ 382160 h 2309047"/>
                <a:gd name="csX96" fmla="*/ 615133 w 1924816"/>
                <a:gd name="csY96" fmla="*/ 429655 h 2309047"/>
                <a:gd name="csX97" fmla="*/ 621565 w 1924816"/>
                <a:gd name="csY97" fmla="*/ 478933 h 2309047"/>
                <a:gd name="csX98" fmla="*/ 627950 w 1924816"/>
                <a:gd name="csY98" fmla="*/ 529799 h 2309047"/>
                <a:gd name="csX99" fmla="*/ 634382 w 1924816"/>
                <a:gd name="csY99" fmla="*/ 582042 h 2309047"/>
                <a:gd name="csX100" fmla="*/ 640813 w 1924816"/>
                <a:gd name="csY100" fmla="*/ 635459 h 2309047"/>
                <a:gd name="csX101" fmla="*/ 647198 w 1924816"/>
                <a:gd name="csY101" fmla="*/ 689846 h 2309047"/>
                <a:gd name="csX102" fmla="*/ 653630 w 1924816"/>
                <a:gd name="csY102" fmla="*/ 745003 h 2309047"/>
                <a:gd name="csX103" fmla="*/ 660061 w 1924816"/>
                <a:gd name="csY103" fmla="*/ 800730 h 2309047"/>
                <a:gd name="csX104" fmla="*/ 666446 w 1924816"/>
                <a:gd name="csY104" fmla="*/ 856827 h 2309047"/>
                <a:gd name="csX105" fmla="*/ 672878 w 1924816"/>
                <a:gd name="csY105" fmla="*/ 913106 h 2309047"/>
                <a:gd name="csX106" fmla="*/ 679310 w 1924816"/>
                <a:gd name="csY106" fmla="*/ 969384 h 2309047"/>
                <a:gd name="csX107" fmla="*/ 685695 w 1924816"/>
                <a:gd name="csY107" fmla="*/ 1025486 h 2309047"/>
                <a:gd name="csX108" fmla="*/ 692126 w 1924816"/>
                <a:gd name="csY108" fmla="*/ 1081242 h 2309047"/>
                <a:gd name="csX109" fmla="*/ 698558 w 1924816"/>
                <a:gd name="csY109" fmla="*/ 1136489 h 2309047"/>
                <a:gd name="csX110" fmla="*/ 704943 w 1924816"/>
                <a:gd name="csY110" fmla="*/ 1191080 h 2309047"/>
                <a:gd name="csX111" fmla="*/ 711374 w 1924816"/>
                <a:gd name="csY111" fmla="*/ 1244873 h 2309047"/>
                <a:gd name="csX112" fmla="*/ 717805 w 1924816"/>
                <a:gd name="csY112" fmla="*/ 1297734 h 2309047"/>
                <a:gd name="csX113" fmla="*/ 724191 w 1924816"/>
                <a:gd name="csY113" fmla="*/ 1349550 h 2309047"/>
                <a:gd name="csX114" fmla="*/ 730622 w 1924816"/>
                <a:gd name="csY114" fmla="*/ 1400206 h 2309047"/>
                <a:gd name="csX115" fmla="*/ 737054 w 1924816"/>
                <a:gd name="csY115" fmla="*/ 1449602 h 2309047"/>
                <a:gd name="csX116" fmla="*/ 743439 w 1924816"/>
                <a:gd name="csY116" fmla="*/ 1497654 h 2309047"/>
                <a:gd name="csX117" fmla="*/ 749870 w 1924816"/>
                <a:gd name="csY117" fmla="*/ 1544285 h 2309047"/>
                <a:gd name="csX118" fmla="*/ 756302 w 1924816"/>
                <a:gd name="csY118" fmla="*/ 1589424 h 2309047"/>
                <a:gd name="csX119" fmla="*/ 762687 w 1924816"/>
                <a:gd name="csY119" fmla="*/ 1633018 h 2309047"/>
                <a:gd name="csX120" fmla="*/ 769118 w 1924816"/>
                <a:gd name="csY120" fmla="*/ 1675024 h 2309047"/>
                <a:gd name="csX121" fmla="*/ 775550 w 1924816"/>
                <a:gd name="csY121" fmla="*/ 1715401 h 2309047"/>
                <a:gd name="csX122" fmla="*/ 781935 w 1924816"/>
                <a:gd name="csY122" fmla="*/ 1754124 h 2309047"/>
                <a:gd name="csX123" fmla="*/ 788367 w 1924816"/>
                <a:gd name="csY123" fmla="*/ 1791178 h 2309047"/>
                <a:gd name="csX124" fmla="*/ 794798 w 1924816"/>
                <a:gd name="csY124" fmla="*/ 1826551 h 2309047"/>
                <a:gd name="csX125" fmla="*/ 801183 w 1924816"/>
                <a:gd name="csY125" fmla="*/ 1860236 h 2309047"/>
                <a:gd name="csX126" fmla="*/ 807615 w 1924816"/>
                <a:gd name="csY126" fmla="*/ 1892248 h 2309047"/>
                <a:gd name="csX127" fmla="*/ 814046 w 1924816"/>
                <a:gd name="csY127" fmla="*/ 1922588 h 2309047"/>
                <a:gd name="csX128" fmla="*/ 820431 w 1924816"/>
                <a:gd name="csY128" fmla="*/ 1951283 h 2309047"/>
                <a:gd name="csX129" fmla="*/ 826863 w 1924816"/>
                <a:gd name="csY129" fmla="*/ 1978348 h 2309047"/>
                <a:gd name="csX130" fmla="*/ 833295 w 1924816"/>
                <a:gd name="csY130" fmla="*/ 2003817 h 2309047"/>
                <a:gd name="csX131" fmla="*/ 839680 w 1924816"/>
                <a:gd name="csY131" fmla="*/ 2027716 h 2309047"/>
                <a:gd name="csX132" fmla="*/ 846111 w 1924816"/>
                <a:gd name="csY132" fmla="*/ 2050081 h 2309047"/>
                <a:gd name="csX133" fmla="*/ 852543 w 1924816"/>
                <a:gd name="csY133" fmla="*/ 2070949 h 2309047"/>
                <a:gd name="csX134" fmla="*/ 858928 w 1924816"/>
                <a:gd name="csY134" fmla="*/ 2090358 h 2309047"/>
                <a:gd name="csX135" fmla="*/ 865359 w 1924816"/>
                <a:gd name="csY135" fmla="*/ 2108351 h 2309047"/>
                <a:gd name="csX136" fmla="*/ 871791 w 1924816"/>
                <a:gd name="csY136" fmla="*/ 2124970 h 2309047"/>
                <a:gd name="csX137" fmla="*/ 878176 w 1924816"/>
                <a:gd name="csY137" fmla="*/ 2140254 h 2309047"/>
                <a:gd name="csX138" fmla="*/ 884608 w 1924816"/>
                <a:gd name="csY138" fmla="*/ 2154240 h 2309047"/>
                <a:gd name="csX139" fmla="*/ 891039 w 1924816"/>
                <a:gd name="csY139" fmla="*/ 2166981 h 2309047"/>
                <a:gd name="csX140" fmla="*/ 897424 w 1924816"/>
                <a:gd name="csY140" fmla="*/ 2178506 h 2309047"/>
                <a:gd name="csX141" fmla="*/ 903856 w 1924816"/>
                <a:gd name="csY141" fmla="*/ 2188852 h 2309047"/>
                <a:gd name="csX142" fmla="*/ 910287 w 1924816"/>
                <a:gd name="csY142" fmla="*/ 2198067 h 2309047"/>
                <a:gd name="csX143" fmla="*/ 916672 w 1924816"/>
                <a:gd name="csY143" fmla="*/ 2206170 h 2309047"/>
                <a:gd name="csX144" fmla="*/ 923104 w 1924816"/>
                <a:gd name="csY144" fmla="*/ 2213204 h 2309047"/>
                <a:gd name="csX145" fmla="*/ 929536 w 1924816"/>
                <a:gd name="csY145" fmla="*/ 2219187 h 2309047"/>
                <a:gd name="csX146" fmla="*/ 935920 w 1924816"/>
                <a:gd name="csY146" fmla="*/ 2224149 h 2309047"/>
                <a:gd name="csX147" fmla="*/ 942352 w 1924816"/>
                <a:gd name="csY147" fmla="*/ 2228107 h 2309047"/>
                <a:gd name="csX148" fmla="*/ 948784 w 1924816"/>
                <a:gd name="csY148" fmla="*/ 2231087 h 2309047"/>
                <a:gd name="csX149" fmla="*/ 955169 w 1924816"/>
                <a:gd name="csY149" fmla="*/ 2233097 h 2309047"/>
                <a:gd name="csX150" fmla="*/ 961600 w 1924816"/>
                <a:gd name="csY150" fmla="*/ 2234147 h 2309047"/>
                <a:gd name="csX151" fmla="*/ 968032 w 1924816"/>
                <a:gd name="csY151" fmla="*/ 2234243 h 2309047"/>
                <a:gd name="csX152" fmla="*/ 974417 w 1924816"/>
                <a:gd name="csY152" fmla="*/ 2233392 h 2309047"/>
                <a:gd name="csX153" fmla="*/ 980848 w 1924816"/>
                <a:gd name="csY153" fmla="*/ 2231586 h 2309047"/>
                <a:gd name="csX154" fmla="*/ 987280 w 1924816"/>
                <a:gd name="csY154" fmla="*/ 2228830 h 2309047"/>
                <a:gd name="csX155" fmla="*/ 993665 w 1924816"/>
                <a:gd name="csY155" fmla="*/ 2225104 h 2309047"/>
                <a:gd name="csX156" fmla="*/ 1000097 w 1924816"/>
                <a:gd name="csY156" fmla="*/ 2220399 h 2309047"/>
                <a:gd name="csX157" fmla="*/ 1006528 w 1924816"/>
                <a:gd name="csY157" fmla="*/ 2214701 h 2309047"/>
                <a:gd name="csX158" fmla="*/ 1012913 w 1924816"/>
                <a:gd name="csY158" fmla="*/ 2207990 h 2309047"/>
                <a:gd name="csX159" fmla="*/ 1019345 w 1924816"/>
                <a:gd name="csY159" fmla="*/ 2200248 h 2309047"/>
                <a:gd name="csX160" fmla="*/ 1025776 w 1924816"/>
                <a:gd name="csY160" fmla="*/ 2191442 h 2309047"/>
                <a:gd name="csX161" fmla="*/ 1032161 w 1924816"/>
                <a:gd name="csY161" fmla="*/ 2181548 h 2309047"/>
                <a:gd name="csX162" fmla="*/ 1038593 w 1924816"/>
                <a:gd name="csY162" fmla="*/ 2170541 h 2309047"/>
                <a:gd name="csX163" fmla="*/ 1045025 w 1924816"/>
                <a:gd name="csY163" fmla="*/ 2158384 h 2309047"/>
                <a:gd name="csX164" fmla="*/ 1051410 w 1924816"/>
                <a:gd name="csY164" fmla="*/ 2145044 h 2309047"/>
                <a:gd name="csX165" fmla="*/ 1057841 w 1924816"/>
                <a:gd name="csY165" fmla="*/ 2130492 h 2309047"/>
                <a:gd name="csX166" fmla="*/ 1064273 w 1924816"/>
                <a:gd name="csY166" fmla="*/ 2114691 h 2309047"/>
                <a:gd name="csX167" fmla="*/ 1070658 w 1924816"/>
                <a:gd name="csY167" fmla="*/ 2097606 h 2309047"/>
                <a:gd name="csX168" fmla="*/ 1077089 w 1924816"/>
                <a:gd name="csY168" fmla="*/ 2079204 h 2309047"/>
                <a:gd name="csX169" fmla="*/ 1083521 w 1924816"/>
                <a:gd name="csY169" fmla="*/ 2059458 h 2309047"/>
                <a:gd name="csX170" fmla="*/ 1089906 w 1924816"/>
                <a:gd name="csY170" fmla="*/ 2038328 h 2309047"/>
                <a:gd name="csX171" fmla="*/ 1096338 w 1924816"/>
                <a:gd name="csY171" fmla="*/ 2015792 h 2309047"/>
                <a:gd name="csX172" fmla="*/ 1102769 w 1924816"/>
                <a:gd name="csY172" fmla="*/ 1991821 h 2309047"/>
                <a:gd name="csX173" fmla="*/ 1109154 w 1924816"/>
                <a:gd name="csY173" fmla="*/ 1966391 h 2309047"/>
                <a:gd name="csX174" fmla="*/ 1115586 w 1924816"/>
                <a:gd name="csY174" fmla="*/ 1939488 h 2309047"/>
                <a:gd name="csX175" fmla="*/ 1122017 w 1924816"/>
                <a:gd name="csY175" fmla="*/ 1911092 h 2309047"/>
                <a:gd name="csX176" fmla="*/ 1128402 w 1924816"/>
                <a:gd name="csY176" fmla="*/ 1881199 h 2309047"/>
                <a:gd name="csX177" fmla="*/ 1134834 w 1924816"/>
                <a:gd name="csY177" fmla="*/ 1849800 h 2309047"/>
                <a:gd name="csX178" fmla="*/ 1141266 w 1924816"/>
                <a:gd name="csY178" fmla="*/ 1816903 h 2309047"/>
                <a:gd name="csX179" fmla="*/ 1147651 w 1924816"/>
                <a:gd name="csY179" fmla="*/ 1782515 h 2309047"/>
                <a:gd name="csX180" fmla="*/ 1154082 w 1924816"/>
                <a:gd name="csY180" fmla="*/ 1746653 h 2309047"/>
                <a:gd name="csX181" fmla="*/ 1160514 w 1924816"/>
                <a:gd name="csY181" fmla="*/ 1709337 h 2309047"/>
                <a:gd name="csX182" fmla="*/ 1166899 w 1924816"/>
                <a:gd name="csY182" fmla="*/ 1670609 h 2309047"/>
                <a:gd name="csX183" fmla="*/ 1173330 w 1924816"/>
                <a:gd name="csY183" fmla="*/ 1630499 h 2309047"/>
                <a:gd name="csX184" fmla="*/ 1179762 w 1924816"/>
                <a:gd name="csY184" fmla="*/ 1589067 h 2309047"/>
                <a:gd name="csX185" fmla="*/ 1186147 w 1924816"/>
                <a:gd name="csY185" fmla="*/ 1546367 h 2309047"/>
                <a:gd name="csX186" fmla="*/ 1192579 w 1924816"/>
                <a:gd name="csY186" fmla="*/ 1502468 h 2309047"/>
                <a:gd name="csX187" fmla="*/ 1199010 w 1924816"/>
                <a:gd name="csY187" fmla="*/ 1457454 h 2309047"/>
                <a:gd name="csX188" fmla="*/ 1205395 w 1924816"/>
                <a:gd name="csY188" fmla="*/ 1411407 h 2309047"/>
                <a:gd name="csX189" fmla="*/ 1211826 w 1924816"/>
                <a:gd name="csY189" fmla="*/ 1364425 h 2309047"/>
                <a:gd name="csX190" fmla="*/ 1218258 w 1924816"/>
                <a:gd name="csY190" fmla="*/ 1316615 h 2309047"/>
                <a:gd name="csX191" fmla="*/ 1224643 w 1924816"/>
                <a:gd name="csY191" fmla="*/ 1268093 h 2309047"/>
                <a:gd name="csX192" fmla="*/ 1231074 w 1924816"/>
                <a:gd name="csY192" fmla="*/ 1218986 h 2309047"/>
                <a:gd name="csX193" fmla="*/ 1237506 w 1924816"/>
                <a:gd name="csY193" fmla="*/ 1169433 h 2309047"/>
                <a:gd name="csX194" fmla="*/ 1243891 w 1924816"/>
                <a:gd name="csY194" fmla="*/ 1119565 h 2309047"/>
                <a:gd name="csX195" fmla="*/ 1250323 w 1924816"/>
                <a:gd name="csY195" fmla="*/ 1069541 h 2309047"/>
                <a:gd name="csX196" fmla="*/ 1256754 w 1924816"/>
                <a:gd name="csY196" fmla="*/ 1019517 h 2309047"/>
                <a:gd name="csX197" fmla="*/ 1263139 w 1924816"/>
                <a:gd name="csY197" fmla="*/ 969655 h 2309047"/>
                <a:gd name="csX198" fmla="*/ 1269571 w 1924816"/>
                <a:gd name="csY198" fmla="*/ 920125 h 2309047"/>
                <a:gd name="csX199" fmla="*/ 1276002 w 1924816"/>
                <a:gd name="csY199" fmla="*/ 871099 h 2309047"/>
                <a:gd name="csX200" fmla="*/ 1282387 w 1924816"/>
                <a:gd name="csY200" fmla="*/ 822752 h 2309047"/>
                <a:gd name="csX201" fmla="*/ 1288819 w 1924816"/>
                <a:gd name="csY201" fmla="*/ 775271 h 2309047"/>
                <a:gd name="csX202" fmla="*/ 1295251 w 1924816"/>
                <a:gd name="csY202" fmla="*/ 728830 h 2309047"/>
                <a:gd name="csX203" fmla="*/ 1301636 w 1924816"/>
                <a:gd name="csY203" fmla="*/ 683620 h 2309047"/>
                <a:gd name="csX204" fmla="*/ 1308067 w 1924816"/>
                <a:gd name="csY204" fmla="*/ 639817 h 2309047"/>
                <a:gd name="csX205" fmla="*/ 1314499 w 1924816"/>
                <a:gd name="csY205" fmla="*/ 597602 h 2309047"/>
                <a:gd name="csX206" fmla="*/ 1320884 w 1924816"/>
                <a:gd name="csY206" fmla="*/ 557149 h 2309047"/>
                <a:gd name="csX207" fmla="*/ 1327315 w 1924816"/>
                <a:gd name="csY207" fmla="*/ 518635 h 2309047"/>
                <a:gd name="csX208" fmla="*/ 1333747 w 1924816"/>
                <a:gd name="csY208" fmla="*/ 482222 h 2309047"/>
                <a:gd name="csX209" fmla="*/ 1340132 w 1924816"/>
                <a:gd name="csY209" fmla="*/ 448071 h 2309047"/>
                <a:gd name="csX210" fmla="*/ 1346564 w 1924816"/>
                <a:gd name="csY210" fmla="*/ 416339 h 2309047"/>
                <a:gd name="csX211" fmla="*/ 1352995 w 1924816"/>
                <a:gd name="csY211" fmla="*/ 387169 h 2309047"/>
                <a:gd name="csX212" fmla="*/ 1359380 w 1924816"/>
                <a:gd name="csY212" fmla="*/ 360688 h 2309047"/>
                <a:gd name="csX213" fmla="*/ 1365812 w 1924816"/>
                <a:gd name="csY213" fmla="*/ 337021 h 2309047"/>
                <a:gd name="csX214" fmla="*/ 1372243 w 1924816"/>
                <a:gd name="csY214" fmla="*/ 316277 h 2309047"/>
                <a:gd name="csX215" fmla="*/ 1378628 w 1924816"/>
                <a:gd name="csY215" fmla="*/ 298555 h 2309047"/>
                <a:gd name="csX216" fmla="*/ 1385060 w 1924816"/>
                <a:gd name="csY216" fmla="*/ 283941 h 2309047"/>
                <a:gd name="csX217" fmla="*/ 1391492 w 1924816"/>
                <a:gd name="csY217" fmla="*/ 272502 h 2309047"/>
                <a:gd name="csX218" fmla="*/ 1397877 w 1924816"/>
                <a:gd name="csY218" fmla="*/ 264290 h 2309047"/>
                <a:gd name="csX219" fmla="*/ 1404308 w 1924816"/>
                <a:gd name="csY219" fmla="*/ 259347 h 2309047"/>
                <a:gd name="csX220" fmla="*/ 1410740 w 1924816"/>
                <a:gd name="csY220" fmla="*/ 257698 h 2309047"/>
                <a:gd name="csX221" fmla="*/ 1417125 w 1924816"/>
                <a:gd name="csY221" fmla="*/ 259347 h 2309047"/>
                <a:gd name="csX222" fmla="*/ 1423556 w 1924816"/>
                <a:gd name="csY222" fmla="*/ 264290 h 2309047"/>
                <a:gd name="csX223" fmla="*/ 1429988 w 1924816"/>
                <a:gd name="csY223" fmla="*/ 272502 h 2309047"/>
                <a:gd name="csX224" fmla="*/ 1436373 w 1924816"/>
                <a:gd name="csY224" fmla="*/ 283941 h 2309047"/>
                <a:gd name="csX225" fmla="*/ 1442805 w 1924816"/>
                <a:gd name="csY225" fmla="*/ 298555 h 2309047"/>
                <a:gd name="csX226" fmla="*/ 1449236 w 1924816"/>
                <a:gd name="csY226" fmla="*/ 316277 h 2309047"/>
                <a:gd name="csX227" fmla="*/ 1455621 w 1924816"/>
                <a:gd name="csY227" fmla="*/ 337021 h 2309047"/>
                <a:gd name="csX228" fmla="*/ 1462053 w 1924816"/>
                <a:gd name="csY228" fmla="*/ 360688 h 2309047"/>
                <a:gd name="csX229" fmla="*/ 1468484 w 1924816"/>
                <a:gd name="csY229" fmla="*/ 387169 h 2309047"/>
                <a:gd name="csX230" fmla="*/ 1474869 w 1924816"/>
                <a:gd name="csY230" fmla="*/ 416344 h 2309047"/>
                <a:gd name="csX231" fmla="*/ 1481301 w 1924816"/>
                <a:gd name="csY231" fmla="*/ 448076 h 2309047"/>
                <a:gd name="csX232" fmla="*/ 1487733 w 1924816"/>
                <a:gd name="csY232" fmla="*/ 482227 h 2309047"/>
                <a:gd name="csX233" fmla="*/ 1494117 w 1924816"/>
                <a:gd name="csY233" fmla="*/ 518640 h 2309047"/>
                <a:gd name="csX234" fmla="*/ 1500549 w 1924816"/>
                <a:gd name="csY234" fmla="*/ 557158 h 2309047"/>
                <a:gd name="csX235" fmla="*/ 1506981 w 1924816"/>
                <a:gd name="csY235" fmla="*/ 597611 h 2309047"/>
                <a:gd name="csX236" fmla="*/ 1513366 w 1924816"/>
                <a:gd name="csY236" fmla="*/ 639827 h 2309047"/>
                <a:gd name="csX237" fmla="*/ 1519797 w 1924816"/>
                <a:gd name="csY237" fmla="*/ 683635 h 2309047"/>
                <a:gd name="csX238" fmla="*/ 1526229 w 1924816"/>
                <a:gd name="csY238" fmla="*/ 728849 h 2309047"/>
                <a:gd name="csX239" fmla="*/ 1532614 w 1924816"/>
                <a:gd name="csY239" fmla="*/ 775290 h 2309047"/>
                <a:gd name="csX240" fmla="*/ 1539045 w 1924816"/>
                <a:gd name="csY240" fmla="*/ 822776 h 2309047"/>
                <a:gd name="csX241" fmla="*/ 1545477 w 1924816"/>
                <a:gd name="csY241" fmla="*/ 871123 h 2309047"/>
                <a:gd name="csX242" fmla="*/ 1551862 w 1924816"/>
                <a:gd name="csY242" fmla="*/ 920158 h 2309047"/>
                <a:gd name="csX243" fmla="*/ 1558294 w 1924816"/>
                <a:gd name="csY243" fmla="*/ 969698 h 2309047"/>
                <a:gd name="csX244" fmla="*/ 1564725 w 1924816"/>
                <a:gd name="csY244" fmla="*/ 1019565 h 2309047"/>
                <a:gd name="csX245" fmla="*/ 1571110 w 1924816"/>
                <a:gd name="csY245" fmla="*/ 1069603 h 2309047"/>
                <a:gd name="csX246" fmla="*/ 1577542 w 1924816"/>
                <a:gd name="csY246" fmla="*/ 1119637 h 2309047"/>
                <a:gd name="csX247" fmla="*/ 1583973 w 1924816"/>
                <a:gd name="csY247" fmla="*/ 1169518 h 2309047"/>
                <a:gd name="csX248" fmla="*/ 1590358 w 1924816"/>
                <a:gd name="csY248" fmla="*/ 1219091 h 2309047"/>
                <a:gd name="csX249" fmla="*/ 1596790 w 1924816"/>
                <a:gd name="csY249" fmla="*/ 1268217 h 2309047"/>
                <a:gd name="csX250" fmla="*/ 1603222 w 1924816"/>
                <a:gd name="csY250" fmla="*/ 1316758 h 2309047"/>
                <a:gd name="csX251" fmla="*/ 1609607 w 1924816"/>
                <a:gd name="csY251" fmla="*/ 1364596 h 2309047"/>
                <a:gd name="csX252" fmla="*/ 1616038 w 1924816"/>
                <a:gd name="csY252" fmla="*/ 1411612 h 2309047"/>
                <a:gd name="csX253" fmla="*/ 1622470 w 1924816"/>
                <a:gd name="csY253" fmla="*/ 1457696 h 2309047"/>
                <a:gd name="csX254" fmla="*/ 1628855 w 1924816"/>
                <a:gd name="csY254" fmla="*/ 1502759 h 2309047"/>
                <a:gd name="csX255" fmla="*/ 1635286 w 1924816"/>
                <a:gd name="csY255" fmla="*/ 1546709 h 2309047"/>
                <a:gd name="csX256" fmla="*/ 1641718 w 1924816"/>
                <a:gd name="csY256" fmla="*/ 1589471 h 2309047"/>
                <a:gd name="csX257" fmla="*/ 1648103 w 1924816"/>
                <a:gd name="csY257" fmla="*/ 1630979 h 2309047"/>
                <a:gd name="csX258" fmla="*/ 1654535 w 1924816"/>
                <a:gd name="csY258" fmla="*/ 1671170 h 2309047"/>
                <a:gd name="csX259" fmla="*/ 1660966 w 1924816"/>
                <a:gd name="csY259" fmla="*/ 1710002 h 2309047"/>
                <a:gd name="csX260" fmla="*/ 1667351 w 1924816"/>
                <a:gd name="csY260" fmla="*/ 1747433 h 2309047"/>
                <a:gd name="csX261" fmla="*/ 1673783 w 1924816"/>
                <a:gd name="csY261" fmla="*/ 1783427 h 2309047"/>
                <a:gd name="csX262" fmla="*/ 1680214 w 1924816"/>
                <a:gd name="csY262" fmla="*/ 1817973 h 2309047"/>
                <a:gd name="csX263" fmla="*/ 1686599 w 1924816"/>
                <a:gd name="csY263" fmla="*/ 1851050 h 2309047"/>
                <a:gd name="csX264" fmla="*/ 1693030 w 1924816"/>
                <a:gd name="csY264" fmla="*/ 1882658 h 2309047"/>
                <a:gd name="csX265" fmla="*/ 1699462 w 1924816"/>
                <a:gd name="csY265" fmla="*/ 1912793 h 2309047"/>
                <a:gd name="csX266" fmla="*/ 1705847 w 1924816"/>
                <a:gd name="csY266" fmla="*/ 1941464 h 2309047"/>
                <a:gd name="csX267" fmla="*/ 1712279 w 1924816"/>
                <a:gd name="csY267" fmla="*/ 1968686 h 2309047"/>
                <a:gd name="csX268" fmla="*/ 1718710 w 1924816"/>
                <a:gd name="csY268" fmla="*/ 1994483 h 2309047"/>
                <a:gd name="csX269" fmla="*/ 1725095 w 1924816"/>
                <a:gd name="csY269" fmla="*/ 2018872 h 2309047"/>
                <a:gd name="csX270" fmla="*/ 1731527 w 1924816"/>
                <a:gd name="csY270" fmla="*/ 2041888 h 2309047"/>
                <a:gd name="csX271" fmla="*/ 1737958 w 1924816"/>
                <a:gd name="csY271" fmla="*/ 2063564 h 2309047"/>
                <a:gd name="csX272" fmla="*/ 1744343 w 1924816"/>
                <a:gd name="csY272" fmla="*/ 2083937 h 2309047"/>
                <a:gd name="csX273" fmla="*/ 1750775 w 1924816"/>
                <a:gd name="csY273" fmla="*/ 2103052 h 2309047"/>
                <a:gd name="csX274" fmla="*/ 1757207 w 1924816"/>
                <a:gd name="csY274" fmla="*/ 2120940 h 2309047"/>
                <a:gd name="csX275" fmla="*/ 1763592 w 1924816"/>
                <a:gd name="csY275" fmla="*/ 2137659 h 2309047"/>
                <a:gd name="csX276" fmla="*/ 1770023 w 1924816"/>
                <a:gd name="csY276" fmla="*/ 2153252 h 2309047"/>
                <a:gd name="csX277" fmla="*/ 1776455 w 1924816"/>
                <a:gd name="csY277" fmla="*/ 2167766 h 2309047"/>
                <a:gd name="csX278" fmla="*/ 1782840 w 1924816"/>
                <a:gd name="csY278" fmla="*/ 2181244 h 2309047"/>
                <a:gd name="csX279" fmla="*/ 1789271 w 1924816"/>
                <a:gd name="csY279" fmla="*/ 2193747 h 2309047"/>
                <a:gd name="csX280" fmla="*/ 1795703 w 1924816"/>
                <a:gd name="csY280" fmla="*/ 2205315 h 2309047"/>
                <a:gd name="csX281" fmla="*/ 1802088 w 1924816"/>
                <a:gd name="csY281" fmla="*/ 2216003 h 2309047"/>
                <a:gd name="csX282" fmla="*/ 1808520 w 1924816"/>
                <a:gd name="csY282" fmla="*/ 2225854 h 2309047"/>
                <a:gd name="csX283" fmla="*/ 1814951 w 1924816"/>
                <a:gd name="csY283" fmla="*/ 2234922 h 2309047"/>
                <a:gd name="csX284" fmla="*/ 1821336 w 1924816"/>
                <a:gd name="csY284" fmla="*/ 2243253 h 2309047"/>
                <a:gd name="csX285" fmla="*/ 1827768 w 1924816"/>
                <a:gd name="csY285" fmla="*/ 2250890 h 2309047"/>
                <a:gd name="csX286" fmla="*/ 1834199 w 1924816"/>
                <a:gd name="csY286" fmla="*/ 2257881 h 2309047"/>
                <a:gd name="csX287" fmla="*/ 1840584 w 1924816"/>
                <a:gd name="csY287" fmla="*/ 2264264 h 2309047"/>
                <a:gd name="csX288" fmla="*/ 1847016 w 1924816"/>
                <a:gd name="csY288" fmla="*/ 2270090 h 2309047"/>
                <a:gd name="csX289" fmla="*/ 1853448 w 1924816"/>
                <a:gd name="csY289" fmla="*/ 2275389 h 2309047"/>
                <a:gd name="csX290" fmla="*/ 1859833 w 1924816"/>
                <a:gd name="csY290" fmla="*/ 2280203 h 2309047"/>
                <a:gd name="csX291" fmla="*/ 1866264 w 1924816"/>
                <a:gd name="csY291" fmla="*/ 2284571 h 2309047"/>
                <a:gd name="csX292" fmla="*/ 1872696 w 1924816"/>
                <a:gd name="csY292" fmla="*/ 2288525 h 2309047"/>
                <a:gd name="csX293" fmla="*/ 1879081 w 1924816"/>
                <a:gd name="csY293" fmla="*/ 2292099 h 2309047"/>
                <a:gd name="csX294" fmla="*/ 1885512 w 1924816"/>
                <a:gd name="csY294" fmla="*/ 2295321 h 2309047"/>
                <a:gd name="csX295" fmla="*/ 1891944 w 1924816"/>
                <a:gd name="csY295" fmla="*/ 2298225 h 2309047"/>
                <a:gd name="csX296" fmla="*/ 1898329 w 1924816"/>
                <a:gd name="csY296" fmla="*/ 2300829 h 2309047"/>
                <a:gd name="csX297" fmla="*/ 1904761 w 1924816"/>
                <a:gd name="csY297" fmla="*/ 2303172 h 2309047"/>
                <a:gd name="csX298" fmla="*/ 1911192 w 1924816"/>
                <a:gd name="csY298" fmla="*/ 2305268 h 2309047"/>
                <a:gd name="csX299" fmla="*/ 1917577 w 1924816"/>
                <a:gd name="csY299" fmla="*/ 2307140 h 2309047"/>
                <a:gd name="csX300" fmla="*/ 1924009 w 1924816"/>
                <a:gd name="csY300" fmla="*/ 2308813 h 2309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</a:cxnLst>
              <a:rect l="l" t="t" r="r" b="b"/>
              <a:pathLst>
                <a:path w="1924816" h="2309047">
                  <a:moveTo>
                    <a:pt x="-808" y="2307273"/>
                  </a:moveTo>
                  <a:lnTo>
                    <a:pt x="5610" y="2305391"/>
                  </a:lnTo>
                  <a:lnTo>
                    <a:pt x="12022" y="2303281"/>
                  </a:lnTo>
                  <a:lnTo>
                    <a:pt x="18440" y="2300924"/>
                  </a:lnTo>
                  <a:lnTo>
                    <a:pt x="24858" y="2298291"/>
                  </a:lnTo>
                  <a:lnTo>
                    <a:pt x="31271" y="2295359"/>
                  </a:lnTo>
                  <a:lnTo>
                    <a:pt x="37688" y="2292094"/>
                  </a:lnTo>
                  <a:lnTo>
                    <a:pt x="44106" y="2288468"/>
                  </a:lnTo>
                  <a:lnTo>
                    <a:pt x="50519" y="2284447"/>
                  </a:lnTo>
                  <a:lnTo>
                    <a:pt x="56936" y="2279999"/>
                  </a:lnTo>
                  <a:lnTo>
                    <a:pt x="63354" y="2275085"/>
                  </a:lnTo>
                  <a:lnTo>
                    <a:pt x="69767" y="2269667"/>
                  </a:lnTo>
                  <a:lnTo>
                    <a:pt x="76185" y="2263708"/>
                  </a:lnTo>
                  <a:lnTo>
                    <a:pt x="82616" y="2257154"/>
                  </a:lnTo>
                  <a:lnTo>
                    <a:pt x="89001" y="2249973"/>
                  </a:lnTo>
                  <a:lnTo>
                    <a:pt x="95433" y="2242108"/>
                  </a:lnTo>
                  <a:lnTo>
                    <a:pt x="101864" y="2233515"/>
                  </a:lnTo>
                  <a:lnTo>
                    <a:pt x="108249" y="2224144"/>
                  </a:lnTo>
                  <a:lnTo>
                    <a:pt x="114681" y="2213945"/>
                  </a:lnTo>
                  <a:lnTo>
                    <a:pt x="121112" y="2202858"/>
                  </a:lnTo>
                  <a:lnTo>
                    <a:pt x="127498" y="2190834"/>
                  </a:lnTo>
                  <a:lnTo>
                    <a:pt x="133929" y="2177822"/>
                  </a:lnTo>
                  <a:lnTo>
                    <a:pt x="140361" y="2163759"/>
                  </a:lnTo>
                  <a:lnTo>
                    <a:pt x="146745" y="2148590"/>
                  </a:lnTo>
                  <a:lnTo>
                    <a:pt x="153177" y="2132265"/>
                  </a:lnTo>
                  <a:lnTo>
                    <a:pt x="159609" y="2114724"/>
                  </a:lnTo>
                  <a:lnTo>
                    <a:pt x="165994" y="2095918"/>
                  </a:lnTo>
                  <a:lnTo>
                    <a:pt x="172425" y="2075787"/>
                  </a:lnTo>
                  <a:lnTo>
                    <a:pt x="178857" y="2054287"/>
                  </a:lnTo>
                  <a:lnTo>
                    <a:pt x="185242" y="2031366"/>
                  </a:lnTo>
                  <a:lnTo>
                    <a:pt x="191674" y="2006981"/>
                  </a:lnTo>
                  <a:lnTo>
                    <a:pt x="198105" y="1981086"/>
                  </a:lnTo>
                  <a:lnTo>
                    <a:pt x="204490" y="1953650"/>
                  </a:lnTo>
                  <a:lnTo>
                    <a:pt x="210922" y="1924631"/>
                  </a:lnTo>
                  <a:lnTo>
                    <a:pt x="217354" y="1894002"/>
                  </a:lnTo>
                  <a:lnTo>
                    <a:pt x="223739" y="1861747"/>
                  </a:lnTo>
                  <a:lnTo>
                    <a:pt x="230170" y="1827848"/>
                  </a:lnTo>
                  <a:lnTo>
                    <a:pt x="236601" y="1792291"/>
                  </a:lnTo>
                  <a:lnTo>
                    <a:pt x="242987" y="1755074"/>
                  </a:lnTo>
                  <a:lnTo>
                    <a:pt x="249418" y="1716214"/>
                  </a:lnTo>
                  <a:lnTo>
                    <a:pt x="255849" y="1675718"/>
                  </a:lnTo>
                  <a:lnTo>
                    <a:pt x="262234" y="1633607"/>
                  </a:lnTo>
                  <a:lnTo>
                    <a:pt x="268666" y="1589923"/>
                  </a:lnTo>
                  <a:lnTo>
                    <a:pt x="275098" y="1544708"/>
                  </a:lnTo>
                  <a:lnTo>
                    <a:pt x="281483" y="1498015"/>
                  </a:lnTo>
                  <a:lnTo>
                    <a:pt x="287914" y="1449907"/>
                  </a:lnTo>
                  <a:lnTo>
                    <a:pt x="294346" y="1400462"/>
                  </a:lnTo>
                  <a:lnTo>
                    <a:pt x="300731" y="1349768"/>
                  </a:lnTo>
                  <a:lnTo>
                    <a:pt x="307162" y="1297919"/>
                  </a:lnTo>
                  <a:lnTo>
                    <a:pt x="313594" y="1245025"/>
                  </a:lnTo>
                  <a:lnTo>
                    <a:pt x="319979" y="1191208"/>
                  </a:lnTo>
                  <a:lnTo>
                    <a:pt x="326411" y="1136598"/>
                  </a:lnTo>
                  <a:lnTo>
                    <a:pt x="332842" y="1081332"/>
                  </a:lnTo>
                  <a:lnTo>
                    <a:pt x="339227" y="1025562"/>
                  </a:lnTo>
                  <a:lnTo>
                    <a:pt x="345659" y="969450"/>
                  </a:lnTo>
                  <a:lnTo>
                    <a:pt x="352090" y="913158"/>
                  </a:lnTo>
                  <a:lnTo>
                    <a:pt x="358475" y="856870"/>
                  </a:lnTo>
                  <a:lnTo>
                    <a:pt x="364907" y="800763"/>
                  </a:lnTo>
                  <a:lnTo>
                    <a:pt x="371339" y="745031"/>
                  </a:lnTo>
                  <a:lnTo>
                    <a:pt x="377723" y="689870"/>
                  </a:lnTo>
                  <a:lnTo>
                    <a:pt x="384155" y="635478"/>
                  </a:lnTo>
                  <a:lnTo>
                    <a:pt x="390587" y="582056"/>
                  </a:lnTo>
                  <a:lnTo>
                    <a:pt x="396972" y="529813"/>
                  </a:lnTo>
                  <a:lnTo>
                    <a:pt x="403403" y="478943"/>
                  </a:lnTo>
                  <a:lnTo>
                    <a:pt x="409835" y="429665"/>
                  </a:lnTo>
                  <a:lnTo>
                    <a:pt x="416220" y="382169"/>
                  </a:lnTo>
                  <a:lnTo>
                    <a:pt x="422651" y="336655"/>
                  </a:lnTo>
                  <a:lnTo>
                    <a:pt x="429083" y="293327"/>
                  </a:lnTo>
                  <a:lnTo>
                    <a:pt x="435468" y="252361"/>
                  </a:lnTo>
                  <a:lnTo>
                    <a:pt x="441900" y="213943"/>
                  </a:lnTo>
                  <a:lnTo>
                    <a:pt x="448331" y="178243"/>
                  </a:lnTo>
                  <a:lnTo>
                    <a:pt x="454716" y="145422"/>
                  </a:lnTo>
                  <a:lnTo>
                    <a:pt x="461148" y="115629"/>
                  </a:lnTo>
                  <a:lnTo>
                    <a:pt x="467579" y="89006"/>
                  </a:lnTo>
                  <a:lnTo>
                    <a:pt x="473964" y="65672"/>
                  </a:lnTo>
                  <a:lnTo>
                    <a:pt x="480396" y="45735"/>
                  </a:lnTo>
                  <a:lnTo>
                    <a:pt x="486828" y="29292"/>
                  </a:lnTo>
                  <a:lnTo>
                    <a:pt x="493213" y="16422"/>
                  </a:lnTo>
                  <a:lnTo>
                    <a:pt x="499644" y="7184"/>
                  </a:lnTo>
                  <a:lnTo>
                    <a:pt x="506076" y="1623"/>
                  </a:lnTo>
                  <a:lnTo>
                    <a:pt x="512461" y="-235"/>
                  </a:lnTo>
                  <a:lnTo>
                    <a:pt x="518892" y="1623"/>
                  </a:lnTo>
                  <a:lnTo>
                    <a:pt x="525324" y="7184"/>
                  </a:lnTo>
                  <a:lnTo>
                    <a:pt x="531709" y="16422"/>
                  </a:lnTo>
                  <a:lnTo>
                    <a:pt x="538141" y="29292"/>
                  </a:lnTo>
                  <a:lnTo>
                    <a:pt x="544572" y="45731"/>
                  </a:lnTo>
                  <a:lnTo>
                    <a:pt x="550957" y="65667"/>
                  </a:lnTo>
                  <a:lnTo>
                    <a:pt x="557389" y="89001"/>
                  </a:lnTo>
                  <a:lnTo>
                    <a:pt x="563820" y="115629"/>
                  </a:lnTo>
                  <a:lnTo>
                    <a:pt x="570205" y="145422"/>
                  </a:lnTo>
                  <a:lnTo>
                    <a:pt x="576637" y="178243"/>
                  </a:lnTo>
                  <a:lnTo>
                    <a:pt x="583069" y="213938"/>
                  </a:lnTo>
                  <a:lnTo>
                    <a:pt x="589454" y="252357"/>
                  </a:lnTo>
                  <a:lnTo>
                    <a:pt x="595885" y="293323"/>
                  </a:lnTo>
                  <a:lnTo>
                    <a:pt x="602317" y="336650"/>
                  </a:lnTo>
                  <a:lnTo>
                    <a:pt x="608702" y="382160"/>
                  </a:lnTo>
                  <a:lnTo>
                    <a:pt x="615133" y="429655"/>
                  </a:lnTo>
                  <a:lnTo>
                    <a:pt x="621565" y="478933"/>
                  </a:lnTo>
                  <a:lnTo>
                    <a:pt x="627950" y="529799"/>
                  </a:lnTo>
                  <a:lnTo>
                    <a:pt x="634382" y="582042"/>
                  </a:lnTo>
                  <a:lnTo>
                    <a:pt x="640813" y="635459"/>
                  </a:lnTo>
                  <a:lnTo>
                    <a:pt x="647198" y="689846"/>
                  </a:lnTo>
                  <a:lnTo>
                    <a:pt x="653630" y="745003"/>
                  </a:lnTo>
                  <a:lnTo>
                    <a:pt x="660061" y="800730"/>
                  </a:lnTo>
                  <a:lnTo>
                    <a:pt x="666446" y="856827"/>
                  </a:lnTo>
                  <a:lnTo>
                    <a:pt x="672878" y="913106"/>
                  </a:lnTo>
                  <a:lnTo>
                    <a:pt x="679310" y="969384"/>
                  </a:lnTo>
                  <a:lnTo>
                    <a:pt x="685695" y="1025486"/>
                  </a:lnTo>
                  <a:lnTo>
                    <a:pt x="692126" y="1081242"/>
                  </a:lnTo>
                  <a:lnTo>
                    <a:pt x="698558" y="1136489"/>
                  </a:lnTo>
                  <a:lnTo>
                    <a:pt x="704943" y="1191080"/>
                  </a:lnTo>
                  <a:lnTo>
                    <a:pt x="711374" y="1244873"/>
                  </a:lnTo>
                  <a:lnTo>
                    <a:pt x="717805" y="1297734"/>
                  </a:lnTo>
                  <a:lnTo>
                    <a:pt x="724191" y="1349550"/>
                  </a:lnTo>
                  <a:lnTo>
                    <a:pt x="730622" y="1400206"/>
                  </a:lnTo>
                  <a:lnTo>
                    <a:pt x="737054" y="1449602"/>
                  </a:lnTo>
                  <a:lnTo>
                    <a:pt x="743439" y="1497654"/>
                  </a:lnTo>
                  <a:lnTo>
                    <a:pt x="749870" y="1544285"/>
                  </a:lnTo>
                  <a:lnTo>
                    <a:pt x="756302" y="1589424"/>
                  </a:lnTo>
                  <a:lnTo>
                    <a:pt x="762687" y="1633018"/>
                  </a:lnTo>
                  <a:lnTo>
                    <a:pt x="769118" y="1675024"/>
                  </a:lnTo>
                  <a:lnTo>
                    <a:pt x="775550" y="1715401"/>
                  </a:lnTo>
                  <a:lnTo>
                    <a:pt x="781935" y="1754124"/>
                  </a:lnTo>
                  <a:lnTo>
                    <a:pt x="788367" y="1791178"/>
                  </a:lnTo>
                  <a:lnTo>
                    <a:pt x="794798" y="1826551"/>
                  </a:lnTo>
                  <a:lnTo>
                    <a:pt x="801183" y="1860236"/>
                  </a:lnTo>
                  <a:lnTo>
                    <a:pt x="807615" y="1892248"/>
                  </a:lnTo>
                  <a:lnTo>
                    <a:pt x="814046" y="1922588"/>
                  </a:lnTo>
                  <a:lnTo>
                    <a:pt x="820431" y="1951283"/>
                  </a:lnTo>
                  <a:lnTo>
                    <a:pt x="826863" y="1978348"/>
                  </a:lnTo>
                  <a:lnTo>
                    <a:pt x="833295" y="2003817"/>
                  </a:lnTo>
                  <a:lnTo>
                    <a:pt x="839680" y="2027716"/>
                  </a:lnTo>
                  <a:lnTo>
                    <a:pt x="846111" y="2050081"/>
                  </a:lnTo>
                  <a:lnTo>
                    <a:pt x="852543" y="2070949"/>
                  </a:lnTo>
                  <a:lnTo>
                    <a:pt x="858928" y="2090358"/>
                  </a:lnTo>
                  <a:lnTo>
                    <a:pt x="865359" y="2108351"/>
                  </a:lnTo>
                  <a:lnTo>
                    <a:pt x="871791" y="2124970"/>
                  </a:lnTo>
                  <a:lnTo>
                    <a:pt x="878176" y="2140254"/>
                  </a:lnTo>
                  <a:lnTo>
                    <a:pt x="884608" y="2154240"/>
                  </a:lnTo>
                  <a:lnTo>
                    <a:pt x="891039" y="2166981"/>
                  </a:lnTo>
                  <a:lnTo>
                    <a:pt x="897424" y="2178506"/>
                  </a:lnTo>
                  <a:lnTo>
                    <a:pt x="903856" y="2188852"/>
                  </a:lnTo>
                  <a:lnTo>
                    <a:pt x="910287" y="2198067"/>
                  </a:lnTo>
                  <a:lnTo>
                    <a:pt x="916672" y="2206170"/>
                  </a:lnTo>
                  <a:lnTo>
                    <a:pt x="923104" y="2213204"/>
                  </a:lnTo>
                  <a:lnTo>
                    <a:pt x="929536" y="2219187"/>
                  </a:lnTo>
                  <a:lnTo>
                    <a:pt x="935920" y="2224149"/>
                  </a:lnTo>
                  <a:lnTo>
                    <a:pt x="942352" y="2228107"/>
                  </a:lnTo>
                  <a:lnTo>
                    <a:pt x="948784" y="2231087"/>
                  </a:lnTo>
                  <a:lnTo>
                    <a:pt x="955169" y="2233097"/>
                  </a:lnTo>
                  <a:lnTo>
                    <a:pt x="961600" y="2234147"/>
                  </a:lnTo>
                  <a:lnTo>
                    <a:pt x="968032" y="2234243"/>
                  </a:lnTo>
                  <a:lnTo>
                    <a:pt x="974417" y="2233392"/>
                  </a:lnTo>
                  <a:lnTo>
                    <a:pt x="980848" y="2231586"/>
                  </a:lnTo>
                  <a:lnTo>
                    <a:pt x="987280" y="2228830"/>
                  </a:lnTo>
                  <a:lnTo>
                    <a:pt x="993665" y="2225104"/>
                  </a:lnTo>
                  <a:lnTo>
                    <a:pt x="1000097" y="2220399"/>
                  </a:lnTo>
                  <a:lnTo>
                    <a:pt x="1006528" y="2214701"/>
                  </a:lnTo>
                  <a:lnTo>
                    <a:pt x="1012913" y="2207990"/>
                  </a:lnTo>
                  <a:lnTo>
                    <a:pt x="1019345" y="2200248"/>
                  </a:lnTo>
                  <a:lnTo>
                    <a:pt x="1025776" y="2191442"/>
                  </a:lnTo>
                  <a:lnTo>
                    <a:pt x="1032161" y="2181548"/>
                  </a:lnTo>
                  <a:lnTo>
                    <a:pt x="1038593" y="2170541"/>
                  </a:lnTo>
                  <a:lnTo>
                    <a:pt x="1045025" y="2158384"/>
                  </a:lnTo>
                  <a:lnTo>
                    <a:pt x="1051410" y="2145044"/>
                  </a:lnTo>
                  <a:lnTo>
                    <a:pt x="1057841" y="2130492"/>
                  </a:lnTo>
                  <a:lnTo>
                    <a:pt x="1064273" y="2114691"/>
                  </a:lnTo>
                  <a:lnTo>
                    <a:pt x="1070658" y="2097606"/>
                  </a:lnTo>
                  <a:lnTo>
                    <a:pt x="1077089" y="2079204"/>
                  </a:lnTo>
                  <a:lnTo>
                    <a:pt x="1083521" y="2059458"/>
                  </a:lnTo>
                  <a:lnTo>
                    <a:pt x="1089906" y="2038328"/>
                  </a:lnTo>
                  <a:lnTo>
                    <a:pt x="1096338" y="2015792"/>
                  </a:lnTo>
                  <a:lnTo>
                    <a:pt x="1102769" y="1991821"/>
                  </a:lnTo>
                  <a:lnTo>
                    <a:pt x="1109154" y="1966391"/>
                  </a:lnTo>
                  <a:lnTo>
                    <a:pt x="1115586" y="1939488"/>
                  </a:lnTo>
                  <a:lnTo>
                    <a:pt x="1122017" y="1911092"/>
                  </a:lnTo>
                  <a:lnTo>
                    <a:pt x="1128402" y="1881199"/>
                  </a:lnTo>
                  <a:lnTo>
                    <a:pt x="1134834" y="1849800"/>
                  </a:lnTo>
                  <a:lnTo>
                    <a:pt x="1141266" y="1816903"/>
                  </a:lnTo>
                  <a:lnTo>
                    <a:pt x="1147651" y="1782515"/>
                  </a:lnTo>
                  <a:lnTo>
                    <a:pt x="1154082" y="1746653"/>
                  </a:lnTo>
                  <a:lnTo>
                    <a:pt x="1160514" y="1709337"/>
                  </a:lnTo>
                  <a:lnTo>
                    <a:pt x="1166899" y="1670609"/>
                  </a:lnTo>
                  <a:lnTo>
                    <a:pt x="1173330" y="1630499"/>
                  </a:lnTo>
                  <a:lnTo>
                    <a:pt x="1179762" y="1589067"/>
                  </a:lnTo>
                  <a:lnTo>
                    <a:pt x="1186147" y="1546367"/>
                  </a:lnTo>
                  <a:lnTo>
                    <a:pt x="1192579" y="1502468"/>
                  </a:lnTo>
                  <a:lnTo>
                    <a:pt x="1199010" y="1457454"/>
                  </a:lnTo>
                  <a:lnTo>
                    <a:pt x="1205395" y="1411407"/>
                  </a:lnTo>
                  <a:lnTo>
                    <a:pt x="1211826" y="1364425"/>
                  </a:lnTo>
                  <a:lnTo>
                    <a:pt x="1218258" y="1316615"/>
                  </a:lnTo>
                  <a:lnTo>
                    <a:pt x="1224643" y="1268093"/>
                  </a:lnTo>
                  <a:lnTo>
                    <a:pt x="1231074" y="1218986"/>
                  </a:lnTo>
                  <a:lnTo>
                    <a:pt x="1237506" y="1169433"/>
                  </a:lnTo>
                  <a:lnTo>
                    <a:pt x="1243891" y="1119565"/>
                  </a:lnTo>
                  <a:lnTo>
                    <a:pt x="1250323" y="1069541"/>
                  </a:lnTo>
                  <a:lnTo>
                    <a:pt x="1256754" y="1019517"/>
                  </a:lnTo>
                  <a:lnTo>
                    <a:pt x="1263139" y="969655"/>
                  </a:lnTo>
                  <a:lnTo>
                    <a:pt x="1269571" y="920125"/>
                  </a:lnTo>
                  <a:lnTo>
                    <a:pt x="1276002" y="871099"/>
                  </a:lnTo>
                  <a:lnTo>
                    <a:pt x="1282387" y="822752"/>
                  </a:lnTo>
                  <a:lnTo>
                    <a:pt x="1288819" y="775271"/>
                  </a:lnTo>
                  <a:lnTo>
                    <a:pt x="1295251" y="728830"/>
                  </a:lnTo>
                  <a:lnTo>
                    <a:pt x="1301636" y="683620"/>
                  </a:lnTo>
                  <a:lnTo>
                    <a:pt x="1308067" y="639817"/>
                  </a:lnTo>
                  <a:lnTo>
                    <a:pt x="1314499" y="597602"/>
                  </a:lnTo>
                  <a:lnTo>
                    <a:pt x="1320884" y="557149"/>
                  </a:lnTo>
                  <a:lnTo>
                    <a:pt x="1327315" y="518635"/>
                  </a:lnTo>
                  <a:lnTo>
                    <a:pt x="1333747" y="482222"/>
                  </a:lnTo>
                  <a:lnTo>
                    <a:pt x="1340132" y="448071"/>
                  </a:lnTo>
                  <a:lnTo>
                    <a:pt x="1346564" y="416339"/>
                  </a:lnTo>
                  <a:lnTo>
                    <a:pt x="1352995" y="387169"/>
                  </a:lnTo>
                  <a:lnTo>
                    <a:pt x="1359380" y="360688"/>
                  </a:lnTo>
                  <a:lnTo>
                    <a:pt x="1365812" y="337021"/>
                  </a:lnTo>
                  <a:lnTo>
                    <a:pt x="1372243" y="316277"/>
                  </a:lnTo>
                  <a:lnTo>
                    <a:pt x="1378628" y="298555"/>
                  </a:lnTo>
                  <a:lnTo>
                    <a:pt x="1385060" y="283941"/>
                  </a:lnTo>
                  <a:lnTo>
                    <a:pt x="1391492" y="272502"/>
                  </a:lnTo>
                  <a:lnTo>
                    <a:pt x="1397877" y="264290"/>
                  </a:lnTo>
                  <a:lnTo>
                    <a:pt x="1404308" y="259347"/>
                  </a:lnTo>
                  <a:lnTo>
                    <a:pt x="1410740" y="257698"/>
                  </a:lnTo>
                  <a:lnTo>
                    <a:pt x="1417125" y="259347"/>
                  </a:lnTo>
                  <a:lnTo>
                    <a:pt x="1423556" y="264290"/>
                  </a:lnTo>
                  <a:lnTo>
                    <a:pt x="1429988" y="272502"/>
                  </a:lnTo>
                  <a:lnTo>
                    <a:pt x="1436373" y="283941"/>
                  </a:lnTo>
                  <a:lnTo>
                    <a:pt x="1442805" y="298555"/>
                  </a:lnTo>
                  <a:lnTo>
                    <a:pt x="1449236" y="316277"/>
                  </a:lnTo>
                  <a:lnTo>
                    <a:pt x="1455621" y="337021"/>
                  </a:lnTo>
                  <a:lnTo>
                    <a:pt x="1462053" y="360688"/>
                  </a:lnTo>
                  <a:lnTo>
                    <a:pt x="1468484" y="387169"/>
                  </a:lnTo>
                  <a:lnTo>
                    <a:pt x="1474869" y="416344"/>
                  </a:lnTo>
                  <a:lnTo>
                    <a:pt x="1481301" y="448076"/>
                  </a:lnTo>
                  <a:lnTo>
                    <a:pt x="1487733" y="482227"/>
                  </a:lnTo>
                  <a:lnTo>
                    <a:pt x="1494117" y="518640"/>
                  </a:lnTo>
                  <a:lnTo>
                    <a:pt x="1500549" y="557158"/>
                  </a:lnTo>
                  <a:lnTo>
                    <a:pt x="1506981" y="597611"/>
                  </a:lnTo>
                  <a:lnTo>
                    <a:pt x="1513366" y="639827"/>
                  </a:lnTo>
                  <a:lnTo>
                    <a:pt x="1519797" y="683635"/>
                  </a:lnTo>
                  <a:lnTo>
                    <a:pt x="1526229" y="728849"/>
                  </a:lnTo>
                  <a:lnTo>
                    <a:pt x="1532614" y="775290"/>
                  </a:lnTo>
                  <a:lnTo>
                    <a:pt x="1539045" y="822776"/>
                  </a:lnTo>
                  <a:lnTo>
                    <a:pt x="1545477" y="871123"/>
                  </a:lnTo>
                  <a:lnTo>
                    <a:pt x="1551862" y="920158"/>
                  </a:lnTo>
                  <a:lnTo>
                    <a:pt x="1558294" y="969698"/>
                  </a:lnTo>
                  <a:lnTo>
                    <a:pt x="1564725" y="1019565"/>
                  </a:lnTo>
                  <a:lnTo>
                    <a:pt x="1571110" y="1069603"/>
                  </a:lnTo>
                  <a:lnTo>
                    <a:pt x="1577542" y="1119637"/>
                  </a:lnTo>
                  <a:lnTo>
                    <a:pt x="1583973" y="1169518"/>
                  </a:lnTo>
                  <a:lnTo>
                    <a:pt x="1590358" y="1219091"/>
                  </a:lnTo>
                  <a:lnTo>
                    <a:pt x="1596790" y="1268217"/>
                  </a:lnTo>
                  <a:lnTo>
                    <a:pt x="1603222" y="1316758"/>
                  </a:lnTo>
                  <a:lnTo>
                    <a:pt x="1609607" y="1364596"/>
                  </a:lnTo>
                  <a:lnTo>
                    <a:pt x="1616038" y="1411612"/>
                  </a:lnTo>
                  <a:lnTo>
                    <a:pt x="1622470" y="1457696"/>
                  </a:lnTo>
                  <a:lnTo>
                    <a:pt x="1628855" y="1502759"/>
                  </a:lnTo>
                  <a:lnTo>
                    <a:pt x="1635286" y="1546709"/>
                  </a:lnTo>
                  <a:lnTo>
                    <a:pt x="1641718" y="1589471"/>
                  </a:lnTo>
                  <a:lnTo>
                    <a:pt x="1648103" y="1630979"/>
                  </a:lnTo>
                  <a:lnTo>
                    <a:pt x="1654535" y="1671170"/>
                  </a:lnTo>
                  <a:lnTo>
                    <a:pt x="1660966" y="1710002"/>
                  </a:lnTo>
                  <a:lnTo>
                    <a:pt x="1667351" y="1747433"/>
                  </a:lnTo>
                  <a:lnTo>
                    <a:pt x="1673783" y="1783427"/>
                  </a:lnTo>
                  <a:lnTo>
                    <a:pt x="1680214" y="1817973"/>
                  </a:lnTo>
                  <a:lnTo>
                    <a:pt x="1686599" y="1851050"/>
                  </a:lnTo>
                  <a:lnTo>
                    <a:pt x="1693030" y="1882658"/>
                  </a:lnTo>
                  <a:lnTo>
                    <a:pt x="1699462" y="1912793"/>
                  </a:lnTo>
                  <a:lnTo>
                    <a:pt x="1705847" y="1941464"/>
                  </a:lnTo>
                  <a:lnTo>
                    <a:pt x="1712279" y="1968686"/>
                  </a:lnTo>
                  <a:lnTo>
                    <a:pt x="1718710" y="1994483"/>
                  </a:lnTo>
                  <a:lnTo>
                    <a:pt x="1725095" y="2018872"/>
                  </a:lnTo>
                  <a:lnTo>
                    <a:pt x="1731527" y="2041888"/>
                  </a:lnTo>
                  <a:lnTo>
                    <a:pt x="1737958" y="2063564"/>
                  </a:lnTo>
                  <a:lnTo>
                    <a:pt x="1744343" y="2083937"/>
                  </a:lnTo>
                  <a:lnTo>
                    <a:pt x="1750775" y="2103052"/>
                  </a:lnTo>
                  <a:lnTo>
                    <a:pt x="1757207" y="2120940"/>
                  </a:lnTo>
                  <a:lnTo>
                    <a:pt x="1763592" y="2137659"/>
                  </a:lnTo>
                  <a:lnTo>
                    <a:pt x="1770023" y="2153252"/>
                  </a:lnTo>
                  <a:lnTo>
                    <a:pt x="1776455" y="2167766"/>
                  </a:lnTo>
                  <a:lnTo>
                    <a:pt x="1782840" y="2181244"/>
                  </a:lnTo>
                  <a:lnTo>
                    <a:pt x="1789271" y="2193747"/>
                  </a:lnTo>
                  <a:lnTo>
                    <a:pt x="1795703" y="2205315"/>
                  </a:lnTo>
                  <a:lnTo>
                    <a:pt x="1802088" y="2216003"/>
                  </a:lnTo>
                  <a:lnTo>
                    <a:pt x="1808520" y="2225854"/>
                  </a:lnTo>
                  <a:lnTo>
                    <a:pt x="1814951" y="2234922"/>
                  </a:lnTo>
                  <a:lnTo>
                    <a:pt x="1821336" y="2243253"/>
                  </a:lnTo>
                  <a:lnTo>
                    <a:pt x="1827768" y="2250890"/>
                  </a:lnTo>
                  <a:lnTo>
                    <a:pt x="1834199" y="2257881"/>
                  </a:lnTo>
                  <a:lnTo>
                    <a:pt x="1840584" y="2264264"/>
                  </a:lnTo>
                  <a:lnTo>
                    <a:pt x="1847016" y="2270090"/>
                  </a:lnTo>
                  <a:lnTo>
                    <a:pt x="1853448" y="2275389"/>
                  </a:lnTo>
                  <a:lnTo>
                    <a:pt x="1859833" y="2280203"/>
                  </a:lnTo>
                  <a:lnTo>
                    <a:pt x="1866264" y="2284571"/>
                  </a:lnTo>
                  <a:lnTo>
                    <a:pt x="1872696" y="2288525"/>
                  </a:lnTo>
                  <a:lnTo>
                    <a:pt x="1879081" y="2292099"/>
                  </a:lnTo>
                  <a:lnTo>
                    <a:pt x="1885512" y="2295321"/>
                  </a:lnTo>
                  <a:lnTo>
                    <a:pt x="1891944" y="2298225"/>
                  </a:lnTo>
                  <a:lnTo>
                    <a:pt x="1898329" y="2300829"/>
                  </a:lnTo>
                  <a:lnTo>
                    <a:pt x="1904761" y="2303172"/>
                  </a:lnTo>
                  <a:lnTo>
                    <a:pt x="1911192" y="2305268"/>
                  </a:lnTo>
                  <a:lnTo>
                    <a:pt x="1917577" y="2307140"/>
                  </a:lnTo>
                  <a:lnTo>
                    <a:pt x="1924009" y="2308813"/>
                  </a:lnTo>
                </a:path>
              </a:pathLst>
            </a:custGeom>
            <a:noFill/>
            <a:ln w="47070" cap="flat">
              <a:solidFill>
                <a:srgbClr val="33A12B"/>
              </a:solidFill>
              <a:prstDash val="solid"/>
              <a:round/>
            </a:ln>
            <a:scene3d>
              <a:camera prst="isometricRightUp">
                <a:rot lat="2100000" lon="18600000" rev="0"/>
              </a:camera>
              <a:lightRig rig="threePt" dir="t"/>
            </a:scene3d>
          </p:spPr>
        </p:sp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D5C43AAB-6320-8C0C-1AD0-6C9758225C95}"/>
                </a:ext>
              </a:extLst>
            </p:cNvPr>
            <p:cNvSpPr/>
            <p:nvPr/>
          </p:nvSpPr>
          <p:spPr>
            <a:xfrm>
              <a:off x="-1694542" y="3481788"/>
              <a:ext cx="1519107" cy="1085584"/>
            </a:xfrm>
            <a:custGeom>
              <a:avLst/>
              <a:gdLst>
                <a:gd name="csX0" fmla="*/ -1081 w 1924816"/>
                <a:gd name="csY0" fmla="*/ 2300273 h 2300507"/>
                <a:gd name="csX1" fmla="*/ 5351 w 1924816"/>
                <a:gd name="csY1" fmla="*/ 2297541 h 2300507"/>
                <a:gd name="csX2" fmla="*/ 11736 w 1924816"/>
                <a:gd name="csY2" fmla="*/ 2294314 h 2300507"/>
                <a:gd name="csX3" fmla="*/ 18167 w 1924816"/>
                <a:gd name="csY3" fmla="*/ 2290517 h 2300507"/>
                <a:gd name="csX4" fmla="*/ 24599 w 1924816"/>
                <a:gd name="csY4" fmla="*/ 2286045 h 2300507"/>
                <a:gd name="csX5" fmla="*/ 30984 w 1924816"/>
                <a:gd name="csY5" fmla="*/ 2280788 h 2300507"/>
                <a:gd name="csX6" fmla="*/ 37416 w 1924816"/>
                <a:gd name="csY6" fmla="*/ 2274624 h 2300507"/>
                <a:gd name="csX7" fmla="*/ 43847 w 1924816"/>
                <a:gd name="csY7" fmla="*/ 2267410 h 2300507"/>
                <a:gd name="csX8" fmla="*/ 50232 w 1924816"/>
                <a:gd name="csY8" fmla="*/ 2258994 h 2300507"/>
                <a:gd name="csX9" fmla="*/ 56664 w 1924816"/>
                <a:gd name="csY9" fmla="*/ 2249204 h 2300507"/>
                <a:gd name="csX10" fmla="*/ 63095 w 1924816"/>
                <a:gd name="csY10" fmla="*/ 2237850 h 2300507"/>
                <a:gd name="csX11" fmla="*/ 69480 w 1924816"/>
                <a:gd name="csY11" fmla="*/ 2224743 h 2300507"/>
                <a:gd name="csX12" fmla="*/ 75912 w 1924816"/>
                <a:gd name="csY12" fmla="*/ 2209659 h 2300507"/>
                <a:gd name="csX13" fmla="*/ 82344 w 1924816"/>
                <a:gd name="csY13" fmla="*/ 2192379 h 2300507"/>
                <a:gd name="csX14" fmla="*/ 88729 w 1924816"/>
                <a:gd name="csY14" fmla="*/ 2172666 h 2300507"/>
                <a:gd name="csX15" fmla="*/ 95160 w 1924816"/>
                <a:gd name="csY15" fmla="*/ 2150277 h 2300507"/>
                <a:gd name="csX16" fmla="*/ 101592 w 1924816"/>
                <a:gd name="csY16" fmla="*/ 2124966 h 2300507"/>
                <a:gd name="csX17" fmla="*/ 107977 w 1924816"/>
                <a:gd name="csY17" fmla="*/ 2096489 h 2300507"/>
                <a:gd name="csX18" fmla="*/ 114408 w 1924816"/>
                <a:gd name="csY18" fmla="*/ 2064596 h 2300507"/>
                <a:gd name="csX19" fmla="*/ 120840 w 1924816"/>
                <a:gd name="csY19" fmla="*/ 2029067 h 2300507"/>
                <a:gd name="csX20" fmla="*/ 127225 w 1924816"/>
                <a:gd name="csY20" fmla="*/ 1989678 h 2300507"/>
                <a:gd name="csX21" fmla="*/ 133657 w 1924816"/>
                <a:gd name="csY21" fmla="*/ 1946236 h 2300507"/>
                <a:gd name="csX22" fmla="*/ 140088 w 1924816"/>
                <a:gd name="csY22" fmla="*/ 1898589 h 2300507"/>
                <a:gd name="csX23" fmla="*/ 146473 w 1924816"/>
                <a:gd name="csY23" fmla="*/ 1846602 h 2300507"/>
                <a:gd name="csX24" fmla="*/ 152905 w 1924816"/>
                <a:gd name="csY24" fmla="*/ 1790195 h 2300507"/>
                <a:gd name="csX25" fmla="*/ 159336 w 1924816"/>
                <a:gd name="csY25" fmla="*/ 1729340 h 2300507"/>
                <a:gd name="csX26" fmla="*/ 165721 w 1924816"/>
                <a:gd name="csY26" fmla="*/ 1664066 h 2300507"/>
                <a:gd name="csX27" fmla="*/ 172153 w 1924816"/>
                <a:gd name="csY27" fmla="*/ 1594457 h 2300507"/>
                <a:gd name="csX28" fmla="*/ 178585 w 1924816"/>
                <a:gd name="csY28" fmla="*/ 1520685 h 2300507"/>
                <a:gd name="csX29" fmla="*/ 184970 w 1924816"/>
                <a:gd name="csY29" fmla="*/ 1442988 h 2300507"/>
                <a:gd name="csX30" fmla="*/ 191401 w 1924816"/>
                <a:gd name="csY30" fmla="*/ 1361683 h 2300507"/>
                <a:gd name="csX31" fmla="*/ 197833 w 1924816"/>
                <a:gd name="csY31" fmla="*/ 1277161 h 2300507"/>
                <a:gd name="csX32" fmla="*/ 204218 w 1924816"/>
                <a:gd name="csY32" fmla="*/ 1189907 h 2300507"/>
                <a:gd name="csX33" fmla="*/ 210649 w 1924816"/>
                <a:gd name="csY33" fmla="*/ 1100471 h 2300507"/>
                <a:gd name="csX34" fmla="*/ 217081 w 1924816"/>
                <a:gd name="csY34" fmla="*/ 1009495 h 2300507"/>
                <a:gd name="csX35" fmla="*/ 223466 w 1924816"/>
                <a:gd name="csY35" fmla="*/ 917678 h 2300507"/>
                <a:gd name="csX36" fmla="*/ 229898 w 1924816"/>
                <a:gd name="csY36" fmla="*/ 825785 h 2300507"/>
                <a:gd name="csX37" fmla="*/ 236329 w 1924816"/>
                <a:gd name="csY37" fmla="*/ 734633 h 2300507"/>
                <a:gd name="csX38" fmla="*/ 242714 w 1924816"/>
                <a:gd name="csY38" fmla="*/ 645084 h 2300507"/>
                <a:gd name="csX39" fmla="*/ 249145 w 1924816"/>
                <a:gd name="csY39" fmla="*/ 558019 h 2300507"/>
                <a:gd name="csX40" fmla="*/ 255577 w 1924816"/>
                <a:gd name="csY40" fmla="*/ 474348 h 2300507"/>
                <a:gd name="csX41" fmla="*/ 261962 w 1924816"/>
                <a:gd name="csY41" fmla="*/ 394968 h 2300507"/>
                <a:gd name="csX42" fmla="*/ 268393 w 1924816"/>
                <a:gd name="csY42" fmla="*/ 320754 h 2300507"/>
                <a:gd name="csX43" fmla="*/ 274825 w 1924816"/>
                <a:gd name="csY43" fmla="*/ 252557 h 2300507"/>
                <a:gd name="csX44" fmla="*/ 281210 w 1924816"/>
                <a:gd name="csY44" fmla="*/ 191160 h 2300507"/>
                <a:gd name="csX45" fmla="*/ 287642 w 1924816"/>
                <a:gd name="csY45" fmla="*/ 137296 h 2300507"/>
                <a:gd name="csX46" fmla="*/ 294073 w 1924816"/>
                <a:gd name="csY46" fmla="*/ 91606 h 2300507"/>
                <a:gd name="csX47" fmla="*/ 300458 w 1924816"/>
                <a:gd name="csY47" fmla="*/ 54632 h 2300507"/>
                <a:gd name="csX48" fmla="*/ 306890 w 1924816"/>
                <a:gd name="csY48" fmla="*/ 26812 h 2300507"/>
                <a:gd name="csX49" fmla="*/ 313321 w 1924816"/>
                <a:gd name="csY49" fmla="*/ 8458 h 2300507"/>
                <a:gd name="csX50" fmla="*/ 319706 w 1924816"/>
                <a:gd name="csY50" fmla="*/ -234 h 2300507"/>
                <a:gd name="csX51" fmla="*/ 326138 w 1924816"/>
                <a:gd name="csY51" fmla="*/ 806 h 2300507"/>
                <a:gd name="csX52" fmla="*/ 332570 w 1924816"/>
                <a:gd name="csY52" fmla="*/ 11504 h 2300507"/>
                <a:gd name="csX53" fmla="*/ 338955 w 1924816"/>
                <a:gd name="csY53" fmla="*/ 31664 h 2300507"/>
                <a:gd name="csX54" fmla="*/ 345386 w 1924816"/>
                <a:gd name="csY54" fmla="*/ 60963 h 2300507"/>
                <a:gd name="csX55" fmla="*/ 351818 w 1924816"/>
                <a:gd name="csY55" fmla="*/ 98968 h 2300507"/>
                <a:gd name="csX56" fmla="*/ 358203 w 1924816"/>
                <a:gd name="csY56" fmla="*/ 145128 h 2300507"/>
                <a:gd name="csX57" fmla="*/ 364634 w 1924816"/>
                <a:gd name="csY57" fmla="*/ 198793 h 2300507"/>
                <a:gd name="csX58" fmla="*/ 371066 w 1924816"/>
                <a:gd name="csY58" fmla="*/ 259243 h 2300507"/>
                <a:gd name="csX59" fmla="*/ 377451 w 1924816"/>
                <a:gd name="csY59" fmla="*/ 325673 h 2300507"/>
                <a:gd name="csX60" fmla="*/ 383883 w 1924816"/>
                <a:gd name="csY60" fmla="*/ 397244 h 2300507"/>
                <a:gd name="csX61" fmla="*/ 390314 w 1924816"/>
                <a:gd name="csY61" fmla="*/ 473069 h 2300507"/>
                <a:gd name="csX62" fmla="*/ 396699 w 1924816"/>
                <a:gd name="csY62" fmla="*/ 552245 h 2300507"/>
                <a:gd name="csX63" fmla="*/ 403131 w 1924816"/>
                <a:gd name="csY63" fmla="*/ 633868 h 2300507"/>
                <a:gd name="csX64" fmla="*/ 409562 w 1924816"/>
                <a:gd name="csY64" fmla="*/ 717049 h 2300507"/>
                <a:gd name="csX65" fmla="*/ 415947 w 1924816"/>
                <a:gd name="csY65" fmla="*/ 800925 h 2300507"/>
                <a:gd name="csX66" fmla="*/ 422379 w 1924816"/>
                <a:gd name="csY66" fmla="*/ 884672 h 2300507"/>
                <a:gd name="csX67" fmla="*/ 428811 w 1924816"/>
                <a:gd name="csY67" fmla="*/ 967526 h 2300507"/>
                <a:gd name="csX68" fmla="*/ 435195 w 1924816"/>
                <a:gd name="csY68" fmla="*/ 1048778 h 2300507"/>
                <a:gd name="csX69" fmla="*/ 441627 w 1924816"/>
                <a:gd name="csY69" fmla="*/ 1127797 h 2300507"/>
                <a:gd name="csX70" fmla="*/ 448059 w 1924816"/>
                <a:gd name="csY70" fmla="*/ 1204017 h 2300507"/>
                <a:gd name="csX71" fmla="*/ 454444 w 1924816"/>
                <a:gd name="csY71" fmla="*/ 1276957 h 2300507"/>
                <a:gd name="csX72" fmla="*/ 460875 w 1924816"/>
                <a:gd name="csY72" fmla="*/ 1346223 h 2300507"/>
                <a:gd name="csX73" fmla="*/ 467307 w 1924816"/>
                <a:gd name="csY73" fmla="*/ 1411493 h 2300507"/>
                <a:gd name="csX74" fmla="*/ 473692 w 1924816"/>
                <a:gd name="csY74" fmla="*/ 1472529 h 2300507"/>
                <a:gd name="csX75" fmla="*/ 480123 w 1924816"/>
                <a:gd name="csY75" fmla="*/ 1529159 h 2300507"/>
                <a:gd name="csX76" fmla="*/ 486555 w 1924816"/>
                <a:gd name="csY76" fmla="*/ 1581293 h 2300507"/>
                <a:gd name="csX77" fmla="*/ 492940 w 1924816"/>
                <a:gd name="csY77" fmla="*/ 1628903 h 2300507"/>
                <a:gd name="csX78" fmla="*/ 499372 w 1924816"/>
                <a:gd name="csY78" fmla="*/ 1672012 h 2300507"/>
                <a:gd name="csX79" fmla="*/ 505803 w 1924816"/>
                <a:gd name="csY79" fmla="*/ 1710706 h 2300507"/>
                <a:gd name="csX80" fmla="*/ 512188 w 1924816"/>
                <a:gd name="csY80" fmla="*/ 1745104 h 2300507"/>
                <a:gd name="csX81" fmla="*/ 518620 w 1924816"/>
                <a:gd name="csY81" fmla="*/ 1775372 h 2300507"/>
                <a:gd name="csX82" fmla="*/ 525051 w 1924816"/>
                <a:gd name="csY82" fmla="*/ 1801701 h 2300507"/>
                <a:gd name="csX83" fmla="*/ 531436 w 1924816"/>
                <a:gd name="csY83" fmla="*/ 1824303 h 2300507"/>
                <a:gd name="csX84" fmla="*/ 537868 w 1924816"/>
                <a:gd name="csY84" fmla="*/ 1843408 h 2300507"/>
                <a:gd name="csX85" fmla="*/ 544300 w 1924816"/>
                <a:gd name="csY85" fmla="*/ 1859262 h 2300507"/>
                <a:gd name="csX86" fmla="*/ 550685 w 1924816"/>
                <a:gd name="csY86" fmla="*/ 1872103 h 2300507"/>
                <a:gd name="csX87" fmla="*/ 557116 w 1924816"/>
                <a:gd name="csY87" fmla="*/ 1882183 h 2300507"/>
                <a:gd name="csX88" fmla="*/ 563548 w 1924816"/>
                <a:gd name="csY88" fmla="*/ 1889744 h 2300507"/>
                <a:gd name="csX89" fmla="*/ 569933 w 1924816"/>
                <a:gd name="csY89" fmla="*/ 1895020 h 2300507"/>
                <a:gd name="csX90" fmla="*/ 576364 w 1924816"/>
                <a:gd name="csY90" fmla="*/ 1898237 h 2300507"/>
                <a:gd name="csX91" fmla="*/ 582796 w 1924816"/>
                <a:gd name="csY91" fmla="*/ 1899610 h 2300507"/>
                <a:gd name="csX92" fmla="*/ 589181 w 1924816"/>
                <a:gd name="csY92" fmla="*/ 1899335 h 2300507"/>
                <a:gd name="csX93" fmla="*/ 595613 w 1924816"/>
                <a:gd name="csY93" fmla="*/ 1897605 h 2300507"/>
                <a:gd name="csX94" fmla="*/ 602044 w 1924816"/>
                <a:gd name="csY94" fmla="*/ 1894587 h 2300507"/>
                <a:gd name="csX95" fmla="*/ 608429 w 1924816"/>
                <a:gd name="csY95" fmla="*/ 1890438 h 2300507"/>
                <a:gd name="csX96" fmla="*/ 614861 w 1924816"/>
                <a:gd name="csY96" fmla="*/ 1885301 h 2300507"/>
                <a:gd name="csX97" fmla="*/ 621292 w 1924816"/>
                <a:gd name="csY97" fmla="*/ 1879298 h 2300507"/>
                <a:gd name="csX98" fmla="*/ 627677 w 1924816"/>
                <a:gd name="csY98" fmla="*/ 1872545 h 2300507"/>
                <a:gd name="csX99" fmla="*/ 634109 w 1924816"/>
                <a:gd name="csY99" fmla="*/ 1865146 h 2300507"/>
                <a:gd name="csX100" fmla="*/ 640541 w 1924816"/>
                <a:gd name="csY100" fmla="*/ 1857186 h 2300507"/>
                <a:gd name="csX101" fmla="*/ 646926 w 1924816"/>
                <a:gd name="csY101" fmla="*/ 1848736 h 2300507"/>
                <a:gd name="csX102" fmla="*/ 653357 w 1924816"/>
                <a:gd name="csY102" fmla="*/ 1839872 h 2300507"/>
                <a:gd name="csX103" fmla="*/ 659789 w 1924816"/>
                <a:gd name="csY103" fmla="*/ 1830653 h 2300507"/>
                <a:gd name="csX104" fmla="*/ 666174 w 1924816"/>
                <a:gd name="csY104" fmla="*/ 1821124 h 2300507"/>
                <a:gd name="csX105" fmla="*/ 672605 w 1924816"/>
                <a:gd name="csY105" fmla="*/ 1811329 h 2300507"/>
                <a:gd name="csX106" fmla="*/ 679037 w 1924816"/>
                <a:gd name="csY106" fmla="*/ 1801307 h 2300507"/>
                <a:gd name="csX107" fmla="*/ 685422 w 1924816"/>
                <a:gd name="csY107" fmla="*/ 1791089 h 2300507"/>
                <a:gd name="csX108" fmla="*/ 691854 w 1924816"/>
                <a:gd name="csY108" fmla="*/ 1780705 h 2300507"/>
                <a:gd name="csX109" fmla="*/ 698285 w 1924816"/>
                <a:gd name="csY109" fmla="*/ 1770178 h 2300507"/>
                <a:gd name="csX110" fmla="*/ 704670 w 1924816"/>
                <a:gd name="csY110" fmla="*/ 1759523 h 2300507"/>
                <a:gd name="csX111" fmla="*/ 711102 w 1924816"/>
                <a:gd name="csY111" fmla="*/ 1748768 h 2300507"/>
                <a:gd name="csX112" fmla="*/ 717533 w 1924816"/>
                <a:gd name="csY112" fmla="*/ 1737919 h 2300507"/>
                <a:gd name="csX113" fmla="*/ 723918 w 1924816"/>
                <a:gd name="csY113" fmla="*/ 1726993 h 2300507"/>
                <a:gd name="csX114" fmla="*/ 730349 w 1924816"/>
                <a:gd name="csY114" fmla="*/ 1716000 h 2300507"/>
                <a:gd name="csX115" fmla="*/ 736781 w 1924816"/>
                <a:gd name="csY115" fmla="*/ 1704956 h 2300507"/>
                <a:gd name="csX116" fmla="*/ 743166 w 1924816"/>
                <a:gd name="csY116" fmla="*/ 1693868 h 2300507"/>
                <a:gd name="csX117" fmla="*/ 749598 w 1924816"/>
                <a:gd name="csY117" fmla="*/ 1682743 h 2300507"/>
                <a:gd name="csX118" fmla="*/ 756029 w 1924816"/>
                <a:gd name="csY118" fmla="*/ 1671589 h 2300507"/>
                <a:gd name="csX119" fmla="*/ 762414 w 1924816"/>
                <a:gd name="csY119" fmla="*/ 1660421 h 2300507"/>
                <a:gd name="csX120" fmla="*/ 768846 w 1924816"/>
                <a:gd name="csY120" fmla="*/ 1649238 h 2300507"/>
                <a:gd name="csX121" fmla="*/ 775277 w 1924816"/>
                <a:gd name="csY121" fmla="*/ 1638051 h 2300507"/>
                <a:gd name="csX122" fmla="*/ 781662 w 1924816"/>
                <a:gd name="csY122" fmla="*/ 1626869 h 2300507"/>
                <a:gd name="csX123" fmla="*/ 788094 w 1924816"/>
                <a:gd name="csY123" fmla="*/ 1615700 h 2300507"/>
                <a:gd name="csX124" fmla="*/ 794526 w 1924816"/>
                <a:gd name="csY124" fmla="*/ 1604546 h 2300507"/>
                <a:gd name="csX125" fmla="*/ 800911 w 1924816"/>
                <a:gd name="csY125" fmla="*/ 1593416 h 2300507"/>
                <a:gd name="csX126" fmla="*/ 807342 w 1924816"/>
                <a:gd name="csY126" fmla="*/ 1582315 h 2300507"/>
                <a:gd name="csX127" fmla="*/ 813774 w 1924816"/>
                <a:gd name="csY127" fmla="*/ 1571256 h 2300507"/>
                <a:gd name="csX128" fmla="*/ 820159 w 1924816"/>
                <a:gd name="csY128" fmla="*/ 1560239 h 2300507"/>
                <a:gd name="csX129" fmla="*/ 826590 w 1924816"/>
                <a:gd name="csY129" fmla="*/ 1549280 h 2300507"/>
                <a:gd name="csX130" fmla="*/ 833022 w 1924816"/>
                <a:gd name="csY130" fmla="*/ 1538373 h 2300507"/>
                <a:gd name="csX131" fmla="*/ 839407 w 1924816"/>
                <a:gd name="csY131" fmla="*/ 1527538 h 2300507"/>
                <a:gd name="csX132" fmla="*/ 845839 w 1924816"/>
                <a:gd name="csY132" fmla="*/ 1516774 h 2300507"/>
                <a:gd name="csX133" fmla="*/ 852270 w 1924816"/>
                <a:gd name="csY133" fmla="*/ 1506090 h 2300507"/>
                <a:gd name="csX134" fmla="*/ 858655 w 1924816"/>
                <a:gd name="csY134" fmla="*/ 1495497 h 2300507"/>
                <a:gd name="csX135" fmla="*/ 865087 w 1924816"/>
                <a:gd name="csY135" fmla="*/ 1484994 h 2300507"/>
                <a:gd name="csX136" fmla="*/ 871518 w 1924816"/>
                <a:gd name="csY136" fmla="*/ 1474596 h 2300507"/>
                <a:gd name="csX137" fmla="*/ 877903 w 1924816"/>
                <a:gd name="csY137" fmla="*/ 1464302 h 2300507"/>
                <a:gd name="csX138" fmla="*/ 884335 w 1924816"/>
                <a:gd name="csY138" fmla="*/ 1454127 h 2300507"/>
                <a:gd name="csX139" fmla="*/ 890767 w 1924816"/>
                <a:gd name="csY139" fmla="*/ 1444076 h 2300507"/>
                <a:gd name="csX140" fmla="*/ 897152 w 1924816"/>
                <a:gd name="csY140" fmla="*/ 1434153 h 2300507"/>
                <a:gd name="csX141" fmla="*/ 903583 w 1924816"/>
                <a:gd name="csY141" fmla="*/ 1424368 h 2300507"/>
                <a:gd name="csX142" fmla="*/ 910015 w 1924816"/>
                <a:gd name="csY142" fmla="*/ 1414725 h 2300507"/>
                <a:gd name="csX143" fmla="*/ 916400 w 1924816"/>
                <a:gd name="csY143" fmla="*/ 1405234 h 2300507"/>
                <a:gd name="csX144" fmla="*/ 922831 w 1924816"/>
                <a:gd name="csY144" fmla="*/ 1395901 h 2300507"/>
                <a:gd name="csX145" fmla="*/ 929263 w 1924816"/>
                <a:gd name="csY145" fmla="*/ 1386728 h 2300507"/>
                <a:gd name="csX146" fmla="*/ 935648 w 1924816"/>
                <a:gd name="csY146" fmla="*/ 1377732 h 2300507"/>
                <a:gd name="csX147" fmla="*/ 942080 w 1924816"/>
                <a:gd name="csY147" fmla="*/ 1368911 h 2300507"/>
                <a:gd name="csX148" fmla="*/ 948511 w 1924816"/>
                <a:gd name="csY148" fmla="*/ 1360276 h 2300507"/>
                <a:gd name="csX149" fmla="*/ 954896 w 1924816"/>
                <a:gd name="csY149" fmla="*/ 1351831 h 2300507"/>
                <a:gd name="csX150" fmla="*/ 961328 w 1924816"/>
                <a:gd name="csY150" fmla="*/ 1343586 h 2300507"/>
                <a:gd name="csX151" fmla="*/ 967759 w 1924816"/>
                <a:gd name="csY151" fmla="*/ 1335540 h 2300507"/>
                <a:gd name="csX152" fmla="*/ 974144 w 1924816"/>
                <a:gd name="csY152" fmla="*/ 1327708 h 2300507"/>
                <a:gd name="csX153" fmla="*/ 980576 w 1924816"/>
                <a:gd name="csY153" fmla="*/ 1320090 h 2300507"/>
                <a:gd name="csX154" fmla="*/ 987008 w 1924816"/>
                <a:gd name="csY154" fmla="*/ 1312695 h 2300507"/>
                <a:gd name="csX155" fmla="*/ 993392 w 1924816"/>
                <a:gd name="csY155" fmla="*/ 1305528 h 2300507"/>
                <a:gd name="csX156" fmla="*/ 999824 w 1924816"/>
                <a:gd name="csY156" fmla="*/ 1298590 h 2300507"/>
                <a:gd name="csX157" fmla="*/ 1006256 w 1924816"/>
                <a:gd name="csY157" fmla="*/ 1291894 h 2300507"/>
                <a:gd name="csX158" fmla="*/ 1012641 w 1924816"/>
                <a:gd name="csY158" fmla="*/ 1285440 h 2300507"/>
                <a:gd name="csX159" fmla="*/ 1019072 w 1924816"/>
                <a:gd name="csY159" fmla="*/ 1279238 h 2300507"/>
                <a:gd name="csX160" fmla="*/ 1025504 w 1924816"/>
                <a:gd name="csY160" fmla="*/ 1273288 h 2300507"/>
                <a:gd name="csX161" fmla="*/ 1031889 w 1924816"/>
                <a:gd name="csY161" fmla="*/ 1267594 h 2300507"/>
                <a:gd name="csX162" fmla="*/ 1038320 w 1924816"/>
                <a:gd name="csY162" fmla="*/ 1262167 h 2300507"/>
                <a:gd name="csX163" fmla="*/ 1044752 w 1924816"/>
                <a:gd name="csY163" fmla="*/ 1257006 h 2300507"/>
                <a:gd name="csX164" fmla="*/ 1051137 w 1924816"/>
                <a:gd name="csY164" fmla="*/ 1252121 h 2300507"/>
                <a:gd name="csX165" fmla="*/ 1057569 w 1924816"/>
                <a:gd name="csY165" fmla="*/ 1247506 h 2300507"/>
                <a:gd name="csX166" fmla="*/ 1064000 w 1924816"/>
                <a:gd name="csY166" fmla="*/ 1243172 h 2300507"/>
                <a:gd name="csX167" fmla="*/ 1070385 w 1924816"/>
                <a:gd name="csY167" fmla="*/ 1239123 h 2300507"/>
                <a:gd name="csX168" fmla="*/ 1076817 w 1924816"/>
                <a:gd name="csY168" fmla="*/ 1235359 h 2300507"/>
                <a:gd name="csX169" fmla="*/ 1083248 w 1924816"/>
                <a:gd name="csY169" fmla="*/ 1231885 h 2300507"/>
                <a:gd name="csX170" fmla="*/ 1089633 w 1924816"/>
                <a:gd name="csY170" fmla="*/ 1228705 h 2300507"/>
                <a:gd name="csX171" fmla="*/ 1096065 w 1924816"/>
                <a:gd name="csY171" fmla="*/ 1225816 h 2300507"/>
                <a:gd name="csX172" fmla="*/ 1102497 w 1924816"/>
                <a:gd name="csY172" fmla="*/ 1223226 h 2300507"/>
                <a:gd name="csX173" fmla="*/ 1108882 w 1924816"/>
                <a:gd name="csY173" fmla="*/ 1220940 h 2300507"/>
                <a:gd name="csX174" fmla="*/ 1115313 w 1924816"/>
                <a:gd name="csY174" fmla="*/ 1218949 h 2300507"/>
                <a:gd name="csX175" fmla="*/ 1121745 w 1924816"/>
                <a:gd name="csY175" fmla="*/ 1217266 h 2300507"/>
                <a:gd name="csX176" fmla="*/ 1128130 w 1924816"/>
                <a:gd name="csY176" fmla="*/ 1215883 h 2300507"/>
                <a:gd name="csX177" fmla="*/ 1134561 w 1924816"/>
                <a:gd name="csY177" fmla="*/ 1214809 h 2300507"/>
                <a:gd name="csX178" fmla="*/ 1140993 w 1924816"/>
                <a:gd name="csY178" fmla="*/ 1214039 h 2300507"/>
                <a:gd name="csX179" fmla="*/ 1147378 w 1924816"/>
                <a:gd name="csY179" fmla="*/ 1213578 h 2300507"/>
                <a:gd name="csX180" fmla="*/ 1153810 w 1924816"/>
                <a:gd name="csY180" fmla="*/ 1213426 h 2300507"/>
                <a:gd name="csX181" fmla="*/ 1160241 w 1924816"/>
                <a:gd name="csY181" fmla="*/ 1213578 h 2300507"/>
                <a:gd name="csX182" fmla="*/ 1166626 w 1924816"/>
                <a:gd name="csY182" fmla="*/ 1214039 h 2300507"/>
                <a:gd name="csX183" fmla="*/ 1173058 w 1924816"/>
                <a:gd name="csY183" fmla="*/ 1214809 h 2300507"/>
                <a:gd name="csX184" fmla="*/ 1179489 w 1924816"/>
                <a:gd name="csY184" fmla="*/ 1215883 h 2300507"/>
                <a:gd name="csX185" fmla="*/ 1185874 w 1924816"/>
                <a:gd name="csY185" fmla="*/ 1217266 h 2300507"/>
                <a:gd name="csX186" fmla="*/ 1192306 w 1924816"/>
                <a:gd name="csY186" fmla="*/ 1218949 h 2300507"/>
                <a:gd name="csX187" fmla="*/ 1198737 w 1924816"/>
                <a:gd name="csY187" fmla="*/ 1220940 h 2300507"/>
                <a:gd name="csX188" fmla="*/ 1205123 w 1924816"/>
                <a:gd name="csY188" fmla="*/ 1223226 h 2300507"/>
                <a:gd name="csX189" fmla="*/ 1211554 w 1924816"/>
                <a:gd name="csY189" fmla="*/ 1225816 h 2300507"/>
                <a:gd name="csX190" fmla="*/ 1217985 w 1924816"/>
                <a:gd name="csY190" fmla="*/ 1228705 h 2300507"/>
                <a:gd name="csX191" fmla="*/ 1224370 w 1924816"/>
                <a:gd name="csY191" fmla="*/ 1231885 h 2300507"/>
                <a:gd name="csX192" fmla="*/ 1230802 w 1924816"/>
                <a:gd name="csY192" fmla="*/ 1235359 h 2300507"/>
                <a:gd name="csX193" fmla="*/ 1237233 w 1924816"/>
                <a:gd name="csY193" fmla="*/ 1239123 h 2300507"/>
                <a:gd name="csX194" fmla="*/ 1243618 w 1924816"/>
                <a:gd name="csY194" fmla="*/ 1243172 h 2300507"/>
                <a:gd name="csX195" fmla="*/ 1250050 w 1924816"/>
                <a:gd name="csY195" fmla="*/ 1247506 h 2300507"/>
                <a:gd name="csX196" fmla="*/ 1256482 w 1924816"/>
                <a:gd name="csY196" fmla="*/ 1252121 h 2300507"/>
                <a:gd name="csX197" fmla="*/ 1262867 w 1924816"/>
                <a:gd name="csY197" fmla="*/ 1257006 h 2300507"/>
                <a:gd name="csX198" fmla="*/ 1269298 w 1924816"/>
                <a:gd name="csY198" fmla="*/ 1262167 h 2300507"/>
                <a:gd name="csX199" fmla="*/ 1275730 w 1924816"/>
                <a:gd name="csY199" fmla="*/ 1267594 h 2300507"/>
                <a:gd name="csX200" fmla="*/ 1282115 w 1924816"/>
                <a:gd name="csY200" fmla="*/ 1273288 h 2300507"/>
                <a:gd name="csX201" fmla="*/ 1288546 w 1924816"/>
                <a:gd name="csY201" fmla="*/ 1279238 h 2300507"/>
                <a:gd name="csX202" fmla="*/ 1294978 w 1924816"/>
                <a:gd name="csY202" fmla="*/ 1285440 h 2300507"/>
                <a:gd name="csX203" fmla="*/ 1301363 w 1924816"/>
                <a:gd name="csY203" fmla="*/ 1291894 h 2300507"/>
                <a:gd name="csX204" fmla="*/ 1307795 w 1924816"/>
                <a:gd name="csY204" fmla="*/ 1298590 h 2300507"/>
                <a:gd name="csX205" fmla="*/ 1314226 w 1924816"/>
                <a:gd name="csY205" fmla="*/ 1305528 h 2300507"/>
                <a:gd name="csX206" fmla="*/ 1320611 w 1924816"/>
                <a:gd name="csY206" fmla="*/ 1312695 h 2300507"/>
                <a:gd name="csX207" fmla="*/ 1327043 w 1924816"/>
                <a:gd name="csY207" fmla="*/ 1320090 h 2300507"/>
                <a:gd name="csX208" fmla="*/ 1333474 w 1924816"/>
                <a:gd name="csY208" fmla="*/ 1327708 h 2300507"/>
                <a:gd name="csX209" fmla="*/ 1339859 w 1924816"/>
                <a:gd name="csY209" fmla="*/ 1335540 h 2300507"/>
                <a:gd name="csX210" fmla="*/ 1346291 w 1924816"/>
                <a:gd name="csY210" fmla="*/ 1343586 h 2300507"/>
                <a:gd name="csX211" fmla="*/ 1352723 w 1924816"/>
                <a:gd name="csY211" fmla="*/ 1351831 h 2300507"/>
                <a:gd name="csX212" fmla="*/ 1359108 w 1924816"/>
                <a:gd name="csY212" fmla="*/ 1360276 h 2300507"/>
                <a:gd name="csX213" fmla="*/ 1365539 w 1924816"/>
                <a:gd name="csY213" fmla="*/ 1368911 h 2300507"/>
                <a:gd name="csX214" fmla="*/ 1371971 w 1924816"/>
                <a:gd name="csY214" fmla="*/ 1377732 h 2300507"/>
                <a:gd name="csX215" fmla="*/ 1378356 w 1924816"/>
                <a:gd name="csY215" fmla="*/ 1386728 h 2300507"/>
                <a:gd name="csX216" fmla="*/ 1384787 w 1924816"/>
                <a:gd name="csY216" fmla="*/ 1395901 h 2300507"/>
                <a:gd name="csX217" fmla="*/ 1391219 w 1924816"/>
                <a:gd name="csY217" fmla="*/ 1405234 h 2300507"/>
                <a:gd name="csX218" fmla="*/ 1397604 w 1924816"/>
                <a:gd name="csY218" fmla="*/ 1414725 h 2300507"/>
                <a:gd name="csX219" fmla="*/ 1404036 w 1924816"/>
                <a:gd name="csY219" fmla="*/ 1424368 h 2300507"/>
                <a:gd name="csX220" fmla="*/ 1410467 w 1924816"/>
                <a:gd name="csY220" fmla="*/ 1434153 h 2300507"/>
                <a:gd name="csX221" fmla="*/ 1416852 w 1924816"/>
                <a:gd name="csY221" fmla="*/ 1444076 h 2300507"/>
                <a:gd name="csX222" fmla="*/ 1423284 w 1924816"/>
                <a:gd name="csY222" fmla="*/ 1454127 h 2300507"/>
                <a:gd name="csX223" fmla="*/ 1429715 w 1924816"/>
                <a:gd name="csY223" fmla="*/ 1464302 h 2300507"/>
                <a:gd name="csX224" fmla="*/ 1436100 w 1924816"/>
                <a:gd name="csY224" fmla="*/ 1474596 h 2300507"/>
                <a:gd name="csX225" fmla="*/ 1442532 w 1924816"/>
                <a:gd name="csY225" fmla="*/ 1484994 h 2300507"/>
                <a:gd name="csX226" fmla="*/ 1448964 w 1924816"/>
                <a:gd name="csY226" fmla="*/ 1495497 h 2300507"/>
                <a:gd name="csX227" fmla="*/ 1455349 w 1924816"/>
                <a:gd name="csY227" fmla="*/ 1506090 h 2300507"/>
                <a:gd name="csX228" fmla="*/ 1461780 w 1924816"/>
                <a:gd name="csY228" fmla="*/ 1516774 h 2300507"/>
                <a:gd name="csX229" fmla="*/ 1468212 w 1924816"/>
                <a:gd name="csY229" fmla="*/ 1527538 h 2300507"/>
                <a:gd name="csX230" fmla="*/ 1474597 w 1924816"/>
                <a:gd name="csY230" fmla="*/ 1538378 h 2300507"/>
                <a:gd name="csX231" fmla="*/ 1481028 w 1924816"/>
                <a:gd name="csY231" fmla="*/ 1549280 h 2300507"/>
                <a:gd name="csX232" fmla="*/ 1487460 w 1924816"/>
                <a:gd name="csY232" fmla="*/ 1560244 h 2300507"/>
                <a:gd name="csX233" fmla="*/ 1493845 w 1924816"/>
                <a:gd name="csY233" fmla="*/ 1571260 h 2300507"/>
                <a:gd name="csX234" fmla="*/ 1500277 w 1924816"/>
                <a:gd name="csY234" fmla="*/ 1582324 h 2300507"/>
                <a:gd name="csX235" fmla="*/ 1506708 w 1924816"/>
                <a:gd name="csY235" fmla="*/ 1593421 h 2300507"/>
                <a:gd name="csX236" fmla="*/ 1513093 w 1924816"/>
                <a:gd name="csY236" fmla="*/ 1604556 h 2300507"/>
                <a:gd name="csX237" fmla="*/ 1519525 w 1924816"/>
                <a:gd name="csY237" fmla="*/ 1615715 h 2300507"/>
                <a:gd name="csX238" fmla="*/ 1525956 w 1924816"/>
                <a:gd name="csY238" fmla="*/ 1626892 h 2300507"/>
                <a:gd name="csX239" fmla="*/ 1532341 w 1924816"/>
                <a:gd name="csY239" fmla="*/ 1638084 h 2300507"/>
                <a:gd name="csX240" fmla="*/ 1538773 w 1924816"/>
                <a:gd name="csY240" fmla="*/ 1649281 h 2300507"/>
                <a:gd name="csX241" fmla="*/ 1545205 w 1924816"/>
                <a:gd name="csY241" fmla="*/ 1660478 h 2300507"/>
                <a:gd name="csX242" fmla="*/ 1551589 w 1924816"/>
                <a:gd name="csY242" fmla="*/ 1671665 h 2300507"/>
                <a:gd name="csX243" fmla="*/ 1558021 w 1924816"/>
                <a:gd name="csY243" fmla="*/ 1682843 h 2300507"/>
                <a:gd name="csX244" fmla="*/ 1564453 w 1924816"/>
                <a:gd name="csY244" fmla="*/ 1694006 h 2300507"/>
                <a:gd name="csX245" fmla="*/ 1570838 w 1924816"/>
                <a:gd name="csY245" fmla="*/ 1705141 h 2300507"/>
                <a:gd name="csX246" fmla="*/ 1577269 w 1924816"/>
                <a:gd name="csY246" fmla="*/ 1716248 h 2300507"/>
                <a:gd name="csX247" fmla="*/ 1583701 w 1924816"/>
                <a:gd name="csY247" fmla="*/ 1727320 h 2300507"/>
                <a:gd name="csX248" fmla="*/ 1590086 w 1924816"/>
                <a:gd name="csY248" fmla="*/ 1738351 h 2300507"/>
                <a:gd name="csX249" fmla="*/ 1596517 w 1924816"/>
                <a:gd name="csY249" fmla="*/ 1749334 h 2300507"/>
                <a:gd name="csX250" fmla="*/ 1602949 w 1924816"/>
                <a:gd name="csY250" fmla="*/ 1760269 h 2300507"/>
                <a:gd name="csX251" fmla="*/ 1609334 w 1924816"/>
                <a:gd name="csY251" fmla="*/ 1771143 h 2300507"/>
                <a:gd name="csX252" fmla="*/ 1615766 w 1924816"/>
                <a:gd name="csY252" fmla="*/ 1781959 h 2300507"/>
                <a:gd name="csX253" fmla="*/ 1622197 w 1924816"/>
                <a:gd name="csY253" fmla="*/ 1792709 h 2300507"/>
                <a:gd name="csX254" fmla="*/ 1628582 w 1924816"/>
                <a:gd name="csY254" fmla="*/ 1803388 h 2300507"/>
                <a:gd name="csX255" fmla="*/ 1635014 w 1924816"/>
                <a:gd name="csY255" fmla="*/ 1813995 h 2300507"/>
                <a:gd name="csX256" fmla="*/ 1641445 w 1924816"/>
                <a:gd name="csY256" fmla="*/ 1824517 h 2300507"/>
                <a:gd name="csX257" fmla="*/ 1647830 w 1924816"/>
                <a:gd name="csY257" fmla="*/ 1834963 h 2300507"/>
                <a:gd name="csX258" fmla="*/ 1654262 w 1924816"/>
                <a:gd name="csY258" fmla="*/ 1845319 h 2300507"/>
                <a:gd name="csX259" fmla="*/ 1660694 w 1924816"/>
                <a:gd name="csY259" fmla="*/ 1855579 h 2300507"/>
                <a:gd name="csX260" fmla="*/ 1667079 w 1924816"/>
                <a:gd name="csY260" fmla="*/ 1865749 h 2300507"/>
                <a:gd name="csX261" fmla="*/ 1673510 w 1924816"/>
                <a:gd name="csY261" fmla="*/ 1875820 h 2300507"/>
                <a:gd name="csX262" fmla="*/ 1679941 w 1924816"/>
                <a:gd name="csY262" fmla="*/ 1885786 h 2300507"/>
                <a:gd name="csX263" fmla="*/ 1686327 w 1924816"/>
                <a:gd name="csY263" fmla="*/ 1895652 h 2300507"/>
                <a:gd name="csX264" fmla="*/ 1692758 w 1924816"/>
                <a:gd name="csY264" fmla="*/ 1905408 h 2300507"/>
                <a:gd name="csX265" fmla="*/ 1699189 w 1924816"/>
                <a:gd name="csY265" fmla="*/ 1915051 h 2300507"/>
                <a:gd name="csX266" fmla="*/ 1705574 w 1924816"/>
                <a:gd name="csY266" fmla="*/ 1924580 h 2300507"/>
                <a:gd name="csX267" fmla="*/ 1712006 w 1924816"/>
                <a:gd name="csY267" fmla="*/ 1933999 h 2300507"/>
                <a:gd name="csX268" fmla="*/ 1718438 w 1924816"/>
                <a:gd name="csY268" fmla="*/ 1943295 h 2300507"/>
                <a:gd name="csX269" fmla="*/ 1724823 w 1924816"/>
                <a:gd name="csY269" fmla="*/ 1952467 h 2300507"/>
                <a:gd name="csX270" fmla="*/ 1731254 w 1924816"/>
                <a:gd name="csY270" fmla="*/ 1961520 h 2300507"/>
                <a:gd name="csX271" fmla="*/ 1737686 w 1924816"/>
                <a:gd name="csY271" fmla="*/ 1970450 h 2300507"/>
                <a:gd name="csX272" fmla="*/ 1744071 w 1924816"/>
                <a:gd name="csY272" fmla="*/ 1979252 h 2300507"/>
                <a:gd name="csX273" fmla="*/ 1750502 w 1924816"/>
                <a:gd name="csY273" fmla="*/ 1987925 h 2300507"/>
                <a:gd name="csX274" fmla="*/ 1756934 w 1924816"/>
                <a:gd name="csY274" fmla="*/ 1996465 h 2300507"/>
                <a:gd name="csX275" fmla="*/ 1763319 w 1924816"/>
                <a:gd name="csY275" fmla="*/ 2004877 h 2300507"/>
                <a:gd name="csX276" fmla="*/ 1769751 w 1924816"/>
                <a:gd name="csY276" fmla="*/ 2013160 h 2300507"/>
                <a:gd name="csX277" fmla="*/ 1776182 w 1924816"/>
                <a:gd name="csY277" fmla="*/ 2021306 h 2300507"/>
                <a:gd name="csX278" fmla="*/ 1782567 w 1924816"/>
                <a:gd name="csY278" fmla="*/ 2029318 h 2300507"/>
                <a:gd name="csX279" fmla="*/ 1788999 w 1924816"/>
                <a:gd name="csY279" fmla="*/ 2037193 h 2300507"/>
                <a:gd name="csX280" fmla="*/ 1795430 w 1924816"/>
                <a:gd name="csY280" fmla="*/ 2044935 h 2300507"/>
                <a:gd name="csX281" fmla="*/ 1801815 w 1924816"/>
                <a:gd name="csY281" fmla="*/ 2052539 h 2300507"/>
                <a:gd name="csX282" fmla="*/ 1808247 w 1924816"/>
                <a:gd name="csY282" fmla="*/ 2060005 h 2300507"/>
                <a:gd name="csX283" fmla="*/ 1814679 w 1924816"/>
                <a:gd name="csY283" fmla="*/ 2067338 h 2300507"/>
                <a:gd name="csX284" fmla="*/ 1821064 w 1924816"/>
                <a:gd name="csY284" fmla="*/ 2074528 h 2300507"/>
                <a:gd name="csX285" fmla="*/ 1827495 w 1924816"/>
                <a:gd name="csY285" fmla="*/ 2081585 h 2300507"/>
                <a:gd name="csX286" fmla="*/ 1833927 w 1924816"/>
                <a:gd name="csY286" fmla="*/ 2088505 h 2300507"/>
                <a:gd name="csX287" fmla="*/ 1840312 w 1924816"/>
                <a:gd name="csY287" fmla="*/ 2095287 h 2300507"/>
                <a:gd name="csX288" fmla="*/ 1846743 w 1924816"/>
                <a:gd name="csY288" fmla="*/ 2101931 h 2300507"/>
                <a:gd name="csX289" fmla="*/ 1853175 w 1924816"/>
                <a:gd name="csY289" fmla="*/ 2108437 h 2300507"/>
                <a:gd name="csX290" fmla="*/ 1859560 w 1924816"/>
                <a:gd name="csY290" fmla="*/ 2114810 h 2300507"/>
                <a:gd name="csX291" fmla="*/ 1865992 w 1924816"/>
                <a:gd name="csY291" fmla="*/ 2121050 h 2300507"/>
                <a:gd name="csX292" fmla="*/ 1872423 w 1924816"/>
                <a:gd name="csY292" fmla="*/ 2127152 h 2300507"/>
                <a:gd name="csX293" fmla="*/ 1878808 w 1924816"/>
                <a:gd name="csY293" fmla="*/ 2133116 h 2300507"/>
                <a:gd name="csX294" fmla="*/ 1885240 w 1924816"/>
                <a:gd name="csY294" fmla="*/ 2138952 h 2300507"/>
                <a:gd name="csX295" fmla="*/ 1891671 w 1924816"/>
                <a:gd name="csY295" fmla="*/ 2144660 h 2300507"/>
                <a:gd name="csX296" fmla="*/ 1898056 w 1924816"/>
                <a:gd name="csY296" fmla="*/ 2150230 h 2300507"/>
                <a:gd name="csX297" fmla="*/ 1904488 w 1924816"/>
                <a:gd name="csY297" fmla="*/ 2155671 h 2300507"/>
                <a:gd name="csX298" fmla="*/ 1910920 w 1924816"/>
                <a:gd name="csY298" fmla="*/ 2160984 h 2300507"/>
                <a:gd name="csX299" fmla="*/ 1917305 w 1924816"/>
                <a:gd name="csY299" fmla="*/ 2166174 h 2300507"/>
                <a:gd name="csX300" fmla="*/ 1923736 w 1924816"/>
                <a:gd name="csY300" fmla="*/ 2171231 h 2300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</a:cxnLst>
              <a:rect l="l" t="t" r="r" b="b"/>
              <a:pathLst>
                <a:path w="1924816" h="2300507">
                  <a:moveTo>
                    <a:pt x="-1081" y="2300273"/>
                  </a:moveTo>
                  <a:lnTo>
                    <a:pt x="5351" y="2297541"/>
                  </a:lnTo>
                  <a:lnTo>
                    <a:pt x="11736" y="2294314"/>
                  </a:lnTo>
                  <a:lnTo>
                    <a:pt x="18167" y="2290517"/>
                  </a:lnTo>
                  <a:lnTo>
                    <a:pt x="24599" y="2286045"/>
                  </a:lnTo>
                  <a:lnTo>
                    <a:pt x="30984" y="2280788"/>
                  </a:lnTo>
                  <a:lnTo>
                    <a:pt x="37416" y="2274624"/>
                  </a:lnTo>
                  <a:lnTo>
                    <a:pt x="43847" y="2267410"/>
                  </a:lnTo>
                  <a:lnTo>
                    <a:pt x="50232" y="2258994"/>
                  </a:lnTo>
                  <a:lnTo>
                    <a:pt x="56664" y="2249204"/>
                  </a:lnTo>
                  <a:lnTo>
                    <a:pt x="63095" y="2237850"/>
                  </a:lnTo>
                  <a:lnTo>
                    <a:pt x="69480" y="2224743"/>
                  </a:lnTo>
                  <a:lnTo>
                    <a:pt x="75912" y="2209659"/>
                  </a:lnTo>
                  <a:lnTo>
                    <a:pt x="82344" y="2192379"/>
                  </a:lnTo>
                  <a:lnTo>
                    <a:pt x="88729" y="2172666"/>
                  </a:lnTo>
                  <a:lnTo>
                    <a:pt x="95160" y="2150277"/>
                  </a:lnTo>
                  <a:lnTo>
                    <a:pt x="101592" y="2124966"/>
                  </a:lnTo>
                  <a:lnTo>
                    <a:pt x="107977" y="2096489"/>
                  </a:lnTo>
                  <a:lnTo>
                    <a:pt x="114408" y="2064596"/>
                  </a:lnTo>
                  <a:lnTo>
                    <a:pt x="120840" y="2029067"/>
                  </a:lnTo>
                  <a:lnTo>
                    <a:pt x="127225" y="1989678"/>
                  </a:lnTo>
                  <a:lnTo>
                    <a:pt x="133657" y="1946236"/>
                  </a:lnTo>
                  <a:lnTo>
                    <a:pt x="140088" y="1898589"/>
                  </a:lnTo>
                  <a:lnTo>
                    <a:pt x="146473" y="1846602"/>
                  </a:lnTo>
                  <a:lnTo>
                    <a:pt x="152905" y="1790195"/>
                  </a:lnTo>
                  <a:lnTo>
                    <a:pt x="159336" y="1729340"/>
                  </a:lnTo>
                  <a:lnTo>
                    <a:pt x="165721" y="1664066"/>
                  </a:lnTo>
                  <a:lnTo>
                    <a:pt x="172153" y="1594457"/>
                  </a:lnTo>
                  <a:lnTo>
                    <a:pt x="178585" y="1520685"/>
                  </a:lnTo>
                  <a:lnTo>
                    <a:pt x="184970" y="1442988"/>
                  </a:lnTo>
                  <a:lnTo>
                    <a:pt x="191401" y="1361683"/>
                  </a:lnTo>
                  <a:lnTo>
                    <a:pt x="197833" y="1277161"/>
                  </a:lnTo>
                  <a:lnTo>
                    <a:pt x="204218" y="1189907"/>
                  </a:lnTo>
                  <a:lnTo>
                    <a:pt x="210649" y="1100471"/>
                  </a:lnTo>
                  <a:lnTo>
                    <a:pt x="217081" y="1009495"/>
                  </a:lnTo>
                  <a:lnTo>
                    <a:pt x="223466" y="917678"/>
                  </a:lnTo>
                  <a:lnTo>
                    <a:pt x="229898" y="825785"/>
                  </a:lnTo>
                  <a:lnTo>
                    <a:pt x="236329" y="734633"/>
                  </a:lnTo>
                  <a:lnTo>
                    <a:pt x="242714" y="645084"/>
                  </a:lnTo>
                  <a:lnTo>
                    <a:pt x="249145" y="558019"/>
                  </a:lnTo>
                  <a:lnTo>
                    <a:pt x="255577" y="474348"/>
                  </a:lnTo>
                  <a:lnTo>
                    <a:pt x="261962" y="394968"/>
                  </a:lnTo>
                  <a:lnTo>
                    <a:pt x="268393" y="320754"/>
                  </a:lnTo>
                  <a:lnTo>
                    <a:pt x="274825" y="252557"/>
                  </a:lnTo>
                  <a:lnTo>
                    <a:pt x="281210" y="191160"/>
                  </a:lnTo>
                  <a:lnTo>
                    <a:pt x="287642" y="137296"/>
                  </a:lnTo>
                  <a:lnTo>
                    <a:pt x="294073" y="91606"/>
                  </a:lnTo>
                  <a:lnTo>
                    <a:pt x="300458" y="54632"/>
                  </a:lnTo>
                  <a:lnTo>
                    <a:pt x="306890" y="26812"/>
                  </a:lnTo>
                  <a:lnTo>
                    <a:pt x="313321" y="8458"/>
                  </a:lnTo>
                  <a:lnTo>
                    <a:pt x="319706" y="-234"/>
                  </a:lnTo>
                  <a:lnTo>
                    <a:pt x="326138" y="806"/>
                  </a:lnTo>
                  <a:lnTo>
                    <a:pt x="332570" y="11504"/>
                  </a:lnTo>
                  <a:lnTo>
                    <a:pt x="338955" y="31664"/>
                  </a:lnTo>
                  <a:lnTo>
                    <a:pt x="345386" y="60963"/>
                  </a:lnTo>
                  <a:lnTo>
                    <a:pt x="351818" y="98968"/>
                  </a:lnTo>
                  <a:lnTo>
                    <a:pt x="358203" y="145128"/>
                  </a:lnTo>
                  <a:lnTo>
                    <a:pt x="364634" y="198793"/>
                  </a:lnTo>
                  <a:lnTo>
                    <a:pt x="371066" y="259243"/>
                  </a:lnTo>
                  <a:lnTo>
                    <a:pt x="377451" y="325673"/>
                  </a:lnTo>
                  <a:lnTo>
                    <a:pt x="383883" y="397244"/>
                  </a:lnTo>
                  <a:lnTo>
                    <a:pt x="390314" y="473069"/>
                  </a:lnTo>
                  <a:lnTo>
                    <a:pt x="396699" y="552245"/>
                  </a:lnTo>
                  <a:lnTo>
                    <a:pt x="403131" y="633868"/>
                  </a:lnTo>
                  <a:lnTo>
                    <a:pt x="409562" y="717049"/>
                  </a:lnTo>
                  <a:lnTo>
                    <a:pt x="415947" y="800925"/>
                  </a:lnTo>
                  <a:lnTo>
                    <a:pt x="422379" y="884672"/>
                  </a:lnTo>
                  <a:lnTo>
                    <a:pt x="428811" y="967526"/>
                  </a:lnTo>
                  <a:lnTo>
                    <a:pt x="435195" y="1048778"/>
                  </a:lnTo>
                  <a:lnTo>
                    <a:pt x="441627" y="1127797"/>
                  </a:lnTo>
                  <a:lnTo>
                    <a:pt x="448059" y="1204017"/>
                  </a:lnTo>
                  <a:lnTo>
                    <a:pt x="454444" y="1276957"/>
                  </a:lnTo>
                  <a:lnTo>
                    <a:pt x="460875" y="1346223"/>
                  </a:lnTo>
                  <a:lnTo>
                    <a:pt x="467307" y="1411493"/>
                  </a:lnTo>
                  <a:lnTo>
                    <a:pt x="473692" y="1472529"/>
                  </a:lnTo>
                  <a:lnTo>
                    <a:pt x="480123" y="1529159"/>
                  </a:lnTo>
                  <a:lnTo>
                    <a:pt x="486555" y="1581293"/>
                  </a:lnTo>
                  <a:lnTo>
                    <a:pt x="492940" y="1628903"/>
                  </a:lnTo>
                  <a:lnTo>
                    <a:pt x="499372" y="1672012"/>
                  </a:lnTo>
                  <a:lnTo>
                    <a:pt x="505803" y="1710706"/>
                  </a:lnTo>
                  <a:lnTo>
                    <a:pt x="512188" y="1745104"/>
                  </a:lnTo>
                  <a:lnTo>
                    <a:pt x="518620" y="1775372"/>
                  </a:lnTo>
                  <a:lnTo>
                    <a:pt x="525051" y="1801701"/>
                  </a:lnTo>
                  <a:lnTo>
                    <a:pt x="531436" y="1824303"/>
                  </a:lnTo>
                  <a:lnTo>
                    <a:pt x="537868" y="1843408"/>
                  </a:lnTo>
                  <a:lnTo>
                    <a:pt x="544300" y="1859262"/>
                  </a:lnTo>
                  <a:lnTo>
                    <a:pt x="550685" y="1872103"/>
                  </a:lnTo>
                  <a:lnTo>
                    <a:pt x="557116" y="1882183"/>
                  </a:lnTo>
                  <a:lnTo>
                    <a:pt x="563548" y="1889744"/>
                  </a:lnTo>
                  <a:lnTo>
                    <a:pt x="569933" y="1895020"/>
                  </a:lnTo>
                  <a:lnTo>
                    <a:pt x="576364" y="1898237"/>
                  </a:lnTo>
                  <a:lnTo>
                    <a:pt x="582796" y="1899610"/>
                  </a:lnTo>
                  <a:lnTo>
                    <a:pt x="589181" y="1899335"/>
                  </a:lnTo>
                  <a:lnTo>
                    <a:pt x="595613" y="1897605"/>
                  </a:lnTo>
                  <a:lnTo>
                    <a:pt x="602044" y="1894587"/>
                  </a:lnTo>
                  <a:lnTo>
                    <a:pt x="608429" y="1890438"/>
                  </a:lnTo>
                  <a:lnTo>
                    <a:pt x="614861" y="1885301"/>
                  </a:lnTo>
                  <a:lnTo>
                    <a:pt x="621292" y="1879298"/>
                  </a:lnTo>
                  <a:lnTo>
                    <a:pt x="627677" y="1872545"/>
                  </a:lnTo>
                  <a:lnTo>
                    <a:pt x="634109" y="1865146"/>
                  </a:lnTo>
                  <a:lnTo>
                    <a:pt x="640541" y="1857186"/>
                  </a:lnTo>
                  <a:lnTo>
                    <a:pt x="646926" y="1848736"/>
                  </a:lnTo>
                  <a:lnTo>
                    <a:pt x="653357" y="1839872"/>
                  </a:lnTo>
                  <a:lnTo>
                    <a:pt x="659789" y="1830653"/>
                  </a:lnTo>
                  <a:lnTo>
                    <a:pt x="666174" y="1821124"/>
                  </a:lnTo>
                  <a:lnTo>
                    <a:pt x="672605" y="1811329"/>
                  </a:lnTo>
                  <a:lnTo>
                    <a:pt x="679037" y="1801307"/>
                  </a:lnTo>
                  <a:lnTo>
                    <a:pt x="685422" y="1791089"/>
                  </a:lnTo>
                  <a:lnTo>
                    <a:pt x="691854" y="1780705"/>
                  </a:lnTo>
                  <a:lnTo>
                    <a:pt x="698285" y="1770178"/>
                  </a:lnTo>
                  <a:lnTo>
                    <a:pt x="704670" y="1759523"/>
                  </a:lnTo>
                  <a:lnTo>
                    <a:pt x="711102" y="1748768"/>
                  </a:lnTo>
                  <a:lnTo>
                    <a:pt x="717533" y="1737919"/>
                  </a:lnTo>
                  <a:lnTo>
                    <a:pt x="723918" y="1726993"/>
                  </a:lnTo>
                  <a:lnTo>
                    <a:pt x="730349" y="1716000"/>
                  </a:lnTo>
                  <a:lnTo>
                    <a:pt x="736781" y="1704956"/>
                  </a:lnTo>
                  <a:lnTo>
                    <a:pt x="743166" y="1693868"/>
                  </a:lnTo>
                  <a:lnTo>
                    <a:pt x="749598" y="1682743"/>
                  </a:lnTo>
                  <a:lnTo>
                    <a:pt x="756029" y="1671589"/>
                  </a:lnTo>
                  <a:lnTo>
                    <a:pt x="762414" y="1660421"/>
                  </a:lnTo>
                  <a:lnTo>
                    <a:pt x="768846" y="1649238"/>
                  </a:lnTo>
                  <a:lnTo>
                    <a:pt x="775277" y="1638051"/>
                  </a:lnTo>
                  <a:lnTo>
                    <a:pt x="781662" y="1626869"/>
                  </a:lnTo>
                  <a:lnTo>
                    <a:pt x="788094" y="1615700"/>
                  </a:lnTo>
                  <a:lnTo>
                    <a:pt x="794526" y="1604546"/>
                  </a:lnTo>
                  <a:lnTo>
                    <a:pt x="800911" y="1593416"/>
                  </a:lnTo>
                  <a:lnTo>
                    <a:pt x="807342" y="1582315"/>
                  </a:lnTo>
                  <a:lnTo>
                    <a:pt x="813774" y="1571256"/>
                  </a:lnTo>
                  <a:lnTo>
                    <a:pt x="820159" y="1560239"/>
                  </a:lnTo>
                  <a:lnTo>
                    <a:pt x="826590" y="1549280"/>
                  </a:lnTo>
                  <a:lnTo>
                    <a:pt x="833022" y="1538373"/>
                  </a:lnTo>
                  <a:lnTo>
                    <a:pt x="839407" y="1527538"/>
                  </a:lnTo>
                  <a:lnTo>
                    <a:pt x="845839" y="1516774"/>
                  </a:lnTo>
                  <a:lnTo>
                    <a:pt x="852270" y="1506090"/>
                  </a:lnTo>
                  <a:lnTo>
                    <a:pt x="858655" y="1495497"/>
                  </a:lnTo>
                  <a:lnTo>
                    <a:pt x="865087" y="1484994"/>
                  </a:lnTo>
                  <a:lnTo>
                    <a:pt x="871518" y="1474596"/>
                  </a:lnTo>
                  <a:lnTo>
                    <a:pt x="877903" y="1464302"/>
                  </a:lnTo>
                  <a:lnTo>
                    <a:pt x="884335" y="1454127"/>
                  </a:lnTo>
                  <a:lnTo>
                    <a:pt x="890767" y="1444076"/>
                  </a:lnTo>
                  <a:lnTo>
                    <a:pt x="897152" y="1434153"/>
                  </a:lnTo>
                  <a:lnTo>
                    <a:pt x="903583" y="1424368"/>
                  </a:lnTo>
                  <a:lnTo>
                    <a:pt x="910015" y="1414725"/>
                  </a:lnTo>
                  <a:lnTo>
                    <a:pt x="916400" y="1405234"/>
                  </a:lnTo>
                  <a:lnTo>
                    <a:pt x="922831" y="1395901"/>
                  </a:lnTo>
                  <a:lnTo>
                    <a:pt x="929263" y="1386728"/>
                  </a:lnTo>
                  <a:lnTo>
                    <a:pt x="935648" y="1377732"/>
                  </a:lnTo>
                  <a:lnTo>
                    <a:pt x="942080" y="1368911"/>
                  </a:lnTo>
                  <a:lnTo>
                    <a:pt x="948511" y="1360276"/>
                  </a:lnTo>
                  <a:lnTo>
                    <a:pt x="954896" y="1351831"/>
                  </a:lnTo>
                  <a:lnTo>
                    <a:pt x="961328" y="1343586"/>
                  </a:lnTo>
                  <a:lnTo>
                    <a:pt x="967759" y="1335540"/>
                  </a:lnTo>
                  <a:lnTo>
                    <a:pt x="974144" y="1327708"/>
                  </a:lnTo>
                  <a:lnTo>
                    <a:pt x="980576" y="1320090"/>
                  </a:lnTo>
                  <a:lnTo>
                    <a:pt x="987008" y="1312695"/>
                  </a:lnTo>
                  <a:lnTo>
                    <a:pt x="993392" y="1305528"/>
                  </a:lnTo>
                  <a:lnTo>
                    <a:pt x="999824" y="1298590"/>
                  </a:lnTo>
                  <a:lnTo>
                    <a:pt x="1006256" y="1291894"/>
                  </a:lnTo>
                  <a:lnTo>
                    <a:pt x="1012641" y="1285440"/>
                  </a:lnTo>
                  <a:lnTo>
                    <a:pt x="1019072" y="1279238"/>
                  </a:lnTo>
                  <a:lnTo>
                    <a:pt x="1025504" y="1273288"/>
                  </a:lnTo>
                  <a:lnTo>
                    <a:pt x="1031889" y="1267594"/>
                  </a:lnTo>
                  <a:lnTo>
                    <a:pt x="1038320" y="1262167"/>
                  </a:lnTo>
                  <a:lnTo>
                    <a:pt x="1044752" y="1257006"/>
                  </a:lnTo>
                  <a:lnTo>
                    <a:pt x="1051137" y="1252121"/>
                  </a:lnTo>
                  <a:lnTo>
                    <a:pt x="1057569" y="1247506"/>
                  </a:lnTo>
                  <a:lnTo>
                    <a:pt x="1064000" y="1243172"/>
                  </a:lnTo>
                  <a:lnTo>
                    <a:pt x="1070385" y="1239123"/>
                  </a:lnTo>
                  <a:lnTo>
                    <a:pt x="1076817" y="1235359"/>
                  </a:lnTo>
                  <a:lnTo>
                    <a:pt x="1083248" y="1231885"/>
                  </a:lnTo>
                  <a:lnTo>
                    <a:pt x="1089633" y="1228705"/>
                  </a:lnTo>
                  <a:lnTo>
                    <a:pt x="1096065" y="1225816"/>
                  </a:lnTo>
                  <a:lnTo>
                    <a:pt x="1102497" y="1223226"/>
                  </a:lnTo>
                  <a:lnTo>
                    <a:pt x="1108882" y="1220940"/>
                  </a:lnTo>
                  <a:lnTo>
                    <a:pt x="1115313" y="1218949"/>
                  </a:lnTo>
                  <a:lnTo>
                    <a:pt x="1121745" y="1217266"/>
                  </a:lnTo>
                  <a:lnTo>
                    <a:pt x="1128130" y="1215883"/>
                  </a:lnTo>
                  <a:lnTo>
                    <a:pt x="1134561" y="1214809"/>
                  </a:lnTo>
                  <a:lnTo>
                    <a:pt x="1140993" y="1214039"/>
                  </a:lnTo>
                  <a:lnTo>
                    <a:pt x="1147378" y="1213578"/>
                  </a:lnTo>
                  <a:lnTo>
                    <a:pt x="1153810" y="1213426"/>
                  </a:lnTo>
                  <a:lnTo>
                    <a:pt x="1160241" y="1213578"/>
                  </a:lnTo>
                  <a:lnTo>
                    <a:pt x="1166626" y="1214039"/>
                  </a:lnTo>
                  <a:lnTo>
                    <a:pt x="1173058" y="1214809"/>
                  </a:lnTo>
                  <a:lnTo>
                    <a:pt x="1179489" y="1215883"/>
                  </a:lnTo>
                  <a:lnTo>
                    <a:pt x="1185874" y="1217266"/>
                  </a:lnTo>
                  <a:lnTo>
                    <a:pt x="1192306" y="1218949"/>
                  </a:lnTo>
                  <a:lnTo>
                    <a:pt x="1198737" y="1220940"/>
                  </a:lnTo>
                  <a:lnTo>
                    <a:pt x="1205123" y="1223226"/>
                  </a:lnTo>
                  <a:lnTo>
                    <a:pt x="1211554" y="1225816"/>
                  </a:lnTo>
                  <a:lnTo>
                    <a:pt x="1217985" y="1228705"/>
                  </a:lnTo>
                  <a:lnTo>
                    <a:pt x="1224370" y="1231885"/>
                  </a:lnTo>
                  <a:lnTo>
                    <a:pt x="1230802" y="1235359"/>
                  </a:lnTo>
                  <a:lnTo>
                    <a:pt x="1237233" y="1239123"/>
                  </a:lnTo>
                  <a:lnTo>
                    <a:pt x="1243618" y="1243172"/>
                  </a:lnTo>
                  <a:lnTo>
                    <a:pt x="1250050" y="1247506"/>
                  </a:lnTo>
                  <a:lnTo>
                    <a:pt x="1256482" y="1252121"/>
                  </a:lnTo>
                  <a:lnTo>
                    <a:pt x="1262867" y="1257006"/>
                  </a:lnTo>
                  <a:lnTo>
                    <a:pt x="1269298" y="1262167"/>
                  </a:lnTo>
                  <a:lnTo>
                    <a:pt x="1275730" y="1267594"/>
                  </a:lnTo>
                  <a:lnTo>
                    <a:pt x="1282115" y="1273288"/>
                  </a:lnTo>
                  <a:lnTo>
                    <a:pt x="1288546" y="1279238"/>
                  </a:lnTo>
                  <a:lnTo>
                    <a:pt x="1294978" y="1285440"/>
                  </a:lnTo>
                  <a:lnTo>
                    <a:pt x="1301363" y="1291894"/>
                  </a:lnTo>
                  <a:lnTo>
                    <a:pt x="1307795" y="1298590"/>
                  </a:lnTo>
                  <a:lnTo>
                    <a:pt x="1314226" y="1305528"/>
                  </a:lnTo>
                  <a:lnTo>
                    <a:pt x="1320611" y="1312695"/>
                  </a:lnTo>
                  <a:lnTo>
                    <a:pt x="1327043" y="1320090"/>
                  </a:lnTo>
                  <a:lnTo>
                    <a:pt x="1333474" y="1327708"/>
                  </a:lnTo>
                  <a:lnTo>
                    <a:pt x="1339859" y="1335540"/>
                  </a:lnTo>
                  <a:lnTo>
                    <a:pt x="1346291" y="1343586"/>
                  </a:lnTo>
                  <a:lnTo>
                    <a:pt x="1352723" y="1351831"/>
                  </a:lnTo>
                  <a:lnTo>
                    <a:pt x="1359108" y="1360276"/>
                  </a:lnTo>
                  <a:lnTo>
                    <a:pt x="1365539" y="1368911"/>
                  </a:lnTo>
                  <a:lnTo>
                    <a:pt x="1371971" y="1377732"/>
                  </a:lnTo>
                  <a:lnTo>
                    <a:pt x="1378356" y="1386728"/>
                  </a:lnTo>
                  <a:lnTo>
                    <a:pt x="1384787" y="1395901"/>
                  </a:lnTo>
                  <a:lnTo>
                    <a:pt x="1391219" y="1405234"/>
                  </a:lnTo>
                  <a:lnTo>
                    <a:pt x="1397604" y="1414725"/>
                  </a:lnTo>
                  <a:lnTo>
                    <a:pt x="1404036" y="1424368"/>
                  </a:lnTo>
                  <a:lnTo>
                    <a:pt x="1410467" y="1434153"/>
                  </a:lnTo>
                  <a:lnTo>
                    <a:pt x="1416852" y="1444076"/>
                  </a:lnTo>
                  <a:lnTo>
                    <a:pt x="1423284" y="1454127"/>
                  </a:lnTo>
                  <a:lnTo>
                    <a:pt x="1429715" y="1464302"/>
                  </a:lnTo>
                  <a:lnTo>
                    <a:pt x="1436100" y="1474596"/>
                  </a:lnTo>
                  <a:lnTo>
                    <a:pt x="1442532" y="1484994"/>
                  </a:lnTo>
                  <a:lnTo>
                    <a:pt x="1448964" y="1495497"/>
                  </a:lnTo>
                  <a:lnTo>
                    <a:pt x="1455349" y="1506090"/>
                  </a:lnTo>
                  <a:lnTo>
                    <a:pt x="1461780" y="1516774"/>
                  </a:lnTo>
                  <a:lnTo>
                    <a:pt x="1468212" y="1527538"/>
                  </a:lnTo>
                  <a:lnTo>
                    <a:pt x="1474597" y="1538378"/>
                  </a:lnTo>
                  <a:lnTo>
                    <a:pt x="1481028" y="1549280"/>
                  </a:lnTo>
                  <a:lnTo>
                    <a:pt x="1487460" y="1560244"/>
                  </a:lnTo>
                  <a:lnTo>
                    <a:pt x="1493845" y="1571260"/>
                  </a:lnTo>
                  <a:lnTo>
                    <a:pt x="1500277" y="1582324"/>
                  </a:lnTo>
                  <a:lnTo>
                    <a:pt x="1506708" y="1593421"/>
                  </a:lnTo>
                  <a:lnTo>
                    <a:pt x="1513093" y="1604556"/>
                  </a:lnTo>
                  <a:lnTo>
                    <a:pt x="1519525" y="1615715"/>
                  </a:lnTo>
                  <a:lnTo>
                    <a:pt x="1525956" y="1626892"/>
                  </a:lnTo>
                  <a:lnTo>
                    <a:pt x="1532341" y="1638084"/>
                  </a:lnTo>
                  <a:lnTo>
                    <a:pt x="1538773" y="1649281"/>
                  </a:lnTo>
                  <a:lnTo>
                    <a:pt x="1545205" y="1660478"/>
                  </a:lnTo>
                  <a:lnTo>
                    <a:pt x="1551589" y="1671665"/>
                  </a:lnTo>
                  <a:lnTo>
                    <a:pt x="1558021" y="1682843"/>
                  </a:lnTo>
                  <a:lnTo>
                    <a:pt x="1564453" y="1694006"/>
                  </a:lnTo>
                  <a:lnTo>
                    <a:pt x="1570838" y="1705141"/>
                  </a:lnTo>
                  <a:lnTo>
                    <a:pt x="1577269" y="1716248"/>
                  </a:lnTo>
                  <a:lnTo>
                    <a:pt x="1583701" y="1727320"/>
                  </a:lnTo>
                  <a:lnTo>
                    <a:pt x="1590086" y="1738351"/>
                  </a:lnTo>
                  <a:lnTo>
                    <a:pt x="1596517" y="1749334"/>
                  </a:lnTo>
                  <a:lnTo>
                    <a:pt x="1602949" y="1760269"/>
                  </a:lnTo>
                  <a:lnTo>
                    <a:pt x="1609334" y="1771143"/>
                  </a:lnTo>
                  <a:lnTo>
                    <a:pt x="1615766" y="1781959"/>
                  </a:lnTo>
                  <a:lnTo>
                    <a:pt x="1622197" y="1792709"/>
                  </a:lnTo>
                  <a:lnTo>
                    <a:pt x="1628582" y="1803388"/>
                  </a:lnTo>
                  <a:lnTo>
                    <a:pt x="1635014" y="1813995"/>
                  </a:lnTo>
                  <a:lnTo>
                    <a:pt x="1641445" y="1824517"/>
                  </a:lnTo>
                  <a:lnTo>
                    <a:pt x="1647830" y="1834963"/>
                  </a:lnTo>
                  <a:lnTo>
                    <a:pt x="1654262" y="1845319"/>
                  </a:lnTo>
                  <a:lnTo>
                    <a:pt x="1660694" y="1855579"/>
                  </a:lnTo>
                  <a:lnTo>
                    <a:pt x="1667079" y="1865749"/>
                  </a:lnTo>
                  <a:lnTo>
                    <a:pt x="1673510" y="1875820"/>
                  </a:lnTo>
                  <a:lnTo>
                    <a:pt x="1679941" y="1885786"/>
                  </a:lnTo>
                  <a:lnTo>
                    <a:pt x="1686327" y="1895652"/>
                  </a:lnTo>
                  <a:lnTo>
                    <a:pt x="1692758" y="1905408"/>
                  </a:lnTo>
                  <a:lnTo>
                    <a:pt x="1699189" y="1915051"/>
                  </a:lnTo>
                  <a:lnTo>
                    <a:pt x="1705574" y="1924580"/>
                  </a:lnTo>
                  <a:lnTo>
                    <a:pt x="1712006" y="1933999"/>
                  </a:lnTo>
                  <a:lnTo>
                    <a:pt x="1718438" y="1943295"/>
                  </a:lnTo>
                  <a:lnTo>
                    <a:pt x="1724823" y="1952467"/>
                  </a:lnTo>
                  <a:lnTo>
                    <a:pt x="1731254" y="1961520"/>
                  </a:lnTo>
                  <a:lnTo>
                    <a:pt x="1737686" y="1970450"/>
                  </a:lnTo>
                  <a:lnTo>
                    <a:pt x="1744071" y="1979252"/>
                  </a:lnTo>
                  <a:lnTo>
                    <a:pt x="1750502" y="1987925"/>
                  </a:lnTo>
                  <a:lnTo>
                    <a:pt x="1756934" y="1996465"/>
                  </a:lnTo>
                  <a:lnTo>
                    <a:pt x="1763319" y="2004877"/>
                  </a:lnTo>
                  <a:lnTo>
                    <a:pt x="1769751" y="2013160"/>
                  </a:lnTo>
                  <a:lnTo>
                    <a:pt x="1776182" y="2021306"/>
                  </a:lnTo>
                  <a:lnTo>
                    <a:pt x="1782567" y="2029318"/>
                  </a:lnTo>
                  <a:lnTo>
                    <a:pt x="1788999" y="2037193"/>
                  </a:lnTo>
                  <a:lnTo>
                    <a:pt x="1795430" y="2044935"/>
                  </a:lnTo>
                  <a:lnTo>
                    <a:pt x="1801815" y="2052539"/>
                  </a:lnTo>
                  <a:lnTo>
                    <a:pt x="1808247" y="2060005"/>
                  </a:lnTo>
                  <a:lnTo>
                    <a:pt x="1814679" y="2067338"/>
                  </a:lnTo>
                  <a:lnTo>
                    <a:pt x="1821064" y="2074528"/>
                  </a:lnTo>
                  <a:lnTo>
                    <a:pt x="1827495" y="2081585"/>
                  </a:lnTo>
                  <a:lnTo>
                    <a:pt x="1833927" y="2088505"/>
                  </a:lnTo>
                  <a:lnTo>
                    <a:pt x="1840312" y="2095287"/>
                  </a:lnTo>
                  <a:lnTo>
                    <a:pt x="1846743" y="2101931"/>
                  </a:lnTo>
                  <a:lnTo>
                    <a:pt x="1853175" y="2108437"/>
                  </a:lnTo>
                  <a:lnTo>
                    <a:pt x="1859560" y="2114810"/>
                  </a:lnTo>
                  <a:lnTo>
                    <a:pt x="1865992" y="2121050"/>
                  </a:lnTo>
                  <a:lnTo>
                    <a:pt x="1872423" y="2127152"/>
                  </a:lnTo>
                  <a:lnTo>
                    <a:pt x="1878808" y="2133116"/>
                  </a:lnTo>
                  <a:lnTo>
                    <a:pt x="1885240" y="2138952"/>
                  </a:lnTo>
                  <a:lnTo>
                    <a:pt x="1891671" y="2144660"/>
                  </a:lnTo>
                  <a:lnTo>
                    <a:pt x="1898056" y="2150230"/>
                  </a:lnTo>
                  <a:lnTo>
                    <a:pt x="1904488" y="2155671"/>
                  </a:lnTo>
                  <a:lnTo>
                    <a:pt x="1910920" y="2160984"/>
                  </a:lnTo>
                  <a:lnTo>
                    <a:pt x="1917305" y="2166174"/>
                  </a:lnTo>
                  <a:lnTo>
                    <a:pt x="1923736" y="2171231"/>
                  </a:lnTo>
                </a:path>
              </a:pathLst>
            </a:custGeom>
            <a:noFill/>
            <a:ln w="47070" cap="flat">
              <a:solidFill>
                <a:srgbClr val="BC1616"/>
              </a:solidFill>
              <a:prstDash val="solid"/>
              <a:round/>
            </a:ln>
            <a:scene3d>
              <a:camera prst="isometricRightUp">
                <a:rot lat="2100000" lon="18600000" rev="0"/>
              </a:camera>
              <a:lightRig rig="threePt" dir="t"/>
            </a:scene3d>
          </p:spPr>
        </p: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51A5CA3C-74E3-C0ED-1F13-7505DEE3E7A9}"/>
                </a:ext>
              </a:extLst>
            </p:cNvPr>
            <p:cNvGrpSpPr/>
            <p:nvPr/>
          </p:nvGrpSpPr>
          <p:grpSpPr>
            <a:xfrm>
              <a:off x="2757305" y="2250911"/>
              <a:ext cx="2555396" cy="1787619"/>
              <a:chOff x="2014589" y="950632"/>
              <a:chExt cx="8823220" cy="5898759"/>
            </a:xfrm>
          </p:grpSpPr>
          <p:sp>
            <p:nvSpPr>
              <p:cNvPr id="15" name="任意多边形: 形状 14">
                <a:extLst>
                  <a:ext uri="{FF2B5EF4-FFF2-40B4-BE49-F238E27FC236}">
                    <a16:creationId xmlns:a16="http://schemas.microsoft.com/office/drawing/2014/main" id="{3A59BB6D-7B6A-E234-60C1-6519128A4FF0}"/>
                  </a:ext>
                </a:extLst>
              </p:cNvPr>
              <p:cNvSpPr/>
              <p:nvPr/>
            </p:nvSpPr>
            <p:spPr>
              <a:xfrm>
                <a:off x="2014589" y="2192064"/>
                <a:ext cx="8823220" cy="3661231"/>
              </a:xfrm>
              <a:custGeom>
                <a:avLst/>
                <a:gdLst>
                  <a:gd name="csX0" fmla="*/ -575 w 8823220"/>
                  <a:gd name="csY0" fmla="*/ 2280656 h 4561903"/>
                  <a:gd name="csX1" fmla="*/ 14131 w 8823220"/>
                  <a:gd name="csY1" fmla="*/ 2259158 h 4561903"/>
                  <a:gd name="csX2" fmla="*/ 28836 w 8823220"/>
                  <a:gd name="csY2" fmla="*/ 2237661 h 4561903"/>
                  <a:gd name="csX3" fmla="*/ 43541 w 8823220"/>
                  <a:gd name="csY3" fmla="*/ 2216170 h 4561903"/>
                  <a:gd name="csX4" fmla="*/ 58247 w 8823220"/>
                  <a:gd name="csY4" fmla="*/ 2194686 h 4561903"/>
                  <a:gd name="csX5" fmla="*/ 72952 w 8823220"/>
                  <a:gd name="csY5" fmla="*/ 2173208 h 4561903"/>
                  <a:gd name="csX6" fmla="*/ 87657 w 8823220"/>
                  <a:gd name="csY6" fmla="*/ 2151737 h 4561903"/>
                  <a:gd name="csX7" fmla="*/ 102363 w 8823220"/>
                  <a:gd name="csY7" fmla="*/ 2130285 h 4561903"/>
                  <a:gd name="csX8" fmla="*/ 117068 w 8823220"/>
                  <a:gd name="csY8" fmla="*/ 2108839 h 4561903"/>
                  <a:gd name="csX9" fmla="*/ 131774 w 8823220"/>
                  <a:gd name="csY9" fmla="*/ 2087407 h 4561903"/>
                  <a:gd name="csX10" fmla="*/ 146479 w 8823220"/>
                  <a:gd name="csY10" fmla="*/ 2066000 h 4561903"/>
                  <a:gd name="csX11" fmla="*/ 161184 w 8823220"/>
                  <a:gd name="csY11" fmla="*/ 2044607 h 4561903"/>
                  <a:gd name="csX12" fmla="*/ 175890 w 8823220"/>
                  <a:gd name="csY12" fmla="*/ 2023232 h 4561903"/>
                  <a:gd name="csX13" fmla="*/ 190595 w 8823220"/>
                  <a:gd name="csY13" fmla="*/ 2001884 h 4561903"/>
                  <a:gd name="csX14" fmla="*/ 205300 w 8823220"/>
                  <a:gd name="csY14" fmla="*/ 1980561 h 4561903"/>
                  <a:gd name="csX15" fmla="*/ 220006 w 8823220"/>
                  <a:gd name="csY15" fmla="*/ 1959264 h 4561903"/>
                  <a:gd name="csX16" fmla="*/ 234711 w 8823220"/>
                  <a:gd name="csY16" fmla="*/ 1938000 h 4561903"/>
                  <a:gd name="csX17" fmla="*/ 249416 w 8823220"/>
                  <a:gd name="csY17" fmla="*/ 1916761 h 4561903"/>
                  <a:gd name="csX18" fmla="*/ 264122 w 8823220"/>
                  <a:gd name="csY18" fmla="*/ 1895555 h 4561903"/>
                  <a:gd name="csX19" fmla="*/ 278827 w 8823220"/>
                  <a:gd name="csY19" fmla="*/ 1874381 h 4561903"/>
                  <a:gd name="csX20" fmla="*/ 293533 w 8823220"/>
                  <a:gd name="csY20" fmla="*/ 1853246 h 4561903"/>
                  <a:gd name="csX21" fmla="*/ 308238 w 8823220"/>
                  <a:gd name="csY21" fmla="*/ 1832150 h 4561903"/>
                  <a:gd name="csX22" fmla="*/ 322943 w 8823220"/>
                  <a:gd name="csY22" fmla="*/ 1811093 h 4561903"/>
                  <a:gd name="csX23" fmla="*/ 337649 w 8823220"/>
                  <a:gd name="csY23" fmla="*/ 1790074 h 4561903"/>
                  <a:gd name="csX24" fmla="*/ 352354 w 8823220"/>
                  <a:gd name="csY24" fmla="*/ 1769101 h 4561903"/>
                  <a:gd name="csX25" fmla="*/ 367059 w 8823220"/>
                  <a:gd name="csY25" fmla="*/ 1748179 h 4561903"/>
                  <a:gd name="csX26" fmla="*/ 381765 w 8823220"/>
                  <a:gd name="csY26" fmla="*/ 1727296 h 4561903"/>
                  <a:gd name="csX27" fmla="*/ 396470 w 8823220"/>
                  <a:gd name="csY27" fmla="*/ 1706465 h 4561903"/>
                  <a:gd name="csX28" fmla="*/ 411176 w 8823220"/>
                  <a:gd name="csY28" fmla="*/ 1685686 h 4561903"/>
                  <a:gd name="csX29" fmla="*/ 425881 w 8823220"/>
                  <a:gd name="csY29" fmla="*/ 1664958 h 4561903"/>
                  <a:gd name="csX30" fmla="*/ 440586 w 8823220"/>
                  <a:gd name="csY30" fmla="*/ 1644289 h 4561903"/>
                  <a:gd name="csX31" fmla="*/ 455292 w 8823220"/>
                  <a:gd name="csY31" fmla="*/ 1623671 h 4561903"/>
                  <a:gd name="csX32" fmla="*/ 469997 w 8823220"/>
                  <a:gd name="csY32" fmla="*/ 1603118 h 4561903"/>
                  <a:gd name="csX33" fmla="*/ 484702 w 8823220"/>
                  <a:gd name="csY33" fmla="*/ 1582617 h 4561903"/>
                  <a:gd name="csX34" fmla="*/ 499408 w 8823220"/>
                  <a:gd name="csY34" fmla="*/ 1562187 h 4561903"/>
                  <a:gd name="csX35" fmla="*/ 514113 w 8823220"/>
                  <a:gd name="csY35" fmla="*/ 1541815 h 4561903"/>
                  <a:gd name="csX36" fmla="*/ 528819 w 8823220"/>
                  <a:gd name="csY36" fmla="*/ 1521508 h 4561903"/>
                  <a:gd name="csX37" fmla="*/ 543524 w 8823220"/>
                  <a:gd name="csY37" fmla="*/ 1501272 h 4561903"/>
                  <a:gd name="csX38" fmla="*/ 558229 w 8823220"/>
                  <a:gd name="csY38" fmla="*/ 1481100 h 4561903"/>
                  <a:gd name="csX39" fmla="*/ 572935 w 8823220"/>
                  <a:gd name="csY39" fmla="*/ 1461006 h 4561903"/>
                  <a:gd name="csX40" fmla="*/ 587640 w 8823220"/>
                  <a:gd name="csY40" fmla="*/ 1440977 h 4561903"/>
                  <a:gd name="csX41" fmla="*/ 602345 w 8823220"/>
                  <a:gd name="csY41" fmla="*/ 1421032 h 4561903"/>
                  <a:gd name="csX42" fmla="*/ 617051 w 8823220"/>
                  <a:gd name="csY42" fmla="*/ 1401152 h 4561903"/>
                  <a:gd name="csX43" fmla="*/ 631756 w 8823220"/>
                  <a:gd name="csY43" fmla="*/ 1381362 h 4561903"/>
                  <a:gd name="csX44" fmla="*/ 646462 w 8823220"/>
                  <a:gd name="csY44" fmla="*/ 1361643 h 4561903"/>
                  <a:gd name="csX45" fmla="*/ 661167 w 8823220"/>
                  <a:gd name="csY45" fmla="*/ 1342009 h 4561903"/>
                  <a:gd name="csX46" fmla="*/ 675872 w 8823220"/>
                  <a:gd name="csY46" fmla="*/ 1322458 h 4561903"/>
                  <a:gd name="csX47" fmla="*/ 690578 w 8823220"/>
                  <a:gd name="csY47" fmla="*/ 1302992 h 4561903"/>
                  <a:gd name="csX48" fmla="*/ 705283 w 8823220"/>
                  <a:gd name="csY48" fmla="*/ 1283616 h 4561903"/>
                  <a:gd name="csX49" fmla="*/ 719988 w 8823220"/>
                  <a:gd name="csY49" fmla="*/ 1264324 h 4561903"/>
                  <a:gd name="csX50" fmla="*/ 734694 w 8823220"/>
                  <a:gd name="csY50" fmla="*/ 1245122 h 4561903"/>
                  <a:gd name="csX51" fmla="*/ 749399 w 8823220"/>
                  <a:gd name="csY51" fmla="*/ 1226012 h 4561903"/>
                  <a:gd name="csX52" fmla="*/ 764104 w 8823220"/>
                  <a:gd name="csY52" fmla="*/ 1206998 h 4561903"/>
                  <a:gd name="csX53" fmla="*/ 778810 w 8823220"/>
                  <a:gd name="csY53" fmla="*/ 1188081 h 4561903"/>
                  <a:gd name="csX54" fmla="*/ 793515 w 8823220"/>
                  <a:gd name="csY54" fmla="*/ 1169261 h 4561903"/>
                  <a:gd name="csX55" fmla="*/ 808220 w 8823220"/>
                  <a:gd name="csY55" fmla="*/ 1150539 h 4561903"/>
                  <a:gd name="csX56" fmla="*/ 822926 w 8823220"/>
                  <a:gd name="csY56" fmla="*/ 1131913 h 4561903"/>
                  <a:gd name="csX57" fmla="*/ 837631 w 8823220"/>
                  <a:gd name="csY57" fmla="*/ 1113390 h 4561903"/>
                  <a:gd name="csX58" fmla="*/ 852337 w 8823220"/>
                  <a:gd name="csY58" fmla="*/ 1094972 h 4561903"/>
                  <a:gd name="csX59" fmla="*/ 867042 w 8823220"/>
                  <a:gd name="csY59" fmla="*/ 1076663 h 4561903"/>
                  <a:gd name="csX60" fmla="*/ 881747 w 8823220"/>
                  <a:gd name="csY60" fmla="*/ 1058458 h 4561903"/>
                  <a:gd name="csX61" fmla="*/ 896453 w 8823220"/>
                  <a:gd name="csY61" fmla="*/ 1040362 h 4561903"/>
                  <a:gd name="csX62" fmla="*/ 911158 w 8823220"/>
                  <a:gd name="csY62" fmla="*/ 1022377 h 4561903"/>
                  <a:gd name="csX63" fmla="*/ 925863 w 8823220"/>
                  <a:gd name="csY63" fmla="*/ 1004501 h 4561903"/>
                  <a:gd name="csX64" fmla="*/ 940569 w 8823220"/>
                  <a:gd name="csY64" fmla="*/ 986742 h 4561903"/>
                  <a:gd name="csX65" fmla="*/ 955274 w 8823220"/>
                  <a:gd name="csY65" fmla="*/ 969093 h 4561903"/>
                  <a:gd name="csX66" fmla="*/ 969980 w 8823220"/>
                  <a:gd name="csY66" fmla="*/ 951566 h 4561903"/>
                  <a:gd name="csX67" fmla="*/ 984685 w 8823220"/>
                  <a:gd name="csY67" fmla="*/ 934150 h 4561903"/>
                  <a:gd name="csX68" fmla="*/ 999390 w 8823220"/>
                  <a:gd name="csY68" fmla="*/ 916863 h 4561903"/>
                  <a:gd name="csX69" fmla="*/ 1014096 w 8823220"/>
                  <a:gd name="csY69" fmla="*/ 899686 h 4561903"/>
                  <a:gd name="csX70" fmla="*/ 1028801 w 8823220"/>
                  <a:gd name="csY70" fmla="*/ 882638 h 4561903"/>
                  <a:gd name="csX71" fmla="*/ 1043506 w 8823220"/>
                  <a:gd name="csY71" fmla="*/ 865720 h 4561903"/>
                  <a:gd name="csX72" fmla="*/ 1058212 w 8823220"/>
                  <a:gd name="csY72" fmla="*/ 848918 h 4561903"/>
                  <a:gd name="csX73" fmla="*/ 1072917 w 8823220"/>
                  <a:gd name="csY73" fmla="*/ 832245 h 4561903"/>
                  <a:gd name="csX74" fmla="*/ 1087623 w 8823220"/>
                  <a:gd name="csY74" fmla="*/ 815702 h 4561903"/>
                  <a:gd name="csX75" fmla="*/ 1102328 w 8823220"/>
                  <a:gd name="csY75" fmla="*/ 799295 h 4561903"/>
                  <a:gd name="csX76" fmla="*/ 1117033 w 8823220"/>
                  <a:gd name="csY76" fmla="*/ 783010 h 4561903"/>
                  <a:gd name="csX77" fmla="*/ 1131739 w 8823220"/>
                  <a:gd name="csY77" fmla="*/ 766861 h 4561903"/>
                  <a:gd name="csX78" fmla="*/ 1146444 w 8823220"/>
                  <a:gd name="csY78" fmla="*/ 750848 h 4561903"/>
                  <a:gd name="csX79" fmla="*/ 1161149 w 8823220"/>
                  <a:gd name="csY79" fmla="*/ 734971 h 4561903"/>
                  <a:gd name="csX80" fmla="*/ 1175855 w 8823220"/>
                  <a:gd name="csY80" fmla="*/ 719230 h 4561903"/>
                  <a:gd name="csX81" fmla="*/ 1190560 w 8823220"/>
                  <a:gd name="csY81" fmla="*/ 703631 h 4561903"/>
                  <a:gd name="csX82" fmla="*/ 1205266 w 8823220"/>
                  <a:gd name="csY82" fmla="*/ 688167 h 4561903"/>
                  <a:gd name="csX83" fmla="*/ 1219971 w 8823220"/>
                  <a:gd name="csY83" fmla="*/ 672853 h 4561903"/>
                  <a:gd name="csX84" fmla="*/ 1234676 w 8823220"/>
                  <a:gd name="csY84" fmla="*/ 657674 h 4561903"/>
                  <a:gd name="csX85" fmla="*/ 1249382 w 8823220"/>
                  <a:gd name="csY85" fmla="*/ 642638 h 4561903"/>
                  <a:gd name="csX86" fmla="*/ 1264087 w 8823220"/>
                  <a:gd name="csY86" fmla="*/ 627750 h 4561903"/>
                  <a:gd name="csX87" fmla="*/ 1278792 w 8823220"/>
                  <a:gd name="csY87" fmla="*/ 613011 h 4561903"/>
                  <a:gd name="csX88" fmla="*/ 1293498 w 8823220"/>
                  <a:gd name="csY88" fmla="*/ 598421 h 4561903"/>
                  <a:gd name="csX89" fmla="*/ 1308203 w 8823220"/>
                  <a:gd name="csY89" fmla="*/ 583980 h 4561903"/>
                  <a:gd name="csX90" fmla="*/ 1322908 w 8823220"/>
                  <a:gd name="csY90" fmla="*/ 569687 h 4561903"/>
                  <a:gd name="csX91" fmla="*/ 1337614 w 8823220"/>
                  <a:gd name="csY91" fmla="*/ 555543 h 4561903"/>
                  <a:gd name="csX92" fmla="*/ 1352319 w 8823220"/>
                  <a:gd name="csY92" fmla="*/ 541554 h 4561903"/>
                  <a:gd name="csX93" fmla="*/ 1367024 w 8823220"/>
                  <a:gd name="csY93" fmla="*/ 527727 h 4561903"/>
                  <a:gd name="csX94" fmla="*/ 1381730 w 8823220"/>
                  <a:gd name="csY94" fmla="*/ 514049 h 4561903"/>
                  <a:gd name="csX95" fmla="*/ 1396435 w 8823220"/>
                  <a:gd name="csY95" fmla="*/ 500526 h 4561903"/>
                  <a:gd name="csX96" fmla="*/ 1411141 w 8823220"/>
                  <a:gd name="csY96" fmla="*/ 487165 h 4561903"/>
                  <a:gd name="csX97" fmla="*/ 1425846 w 8823220"/>
                  <a:gd name="csY97" fmla="*/ 473965 h 4561903"/>
                  <a:gd name="csX98" fmla="*/ 1440551 w 8823220"/>
                  <a:gd name="csY98" fmla="*/ 460920 h 4561903"/>
                  <a:gd name="csX99" fmla="*/ 1455257 w 8823220"/>
                  <a:gd name="csY99" fmla="*/ 448037 h 4561903"/>
                  <a:gd name="csX100" fmla="*/ 1469962 w 8823220"/>
                  <a:gd name="csY100" fmla="*/ 435323 h 4561903"/>
                  <a:gd name="csX101" fmla="*/ 1484667 w 8823220"/>
                  <a:gd name="csY101" fmla="*/ 422770 h 4561903"/>
                  <a:gd name="csX102" fmla="*/ 1499373 w 8823220"/>
                  <a:gd name="csY102" fmla="*/ 410379 h 4561903"/>
                  <a:gd name="csX103" fmla="*/ 1514078 w 8823220"/>
                  <a:gd name="csY103" fmla="*/ 398156 h 4561903"/>
                  <a:gd name="csX104" fmla="*/ 1528784 w 8823220"/>
                  <a:gd name="csY104" fmla="*/ 386100 h 4561903"/>
                  <a:gd name="csX105" fmla="*/ 1543489 w 8823220"/>
                  <a:gd name="csY105" fmla="*/ 374214 h 4561903"/>
                  <a:gd name="csX106" fmla="*/ 1558194 w 8823220"/>
                  <a:gd name="csY106" fmla="*/ 362495 h 4561903"/>
                  <a:gd name="csX107" fmla="*/ 1572900 w 8823220"/>
                  <a:gd name="csY107" fmla="*/ 350951 h 4561903"/>
                  <a:gd name="csX108" fmla="*/ 1587605 w 8823220"/>
                  <a:gd name="csY108" fmla="*/ 339575 h 4561903"/>
                  <a:gd name="csX109" fmla="*/ 1602310 w 8823220"/>
                  <a:gd name="csY109" fmla="*/ 328367 h 4561903"/>
                  <a:gd name="csX110" fmla="*/ 1617016 w 8823220"/>
                  <a:gd name="csY110" fmla="*/ 317340 h 4561903"/>
                  <a:gd name="csX111" fmla="*/ 1631721 w 8823220"/>
                  <a:gd name="csY111" fmla="*/ 306482 h 4561903"/>
                  <a:gd name="csX112" fmla="*/ 1646427 w 8823220"/>
                  <a:gd name="csY112" fmla="*/ 295804 h 4561903"/>
                  <a:gd name="csX113" fmla="*/ 1661132 w 8823220"/>
                  <a:gd name="csY113" fmla="*/ 285302 h 4561903"/>
                  <a:gd name="csX114" fmla="*/ 1675837 w 8823220"/>
                  <a:gd name="csY114" fmla="*/ 274973 h 4561903"/>
                  <a:gd name="csX115" fmla="*/ 1690543 w 8823220"/>
                  <a:gd name="csY115" fmla="*/ 264826 h 4561903"/>
                  <a:gd name="csX116" fmla="*/ 1705248 w 8823220"/>
                  <a:gd name="csY116" fmla="*/ 254854 h 4561903"/>
                  <a:gd name="csX117" fmla="*/ 1719953 w 8823220"/>
                  <a:gd name="csY117" fmla="*/ 245062 h 4561903"/>
                  <a:gd name="csX118" fmla="*/ 1734659 w 8823220"/>
                  <a:gd name="csY118" fmla="*/ 235458 h 4561903"/>
                  <a:gd name="csX119" fmla="*/ 1749364 w 8823220"/>
                  <a:gd name="csY119" fmla="*/ 226029 h 4561903"/>
                  <a:gd name="csX120" fmla="*/ 1764070 w 8823220"/>
                  <a:gd name="csY120" fmla="*/ 216781 h 4561903"/>
                  <a:gd name="csX121" fmla="*/ 1778775 w 8823220"/>
                  <a:gd name="csY121" fmla="*/ 207720 h 4561903"/>
                  <a:gd name="csX122" fmla="*/ 1793480 w 8823220"/>
                  <a:gd name="csY122" fmla="*/ 198847 h 4561903"/>
                  <a:gd name="csX123" fmla="*/ 1808186 w 8823220"/>
                  <a:gd name="csY123" fmla="*/ 190155 h 4561903"/>
                  <a:gd name="csX124" fmla="*/ 1822891 w 8823220"/>
                  <a:gd name="csY124" fmla="*/ 181644 h 4561903"/>
                  <a:gd name="csX125" fmla="*/ 1837596 w 8823220"/>
                  <a:gd name="csY125" fmla="*/ 173327 h 4561903"/>
                  <a:gd name="csX126" fmla="*/ 1852302 w 8823220"/>
                  <a:gd name="csY126" fmla="*/ 165191 h 4561903"/>
                  <a:gd name="csX127" fmla="*/ 1867007 w 8823220"/>
                  <a:gd name="csY127" fmla="*/ 157250 h 4561903"/>
                  <a:gd name="csX128" fmla="*/ 1881712 w 8823220"/>
                  <a:gd name="csY128" fmla="*/ 149489 h 4561903"/>
                  <a:gd name="csX129" fmla="*/ 1896418 w 8823220"/>
                  <a:gd name="csY129" fmla="*/ 141922 h 4561903"/>
                  <a:gd name="csX130" fmla="*/ 1911123 w 8823220"/>
                  <a:gd name="csY130" fmla="*/ 134549 h 4561903"/>
                  <a:gd name="csX131" fmla="*/ 1925828 w 8823220"/>
                  <a:gd name="csY131" fmla="*/ 127358 h 4561903"/>
                  <a:gd name="csX132" fmla="*/ 1940534 w 8823220"/>
                  <a:gd name="csY132" fmla="*/ 120367 h 4561903"/>
                  <a:gd name="csX133" fmla="*/ 1955239 w 8823220"/>
                  <a:gd name="csY133" fmla="*/ 113563 h 4561903"/>
                  <a:gd name="csX134" fmla="*/ 1969944 w 8823220"/>
                  <a:gd name="csY134" fmla="*/ 106954 h 4561903"/>
                  <a:gd name="csX135" fmla="*/ 1984650 w 8823220"/>
                  <a:gd name="csY135" fmla="*/ 100532 h 4561903"/>
                  <a:gd name="csX136" fmla="*/ 1999355 w 8823220"/>
                  <a:gd name="csY136" fmla="*/ 94310 h 4561903"/>
                  <a:gd name="csX137" fmla="*/ 2014061 w 8823220"/>
                  <a:gd name="csY137" fmla="*/ 88276 h 4561903"/>
                  <a:gd name="csX138" fmla="*/ 2028766 w 8823220"/>
                  <a:gd name="csY138" fmla="*/ 82443 h 4561903"/>
                  <a:gd name="csX139" fmla="*/ 2043472 w 8823220"/>
                  <a:gd name="csY139" fmla="*/ 76803 h 4561903"/>
                  <a:gd name="csX140" fmla="*/ 2058177 w 8823220"/>
                  <a:gd name="csY140" fmla="*/ 71358 h 4561903"/>
                  <a:gd name="csX141" fmla="*/ 2072882 w 8823220"/>
                  <a:gd name="csY141" fmla="*/ 66113 h 4561903"/>
                  <a:gd name="csX142" fmla="*/ 2087588 w 8823220"/>
                  <a:gd name="csY142" fmla="*/ 61062 h 4561903"/>
                  <a:gd name="csX143" fmla="*/ 2102293 w 8823220"/>
                  <a:gd name="csY143" fmla="*/ 56205 h 4561903"/>
                  <a:gd name="csX144" fmla="*/ 2116998 w 8823220"/>
                  <a:gd name="csY144" fmla="*/ 51548 h 4561903"/>
                  <a:gd name="csX145" fmla="*/ 2131704 w 8823220"/>
                  <a:gd name="csY145" fmla="*/ 47093 h 4561903"/>
                  <a:gd name="csX146" fmla="*/ 2146409 w 8823220"/>
                  <a:gd name="csY146" fmla="*/ 42831 h 4561903"/>
                  <a:gd name="csX147" fmla="*/ 2161114 w 8823220"/>
                  <a:gd name="csY147" fmla="*/ 38769 h 4561903"/>
                  <a:gd name="csX148" fmla="*/ 2175820 w 8823220"/>
                  <a:gd name="csY148" fmla="*/ 34908 h 4561903"/>
                  <a:gd name="csX149" fmla="*/ 2190525 w 8823220"/>
                  <a:gd name="csY149" fmla="*/ 31241 h 4561903"/>
                  <a:gd name="csX150" fmla="*/ 2205231 w 8823220"/>
                  <a:gd name="csY150" fmla="*/ 27781 h 4561903"/>
                  <a:gd name="csX151" fmla="*/ 2219936 w 8823220"/>
                  <a:gd name="csY151" fmla="*/ 24515 h 4561903"/>
                  <a:gd name="csX152" fmla="*/ 2234641 w 8823220"/>
                  <a:gd name="csY152" fmla="*/ 21456 h 4561903"/>
                  <a:gd name="csX153" fmla="*/ 2249347 w 8823220"/>
                  <a:gd name="csY153" fmla="*/ 18591 h 4561903"/>
                  <a:gd name="csX154" fmla="*/ 2264052 w 8823220"/>
                  <a:gd name="csY154" fmla="*/ 15933 h 4561903"/>
                  <a:gd name="csX155" fmla="*/ 2278757 w 8823220"/>
                  <a:gd name="csY155" fmla="*/ 13476 h 4561903"/>
                  <a:gd name="csX156" fmla="*/ 2293463 w 8823220"/>
                  <a:gd name="csY156" fmla="*/ 11212 h 4561903"/>
                  <a:gd name="csX157" fmla="*/ 2308168 w 8823220"/>
                  <a:gd name="csY157" fmla="*/ 9156 h 4561903"/>
                  <a:gd name="csX158" fmla="*/ 2322873 w 8823220"/>
                  <a:gd name="csY158" fmla="*/ 7306 h 4561903"/>
                  <a:gd name="csX159" fmla="*/ 2337579 w 8823220"/>
                  <a:gd name="csY159" fmla="*/ 5650 h 4561903"/>
                  <a:gd name="csX160" fmla="*/ 2352284 w 8823220"/>
                  <a:gd name="csY160" fmla="*/ 4202 h 4561903"/>
                  <a:gd name="csX161" fmla="*/ 2366989 w 8823220"/>
                  <a:gd name="csY161" fmla="*/ 2953 h 4561903"/>
                  <a:gd name="csX162" fmla="*/ 2381695 w 8823220"/>
                  <a:gd name="csY162" fmla="*/ 1906 h 4561903"/>
                  <a:gd name="csX163" fmla="*/ 2396401 w 8823220"/>
                  <a:gd name="csY163" fmla="*/ 1059 h 4561903"/>
                  <a:gd name="csX164" fmla="*/ 2411106 w 8823220"/>
                  <a:gd name="csY164" fmla="*/ 418 h 4561903"/>
                  <a:gd name="csX165" fmla="*/ 2425811 w 8823220"/>
                  <a:gd name="csY165" fmla="*/ -22 h 4561903"/>
                  <a:gd name="csX166" fmla="*/ 2440517 w 8823220"/>
                  <a:gd name="csY166" fmla="*/ -254 h 4561903"/>
                  <a:gd name="csX167" fmla="*/ 2455222 w 8823220"/>
                  <a:gd name="csY167" fmla="*/ -293 h 4561903"/>
                  <a:gd name="csX168" fmla="*/ 2469927 w 8823220"/>
                  <a:gd name="csY168" fmla="*/ -119 h 4561903"/>
                  <a:gd name="csX169" fmla="*/ 2484633 w 8823220"/>
                  <a:gd name="csY169" fmla="*/ 250 h 4561903"/>
                  <a:gd name="csX170" fmla="*/ 2499338 w 8823220"/>
                  <a:gd name="csY170" fmla="*/ 826 h 4561903"/>
                  <a:gd name="csX171" fmla="*/ 2514043 w 8823220"/>
                  <a:gd name="csY171" fmla="*/ 1602 h 4561903"/>
                  <a:gd name="csX172" fmla="*/ 2528749 w 8823220"/>
                  <a:gd name="csY172" fmla="*/ 2578 h 4561903"/>
                  <a:gd name="csX173" fmla="*/ 2543454 w 8823220"/>
                  <a:gd name="csY173" fmla="*/ 3762 h 4561903"/>
                  <a:gd name="csX174" fmla="*/ 2558159 w 8823220"/>
                  <a:gd name="csY174" fmla="*/ 5146 h 4561903"/>
                  <a:gd name="csX175" fmla="*/ 2572865 w 8823220"/>
                  <a:gd name="csY175" fmla="*/ 6730 h 4561903"/>
                  <a:gd name="csX176" fmla="*/ 2587570 w 8823220"/>
                  <a:gd name="csY176" fmla="*/ 8515 h 4561903"/>
                  <a:gd name="csX177" fmla="*/ 2602275 w 8823220"/>
                  <a:gd name="csY177" fmla="*/ 10507 h 4561903"/>
                  <a:gd name="csX178" fmla="*/ 2616981 w 8823220"/>
                  <a:gd name="csY178" fmla="*/ 12700 h 4561903"/>
                  <a:gd name="csX179" fmla="*/ 2631686 w 8823220"/>
                  <a:gd name="csY179" fmla="*/ 15092 h 4561903"/>
                  <a:gd name="csX180" fmla="*/ 2646392 w 8823220"/>
                  <a:gd name="csY180" fmla="*/ 17686 h 4561903"/>
                  <a:gd name="csX181" fmla="*/ 2661097 w 8823220"/>
                  <a:gd name="csY181" fmla="*/ 20480 h 4561903"/>
                  <a:gd name="csX182" fmla="*/ 2675802 w 8823220"/>
                  <a:gd name="csY182" fmla="*/ 23474 h 4561903"/>
                  <a:gd name="csX183" fmla="*/ 2690508 w 8823220"/>
                  <a:gd name="csY183" fmla="*/ 26669 h 4561903"/>
                  <a:gd name="csX184" fmla="*/ 2705213 w 8823220"/>
                  <a:gd name="csY184" fmla="*/ 30064 h 4561903"/>
                  <a:gd name="csX185" fmla="*/ 2719918 w 8823220"/>
                  <a:gd name="csY185" fmla="*/ 33666 h 4561903"/>
                  <a:gd name="csX186" fmla="*/ 2734624 w 8823220"/>
                  <a:gd name="csY186" fmla="*/ 37456 h 4561903"/>
                  <a:gd name="csX187" fmla="*/ 2749329 w 8823220"/>
                  <a:gd name="csY187" fmla="*/ 41453 h 4561903"/>
                  <a:gd name="csX188" fmla="*/ 2764035 w 8823220"/>
                  <a:gd name="csY188" fmla="*/ 45650 h 4561903"/>
                  <a:gd name="csX189" fmla="*/ 2778740 w 8823220"/>
                  <a:gd name="csY189" fmla="*/ 50042 h 4561903"/>
                  <a:gd name="csX190" fmla="*/ 2793445 w 8823220"/>
                  <a:gd name="csY190" fmla="*/ 54633 h 4561903"/>
                  <a:gd name="csX191" fmla="*/ 2808151 w 8823220"/>
                  <a:gd name="csY191" fmla="*/ 59419 h 4561903"/>
                  <a:gd name="csX192" fmla="*/ 2822856 w 8823220"/>
                  <a:gd name="csY192" fmla="*/ 64405 h 4561903"/>
                  <a:gd name="csX193" fmla="*/ 2837561 w 8823220"/>
                  <a:gd name="csY193" fmla="*/ 69586 h 4561903"/>
                  <a:gd name="csX194" fmla="*/ 2852267 w 8823220"/>
                  <a:gd name="csY194" fmla="*/ 74966 h 4561903"/>
                  <a:gd name="csX195" fmla="*/ 2866972 w 8823220"/>
                  <a:gd name="csY195" fmla="*/ 80541 h 4561903"/>
                  <a:gd name="csX196" fmla="*/ 2881678 w 8823220"/>
                  <a:gd name="csY196" fmla="*/ 86310 h 4561903"/>
                  <a:gd name="csX197" fmla="*/ 2896383 w 8823220"/>
                  <a:gd name="csY197" fmla="*/ 92279 h 4561903"/>
                  <a:gd name="csX198" fmla="*/ 2911088 w 8823220"/>
                  <a:gd name="csY198" fmla="*/ 98436 h 4561903"/>
                  <a:gd name="csX199" fmla="*/ 2925794 w 8823220"/>
                  <a:gd name="csY199" fmla="*/ 104787 h 4561903"/>
                  <a:gd name="csX200" fmla="*/ 2940499 w 8823220"/>
                  <a:gd name="csY200" fmla="*/ 111338 h 4561903"/>
                  <a:gd name="csX201" fmla="*/ 2955204 w 8823220"/>
                  <a:gd name="csY201" fmla="*/ 118077 h 4561903"/>
                  <a:gd name="csX202" fmla="*/ 2969910 w 8823220"/>
                  <a:gd name="csY202" fmla="*/ 125010 h 4561903"/>
                  <a:gd name="csX203" fmla="*/ 2984615 w 8823220"/>
                  <a:gd name="csY203" fmla="*/ 132131 h 4561903"/>
                  <a:gd name="csX204" fmla="*/ 2999320 w 8823220"/>
                  <a:gd name="csY204" fmla="*/ 139445 h 4561903"/>
                  <a:gd name="csX205" fmla="*/ 3014026 w 8823220"/>
                  <a:gd name="csY205" fmla="*/ 146947 h 4561903"/>
                  <a:gd name="csX206" fmla="*/ 3028731 w 8823220"/>
                  <a:gd name="csY206" fmla="*/ 154643 h 4561903"/>
                  <a:gd name="csX207" fmla="*/ 3043436 w 8823220"/>
                  <a:gd name="csY207" fmla="*/ 162520 h 4561903"/>
                  <a:gd name="csX208" fmla="*/ 3058142 w 8823220"/>
                  <a:gd name="csY208" fmla="*/ 170592 h 4561903"/>
                  <a:gd name="csX209" fmla="*/ 3072847 w 8823220"/>
                  <a:gd name="csY209" fmla="*/ 178850 h 4561903"/>
                  <a:gd name="csX210" fmla="*/ 3087552 w 8823220"/>
                  <a:gd name="csY210" fmla="*/ 187297 h 4561903"/>
                  <a:gd name="csX211" fmla="*/ 3102258 w 8823220"/>
                  <a:gd name="csY211" fmla="*/ 195930 h 4561903"/>
                  <a:gd name="csX212" fmla="*/ 3116963 w 8823220"/>
                  <a:gd name="csY212" fmla="*/ 204745 h 4561903"/>
                  <a:gd name="csX213" fmla="*/ 3131669 w 8823220"/>
                  <a:gd name="csY213" fmla="*/ 213741 h 4561903"/>
                  <a:gd name="csX214" fmla="*/ 3146374 w 8823220"/>
                  <a:gd name="csY214" fmla="*/ 222925 h 4561903"/>
                  <a:gd name="csX215" fmla="*/ 3161080 w 8823220"/>
                  <a:gd name="csY215" fmla="*/ 232296 h 4561903"/>
                  <a:gd name="csX216" fmla="*/ 3175785 w 8823220"/>
                  <a:gd name="csY216" fmla="*/ 241841 h 4561903"/>
                  <a:gd name="csX217" fmla="*/ 3190490 w 8823220"/>
                  <a:gd name="csY217" fmla="*/ 251568 h 4561903"/>
                  <a:gd name="csX218" fmla="*/ 3205196 w 8823220"/>
                  <a:gd name="csY218" fmla="*/ 261483 h 4561903"/>
                  <a:gd name="csX219" fmla="*/ 3219901 w 8823220"/>
                  <a:gd name="csY219" fmla="*/ 271572 h 4561903"/>
                  <a:gd name="csX220" fmla="*/ 3234606 w 8823220"/>
                  <a:gd name="csY220" fmla="*/ 281835 h 4561903"/>
                  <a:gd name="csX221" fmla="*/ 3249312 w 8823220"/>
                  <a:gd name="csY221" fmla="*/ 292280 h 4561903"/>
                  <a:gd name="csX222" fmla="*/ 3264017 w 8823220"/>
                  <a:gd name="csY222" fmla="*/ 302905 h 4561903"/>
                  <a:gd name="csX223" fmla="*/ 3278722 w 8823220"/>
                  <a:gd name="csY223" fmla="*/ 313699 h 4561903"/>
                  <a:gd name="csX224" fmla="*/ 3293428 w 8823220"/>
                  <a:gd name="csY224" fmla="*/ 324674 h 4561903"/>
                  <a:gd name="csX225" fmla="*/ 3308133 w 8823220"/>
                  <a:gd name="csY225" fmla="*/ 335817 h 4561903"/>
                  <a:gd name="csX226" fmla="*/ 3322838 w 8823220"/>
                  <a:gd name="csY226" fmla="*/ 347142 h 4561903"/>
                  <a:gd name="csX227" fmla="*/ 3337544 w 8823220"/>
                  <a:gd name="csY227" fmla="*/ 358628 h 4561903"/>
                  <a:gd name="csX228" fmla="*/ 3352249 w 8823220"/>
                  <a:gd name="csY228" fmla="*/ 370288 h 4561903"/>
                  <a:gd name="csX229" fmla="*/ 3366955 w 8823220"/>
                  <a:gd name="csY229" fmla="*/ 382123 h 4561903"/>
                  <a:gd name="csX230" fmla="*/ 3381660 w 8823220"/>
                  <a:gd name="csY230" fmla="*/ 394120 h 4561903"/>
                  <a:gd name="csX231" fmla="*/ 3396365 w 8823220"/>
                  <a:gd name="csY231" fmla="*/ 406285 h 4561903"/>
                  <a:gd name="csX232" fmla="*/ 3411071 w 8823220"/>
                  <a:gd name="csY232" fmla="*/ 418618 h 4561903"/>
                  <a:gd name="csX233" fmla="*/ 3425776 w 8823220"/>
                  <a:gd name="csY233" fmla="*/ 431119 h 4561903"/>
                  <a:gd name="csX234" fmla="*/ 3440481 w 8823220"/>
                  <a:gd name="csY234" fmla="*/ 443782 h 4561903"/>
                  <a:gd name="csX235" fmla="*/ 3455187 w 8823220"/>
                  <a:gd name="csY235" fmla="*/ 456607 h 4561903"/>
                  <a:gd name="csX236" fmla="*/ 3469892 w 8823220"/>
                  <a:gd name="csY236" fmla="*/ 469599 h 4561903"/>
                  <a:gd name="csX237" fmla="*/ 3484597 w 8823220"/>
                  <a:gd name="csY237" fmla="*/ 482747 h 4561903"/>
                  <a:gd name="csX238" fmla="*/ 3499303 w 8823220"/>
                  <a:gd name="csY238" fmla="*/ 496057 h 4561903"/>
                  <a:gd name="csX239" fmla="*/ 3514008 w 8823220"/>
                  <a:gd name="csY239" fmla="*/ 509522 h 4561903"/>
                  <a:gd name="csX240" fmla="*/ 3528714 w 8823220"/>
                  <a:gd name="csY240" fmla="*/ 523148 h 4561903"/>
                  <a:gd name="csX241" fmla="*/ 3543419 w 8823220"/>
                  <a:gd name="csY241" fmla="*/ 536930 h 4561903"/>
                  <a:gd name="csX242" fmla="*/ 3558125 w 8823220"/>
                  <a:gd name="csY242" fmla="*/ 550867 h 4561903"/>
                  <a:gd name="csX243" fmla="*/ 3572830 w 8823220"/>
                  <a:gd name="csY243" fmla="*/ 564953 h 4561903"/>
                  <a:gd name="csX244" fmla="*/ 3587535 w 8823220"/>
                  <a:gd name="csY244" fmla="*/ 579194 h 4561903"/>
                  <a:gd name="csX245" fmla="*/ 3602241 w 8823220"/>
                  <a:gd name="csY245" fmla="*/ 593590 h 4561903"/>
                  <a:gd name="csX246" fmla="*/ 3616946 w 8823220"/>
                  <a:gd name="csY246" fmla="*/ 608128 h 4561903"/>
                  <a:gd name="csX247" fmla="*/ 3631651 w 8823220"/>
                  <a:gd name="csY247" fmla="*/ 622822 h 4561903"/>
                  <a:gd name="csX248" fmla="*/ 3646357 w 8823220"/>
                  <a:gd name="csY248" fmla="*/ 637664 h 4561903"/>
                  <a:gd name="csX249" fmla="*/ 3661062 w 8823220"/>
                  <a:gd name="csY249" fmla="*/ 652649 h 4561903"/>
                  <a:gd name="csX250" fmla="*/ 3675767 w 8823220"/>
                  <a:gd name="csY250" fmla="*/ 667776 h 4561903"/>
                  <a:gd name="csX251" fmla="*/ 3690473 w 8823220"/>
                  <a:gd name="csY251" fmla="*/ 683045 h 4561903"/>
                  <a:gd name="csX252" fmla="*/ 3705178 w 8823220"/>
                  <a:gd name="csY252" fmla="*/ 698463 h 4561903"/>
                  <a:gd name="csX253" fmla="*/ 3719883 w 8823220"/>
                  <a:gd name="csY253" fmla="*/ 714017 h 4561903"/>
                  <a:gd name="csX254" fmla="*/ 3734589 w 8823220"/>
                  <a:gd name="csY254" fmla="*/ 729713 h 4561903"/>
                  <a:gd name="csX255" fmla="*/ 3749294 w 8823220"/>
                  <a:gd name="csY255" fmla="*/ 745545 h 4561903"/>
                  <a:gd name="csX256" fmla="*/ 3763999 w 8823220"/>
                  <a:gd name="csY256" fmla="*/ 761513 h 4561903"/>
                  <a:gd name="csX257" fmla="*/ 3778705 w 8823220"/>
                  <a:gd name="csY257" fmla="*/ 777616 h 4561903"/>
                  <a:gd name="csX258" fmla="*/ 3793410 w 8823220"/>
                  <a:gd name="csY258" fmla="*/ 793849 h 4561903"/>
                  <a:gd name="csX259" fmla="*/ 3808116 w 8823220"/>
                  <a:gd name="csY259" fmla="*/ 810218 h 4561903"/>
                  <a:gd name="csX260" fmla="*/ 3822821 w 8823220"/>
                  <a:gd name="csY260" fmla="*/ 826716 h 4561903"/>
                  <a:gd name="csX261" fmla="*/ 3837526 w 8823220"/>
                  <a:gd name="csY261" fmla="*/ 843349 h 4561903"/>
                  <a:gd name="csX262" fmla="*/ 3852232 w 8823220"/>
                  <a:gd name="csY262" fmla="*/ 860106 h 4561903"/>
                  <a:gd name="csX263" fmla="*/ 3866937 w 8823220"/>
                  <a:gd name="csY263" fmla="*/ 876986 h 4561903"/>
                  <a:gd name="csX264" fmla="*/ 3881643 w 8823220"/>
                  <a:gd name="csY264" fmla="*/ 893995 h 4561903"/>
                  <a:gd name="csX265" fmla="*/ 3896348 w 8823220"/>
                  <a:gd name="csY265" fmla="*/ 911120 h 4561903"/>
                  <a:gd name="csX266" fmla="*/ 3911053 w 8823220"/>
                  <a:gd name="csY266" fmla="*/ 928375 h 4561903"/>
                  <a:gd name="csX267" fmla="*/ 3925759 w 8823220"/>
                  <a:gd name="csY267" fmla="*/ 945746 h 4561903"/>
                  <a:gd name="csX268" fmla="*/ 3940464 w 8823220"/>
                  <a:gd name="csY268" fmla="*/ 963240 h 4561903"/>
                  <a:gd name="csX269" fmla="*/ 3955169 w 8823220"/>
                  <a:gd name="csY269" fmla="*/ 980844 h 4561903"/>
                  <a:gd name="csX270" fmla="*/ 3969875 w 8823220"/>
                  <a:gd name="csY270" fmla="*/ 998570 h 4561903"/>
                  <a:gd name="csX271" fmla="*/ 3984580 w 8823220"/>
                  <a:gd name="csY271" fmla="*/ 1016407 h 4561903"/>
                  <a:gd name="csX272" fmla="*/ 3999285 w 8823220"/>
                  <a:gd name="csY272" fmla="*/ 1034354 h 4561903"/>
                  <a:gd name="csX273" fmla="*/ 4013991 w 8823220"/>
                  <a:gd name="csY273" fmla="*/ 1052411 h 4561903"/>
                  <a:gd name="csX274" fmla="*/ 4028696 w 8823220"/>
                  <a:gd name="csY274" fmla="*/ 1070584 h 4561903"/>
                  <a:gd name="csX275" fmla="*/ 4043402 w 8823220"/>
                  <a:gd name="csY275" fmla="*/ 1088860 h 4561903"/>
                  <a:gd name="csX276" fmla="*/ 4058107 w 8823220"/>
                  <a:gd name="csY276" fmla="*/ 1107240 h 4561903"/>
                  <a:gd name="csX277" fmla="*/ 4072812 w 8823220"/>
                  <a:gd name="csY277" fmla="*/ 1125730 h 4561903"/>
                  <a:gd name="csX278" fmla="*/ 4087518 w 8823220"/>
                  <a:gd name="csY278" fmla="*/ 1144317 h 4561903"/>
                  <a:gd name="csX279" fmla="*/ 4102223 w 8823220"/>
                  <a:gd name="csY279" fmla="*/ 1163007 h 4561903"/>
                  <a:gd name="csX280" fmla="*/ 4116928 w 8823220"/>
                  <a:gd name="csY280" fmla="*/ 1181795 h 4561903"/>
                  <a:gd name="csX281" fmla="*/ 4131634 w 8823220"/>
                  <a:gd name="csY281" fmla="*/ 1200686 h 4561903"/>
                  <a:gd name="csX282" fmla="*/ 4146339 w 8823220"/>
                  <a:gd name="csY282" fmla="*/ 1219667 h 4561903"/>
                  <a:gd name="csX283" fmla="*/ 4161044 w 8823220"/>
                  <a:gd name="csY283" fmla="*/ 1238746 h 4561903"/>
                  <a:gd name="csX284" fmla="*/ 4175750 w 8823220"/>
                  <a:gd name="csY284" fmla="*/ 1257915 h 4561903"/>
                  <a:gd name="csX285" fmla="*/ 4190455 w 8823220"/>
                  <a:gd name="csY285" fmla="*/ 1277174 h 4561903"/>
                  <a:gd name="csX286" fmla="*/ 4205161 w 8823220"/>
                  <a:gd name="csY286" fmla="*/ 1296524 h 4561903"/>
                  <a:gd name="csX287" fmla="*/ 4219866 w 8823220"/>
                  <a:gd name="csY287" fmla="*/ 1315958 h 4561903"/>
                  <a:gd name="csX288" fmla="*/ 4234572 w 8823220"/>
                  <a:gd name="csY288" fmla="*/ 1335483 h 4561903"/>
                  <a:gd name="csX289" fmla="*/ 4249277 w 8823220"/>
                  <a:gd name="csY289" fmla="*/ 1355092 h 4561903"/>
                  <a:gd name="csX290" fmla="*/ 4263982 w 8823220"/>
                  <a:gd name="csY290" fmla="*/ 1374778 h 4561903"/>
                  <a:gd name="csX291" fmla="*/ 4278688 w 8823220"/>
                  <a:gd name="csY291" fmla="*/ 1394549 h 4561903"/>
                  <a:gd name="csX292" fmla="*/ 4293393 w 8823220"/>
                  <a:gd name="csY292" fmla="*/ 1414397 h 4561903"/>
                  <a:gd name="csX293" fmla="*/ 4308098 w 8823220"/>
                  <a:gd name="csY293" fmla="*/ 1434322 h 4561903"/>
                  <a:gd name="csX294" fmla="*/ 4322804 w 8823220"/>
                  <a:gd name="csY294" fmla="*/ 1454319 h 4561903"/>
                  <a:gd name="csX295" fmla="*/ 4337509 w 8823220"/>
                  <a:gd name="csY295" fmla="*/ 1474394 h 4561903"/>
                  <a:gd name="csX296" fmla="*/ 4352214 w 8823220"/>
                  <a:gd name="csY296" fmla="*/ 1494539 h 4561903"/>
                  <a:gd name="csX297" fmla="*/ 4366920 w 8823220"/>
                  <a:gd name="csY297" fmla="*/ 1514756 h 4561903"/>
                  <a:gd name="csX298" fmla="*/ 4381625 w 8823220"/>
                  <a:gd name="csY298" fmla="*/ 1535037 h 4561903"/>
                  <a:gd name="csX299" fmla="*/ 4396331 w 8823220"/>
                  <a:gd name="csY299" fmla="*/ 1555390 h 4561903"/>
                  <a:gd name="csX300" fmla="*/ 4411036 w 8823220"/>
                  <a:gd name="csY300" fmla="*/ 1575800 h 4561903"/>
                  <a:gd name="csX301" fmla="*/ 4425741 w 8823220"/>
                  <a:gd name="csY301" fmla="*/ 1596276 h 4561903"/>
                  <a:gd name="csX302" fmla="*/ 4440447 w 8823220"/>
                  <a:gd name="csY302" fmla="*/ 1616816 h 4561903"/>
                  <a:gd name="csX303" fmla="*/ 4455152 w 8823220"/>
                  <a:gd name="csY303" fmla="*/ 1637408 h 4561903"/>
                  <a:gd name="csX304" fmla="*/ 4469857 w 8823220"/>
                  <a:gd name="csY304" fmla="*/ 1658064 h 4561903"/>
                  <a:gd name="csX305" fmla="*/ 4484563 w 8823220"/>
                  <a:gd name="csY305" fmla="*/ 1678772 h 4561903"/>
                  <a:gd name="csX306" fmla="*/ 4499268 w 8823220"/>
                  <a:gd name="csY306" fmla="*/ 1699532 h 4561903"/>
                  <a:gd name="csX307" fmla="*/ 4513973 w 8823220"/>
                  <a:gd name="csY307" fmla="*/ 1720350 h 4561903"/>
                  <a:gd name="csX308" fmla="*/ 4528679 w 8823220"/>
                  <a:gd name="csY308" fmla="*/ 1741214 h 4561903"/>
                  <a:gd name="csX309" fmla="*/ 4543384 w 8823220"/>
                  <a:gd name="csY309" fmla="*/ 1762122 h 4561903"/>
                  <a:gd name="csX310" fmla="*/ 4558089 w 8823220"/>
                  <a:gd name="csY310" fmla="*/ 1783083 h 4561903"/>
                  <a:gd name="csX311" fmla="*/ 4572795 w 8823220"/>
                  <a:gd name="csY311" fmla="*/ 1804082 h 4561903"/>
                  <a:gd name="csX312" fmla="*/ 4587500 w 8823220"/>
                  <a:gd name="csY312" fmla="*/ 1825127 h 4561903"/>
                  <a:gd name="csX313" fmla="*/ 4602206 w 8823220"/>
                  <a:gd name="csY313" fmla="*/ 1846210 h 4561903"/>
                  <a:gd name="csX314" fmla="*/ 4616911 w 8823220"/>
                  <a:gd name="csY314" fmla="*/ 1867332 h 4561903"/>
                  <a:gd name="csX315" fmla="*/ 4631617 w 8823220"/>
                  <a:gd name="csY315" fmla="*/ 1888493 h 4561903"/>
                  <a:gd name="csX316" fmla="*/ 4646322 w 8823220"/>
                  <a:gd name="csY316" fmla="*/ 1909686 h 4561903"/>
                  <a:gd name="csX317" fmla="*/ 4661027 w 8823220"/>
                  <a:gd name="csY317" fmla="*/ 1930912 h 4561903"/>
                  <a:gd name="csX318" fmla="*/ 4675733 w 8823220"/>
                  <a:gd name="csY318" fmla="*/ 1952170 h 4561903"/>
                  <a:gd name="csX319" fmla="*/ 4690438 w 8823220"/>
                  <a:gd name="csY319" fmla="*/ 1973460 h 4561903"/>
                  <a:gd name="csX320" fmla="*/ 4705143 w 8823220"/>
                  <a:gd name="csY320" fmla="*/ 1994776 h 4561903"/>
                  <a:gd name="csX321" fmla="*/ 4719849 w 8823220"/>
                  <a:gd name="csY321" fmla="*/ 2016118 h 4561903"/>
                  <a:gd name="csX322" fmla="*/ 4734554 w 8823220"/>
                  <a:gd name="csY322" fmla="*/ 2037479 h 4561903"/>
                  <a:gd name="csX323" fmla="*/ 4749259 w 8823220"/>
                  <a:gd name="csY323" fmla="*/ 2058867 h 4561903"/>
                  <a:gd name="csX324" fmla="*/ 4763965 w 8823220"/>
                  <a:gd name="csY324" fmla="*/ 2080273 h 4561903"/>
                  <a:gd name="csX325" fmla="*/ 4778670 w 8823220"/>
                  <a:gd name="csY325" fmla="*/ 2101693 h 4561903"/>
                  <a:gd name="csX326" fmla="*/ 4793375 w 8823220"/>
                  <a:gd name="csY326" fmla="*/ 2123132 h 4561903"/>
                  <a:gd name="csX327" fmla="*/ 4808081 w 8823220"/>
                  <a:gd name="csY327" fmla="*/ 2144584 h 4561903"/>
                  <a:gd name="csX328" fmla="*/ 4822786 w 8823220"/>
                  <a:gd name="csY328" fmla="*/ 2166049 h 4561903"/>
                  <a:gd name="csX329" fmla="*/ 4837491 w 8823220"/>
                  <a:gd name="csY329" fmla="*/ 2187527 h 4561903"/>
                  <a:gd name="csX330" fmla="*/ 4852197 w 8823220"/>
                  <a:gd name="csY330" fmla="*/ 2209011 h 4561903"/>
                  <a:gd name="csX331" fmla="*/ 4866902 w 8823220"/>
                  <a:gd name="csY331" fmla="*/ 2230502 h 4561903"/>
                  <a:gd name="csX332" fmla="*/ 4881608 w 8823220"/>
                  <a:gd name="csY332" fmla="*/ 2251993 h 4561903"/>
                  <a:gd name="csX333" fmla="*/ 4896313 w 8823220"/>
                  <a:gd name="csY333" fmla="*/ 2273490 h 4561903"/>
                  <a:gd name="csX334" fmla="*/ 4911018 w 8823220"/>
                  <a:gd name="csY334" fmla="*/ 2294987 h 4561903"/>
                  <a:gd name="csX335" fmla="*/ 4925724 w 8823220"/>
                  <a:gd name="csY335" fmla="*/ 2316484 h 4561903"/>
                  <a:gd name="csX336" fmla="*/ 4940429 w 8823220"/>
                  <a:gd name="csY336" fmla="*/ 2337975 h 4561903"/>
                  <a:gd name="csX337" fmla="*/ 4955134 w 8823220"/>
                  <a:gd name="csY337" fmla="*/ 2359466 h 4561903"/>
                  <a:gd name="csX338" fmla="*/ 4969840 w 8823220"/>
                  <a:gd name="csY338" fmla="*/ 2380944 h 4561903"/>
                  <a:gd name="csX339" fmla="*/ 4984545 w 8823220"/>
                  <a:gd name="csY339" fmla="*/ 2402415 h 4561903"/>
                  <a:gd name="csX340" fmla="*/ 4999251 w 8823220"/>
                  <a:gd name="csY340" fmla="*/ 2423880 h 4561903"/>
                  <a:gd name="csX341" fmla="*/ 5013956 w 8823220"/>
                  <a:gd name="csY341" fmla="*/ 2445325 h 4561903"/>
                  <a:gd name="csX342" fmla="*/ 5028661 w 8823220"/>
                  <a:gd name="csY342" fmla="*/ 2466758 h 4561903"/>
                  <a:gd name="csX343" fmla="*/ 5043366 w 8823220"/>
                  <a:gd name="csY343" fmla="*/ 2488177 h 4561903"/>
                  <a:gd name="csX344" fmla="*/ 5058072 w 8823220"/>
                  <a:gd name="csY344" fmla="*/ 2509577 h 4561903"/>
                  <a:gd name="csX345" fmla="*/ 5072777 w 8823220"/>
                  <a:gd name="csY345" fmla="*/ 2530952 h 4561903"/>
                  <a:gd name="csX346" fmla="*/ 5087483 w 8823220"/>
                  <a:gd name="csY346" fmla="*/ 2552313 h 4561903"/>
                  <a:gd name="csX347" fmla="*/ 5102188 w 8823220"/>
                  <a:gd name="csY347" fmla="*/ 2573642 h 4561903"/>
                  <a:gd name="csX348" fmla="*/ 5116894 w 8823220"/>
                  <a:gd name="csY348" fmla="*/ 2594952 h 4561903"/>
                  <a:gd name="csX349" fmla="*/ 5131599 w 8823220"/>
                  <a:gd name="csY349" fmla="*/ 2616229 h 4561903"/>
                  <a:gd name="csX350" fmla="*/ 5146304 w 8823220"/>
                  <a:gd name="csY350" fmla="*/ 2637474 h 4561903"/>
                  <a:gd name="csX351" fmla="*/ 5161010 w 8823220"/>
                  <a:gd name="csY351" fmla="*/ 2658693 h 4561903"/>
                  <a:gd name="csX352" fmla="*/ 5175715 w 8823220"/>
                  <a:gd name="csY352" fmla="*/ 2679874 h 4561903"/>
                  <a:gd name="csX353" fmla="*/ 5190421 w 8823220"/>
                  <a:gd name="csY353" fmla="*/ 2701022 h 4561903"/>
                  <a:gd name="csX354" fmla="*/ 5205126 w 8823220"/>
                  <a:gd name="csY354" fmla="*/ 2722131 h 4561903"/>
                  <a:gd name="csX355" fmla="*/ 5219831 w 8823220"/>
                  <a:gd name="csY355" fmla="*/ 2743208 h 4561903"/>
                  <a:gd name="csX356" fmla="*/ 5234536 w 8823220"/>
                  <a:gd name="csY356" fmla="*/ 2764233 h 4561903"/>
                  <a:gd name="csX357" fmla="*/ 5249242 w 8823220"/>
                  <a:gd name="csY357" fmla="*/ 2785219 h 4561903"/>
                  <a:gd name="csX358" fmla="*/ 5263947 w 8823220"/>
                  <a:gd name="csY358" fmla="*/ 2806167 h 4561903"/>
                  <a:gd name="csX359" fmla="*/ 5278653 w 8823220"/>
                  <a:gd name="csY359" fmla="*/ 2827062 h 4561903"/>
                  <a:gd name="csX360" fmla="*/ 5293358 w 8823220"/>
                  <a:gd name="csY360" fmla="*/ 2847906 h 4561903"/>
                  <a:gd name="csX361" fmla="*/ 5308064 w 8823220"/>
                  <a:gd name="csY361" fmla="*/ 2868705 h 4561903"/>
                  <a:gd name="csX362" fmla="*/ 5322768 w 8823220"/>
                  <a:gd name="csY362" fmla="*/ 2889445 h 4561903"/>
                  <a:gd name="csX363" fmla="*/ 5337474 w 8823220"/>
                  <a:gd name="csY363" fmla="*/ 2910135 h 4561903"/>
                  <a:gd name="csX364" fmla="*/ 5352179 w 8823220"/>
                  <a:gd name="csY364" fmla="*/ 2930771 h 4561903"/>
                  <a:gd name="csX365" fmla="*/ 5366885 w 8823220"/>
                  <a:gd name="csY365" fmla="*/ 2951350 h 4561903"/>
                  <a:gd name="csX366" fmla="*/ 5381590 w 8823220"/>
                  <a:gd name="csY366" fmla="*/ 2971865 h 4561903"/>
                  <a:gd name="csX367" fmla="*/ 5396296 w 8823220"/>
                  <a:gd name="csY367" fmla="*/ 2992321 h 4561903"/>
                  <a:gd name="csX368" fmla="*/ 5411001 w 8823220"/>
                  <a:gd name="csY368" fmla="*/ 3012712 h 4561903"/>
                  <a:gd name="csX369" fmla="*/ 5425706 w 8823220"/>
                  <a:gd name="csY369" fmla="*/ 3033038 h 4561903"/>
                  <a:gd name="csX370" fmla="*/ 5440411 w 8823220"/>
                  <a:gd name="csY370" fmla="*/ 3053300 h 4561903"/>
                  <a:gd name="csX371" fmla="*/ 5455117 w 8823220"/>
                  <a:gd name="csY371" fmla="*/ 3073491 h 4561903"/>
                  <a:gd name="csX372" fmla="*/ 5469822 w 8823220"/>
                  <a:gd name="csY372" fmla="*/ 3093617 h 4561903"/>
                  <a:gd name="csX373" fmla="*/ 5484528 w 8823220"/>
                  <a:gd name="csY373" fmla="*/ 3113666 h 4561903"/>
                  <a:gd name="csX374" fmla="*/ 5499233 w 8823220"/>
                  <a:gd name="csY374" fmla="*/ 3133643 h 4561903"/>
                  <a:gd name="csX375" fmla="*/ 5513938 w 8823220"/>
                  <a:gd name="csY375" fmla="*/ 3153537 h 4561903"/>
                  <a:gd name="csX376" fmla="*/ 5528644 w 8823220"/>
                  <a:gd name="csY376" fmla="*/ 3173359 h 4561903"/>
                  <a:gd name="csX377" fmla="*/ 5543349 w 8823220"/>
                  <a:gd name="csY377" fmla="*/ 3193103 h 4561903"/>
                  <a:gd name="csX378" fmla="*/ 5558055 w 8823220"/>
                  <a:gd name="csY378" fmla="*/ 3212764 h 4561903"/>
                  <a:gd name="csX379" fmla="*/ 5572760 w 8823220"/>
                  <a:gd name="csY379" fmla="*/ 3232347 h 4561903"/>
                  <a:gd name="csX380" fmla="*/ 5587466 w 8823220"/>
                  <a:gd name="csY380" fmla="*/ 3251839 h 4561903"/>
                  <a:gd name="csX381" fmla="*/ 5602171 w 8823220"/>
                  <a:gd name="csY381" fmla="*/ 3271247 h 4561903"/>
                  <a:gd name="csX382" fmla="*/ 5616876 w 8823220"/>
                  <a:gd name="csY382" fmla="*/ 3290565 h 4561903"/>
                  <a:gd name="csX383" fmla="*/ 5631581 w 8823220"/>
                  <a:gd name="csY383" fmla="*/ 3309799 h 4561903"/>
                  <a:gd name="csX384" fmla="*/ 5646287 w 8823220"/>
                  <a:gd name="csY384" fmla="*/ 3328936 h 4561903"/>
                  <a:gd name="csX385" fmla="*/ 5660992 w 8823220"/>
                  <a:gd name="csY385" fmla="*/ 3347982 h 4561903"/>
                  <a:gd name="csX386" fmla="*/ 5675698 w 8823220"/>
                  <a:gd name="csY386" fmla="*/ 3366937 h 4561903"/>
                  <a:gd name="csX387" fmla="*/ 5690403 w 8823220"/>
                  <a:gd name="csY387" fmla="*/ 3385789 h 4561903"/>
                  <a:gd name="csX388" fmla="*/ 5705108 w 8823220"/>
                  <a:gd name="csY388" fmla="*/ 3404545 h 4561903"/>
                  <a:gd name="csX389" fmla="*/ 5719813 w 8823220"/>
                  <a:gd name="csY389" fmla="*/ 3423203 h 4561903"/>
                  <a:gd name="csX390" fmla="*/ 5734519 w 8823220"/>
                  <a:gd name="csY390" fmla="*/ 3441757 h 4561903"/>
                  <a:gd name="csX391" fmla="*/ 5749224 w 8823220"/>
                  <a:gd name="csY391" fmla="*/ 3460208 h 4561903"/>
                  <a:gd name="csX392" fmla="*/ 5763930 w 8823220"/>
                  <a:gd name="csY392" fmla="*/ 3478556 h 4561903"/>
                  <a:gd name="csX393" fmla="*/ 5778635 w 8823220"/>
                  <a:gd name="csY393" fmla="*/ 3496800 h 4561903"/>
                  <a:gd name="csX394" fmla="*/ 5793341 w 8823220"/>
                  <a:gd name="csY394" fmla="*/ 3514928 h 4561903"/>
                  <a:gd name="csX395" fmla="*/ 5808045 w 8823220"/>
                  <a:gd name="csY395" fmla="*/ 3532952 h 4561903"/>
                  <a:gd name="csX396" fmla="*/ 5822751 w 8823220"/>
                  <a:gd name="csY396" fmla="*/ 3550867 h 4561903"/>
                  <a:gd name="csX397" fmla="*/ 5837456 w 8823220"/>
                  <a:gd name="csY397" fmla="*/ 3568665 h 4561903"/>
                  <a:gd name="csX398" fmla="*/ 5852162 w 8823220"/>
                  <a:gd name="csY398" fmla="*/ 3586346 h 4561903"/>
                  <a:gd name="csX399" fmla="*/ 5866867 w 8823220"/>
                  <a:gd name="csY399" fmla="*/ 3603918 h 4561903"/>
                  <a:gd name="csX400" fmla="*/ 5881573 w 8823220"/>
                  <a:gd name="csY400" fmla="*/ 3621366 h 4561903"/>
                  <a:gd name="csX401" fmla="*/ 5896278 w 8823220"/>
                  <a:gd name="csY401" fmla="*/ 3638699 h 4561903"/>
                  <a:gd name="csX402" fmla="*/ 5910983 w 8823220"/>
                  <a:gd name="csY402" fmla="*/ 3655914 h 4561903"/>
                  <a:gd name="csX403" fmla="*/ 5925689 w 8823220"/>
                  <a:gd name="csY403" fmla="*/ 3673001 h 4561903"/>
                  <a:gd name="csX404" fmla="*/ 5940394 w 8823220"/>
                  <a:gd name="csY404" fmla="*/ 3689965 h 4561903"/>
                  <a:gd name="csX405" fmla="*/ 5955100 w 8823220"/>
                  <a:gd name="csY405" fmla="*/ 3706805 h 4561903"/>
                  <a:gd name="csX406" fmla="*/ 5969805 w 8823220"/>
                  <a:gd name="csY406" fmla="*/ 3723523 h 4561903"/>
                  <a:gd name="csX407" fmla="*/ 5984510 w 8823220"/>
                  <a:gd name="csY407" fmla="*/ 3740105 h 4561903"/>
                  <a:gd name="csX408" fmla="*/ 5999215 w 8823220"/>
                  <a:gd name="csY408" fmla="*/ 3756564 h 4561903"/>
                  <a:gd name="csX409" fmla="*/ 6013921 w 8823220"/>
                  <a:gd name="csY409" fmla="*/ 3772888 h 4561903"/>
                  <a:gd name="csX410" fmla="*/ 6028626 w 8823220"/>
                  <a:gd name="csY410" fmla="*/ 3789082 h 4561903"/>
                  <a:gd name="csX411" fmla="*/ 6043332 w 8823220"/>
                  <a:gd name="csY411" fmla="*/ 3805140 h 4561903"/>
                  <a:gd name="csX412" fmla="*/ 6058037 w 8823220"/>
                  <a:gd name="csY412" fmla="*/ 3821063 h 4561903"/>
                  <a:gd name="csX413" fmla="*/ 6072743 w 8823220"/>
                  <a:gd name="csY413" fmla="*/ 3836849 h 4561903"/>
                  <a:gd name="csX414" fmla="*/ 6087448 w 8823220"/>
                  <a:gd name="csY414" fmla="*/ 3852493 h 4561903"/>
                  <a:gd name="csX415" fmla="*/ 6102153 w 8823220"/>
                  <a:gd name="csY415" fmla="*/ 3868002 h 4561903"/>
                  <a:gd name="csX416" fmla="*/ 6116858 w 8823220"/>
                  <a:gd name="csY416" fmla="*/ 3883368 h 4561903"/>
                  <a:gd name="csX417" fmla="*/ 6131564 w 8823220"/>
                  <a:gd name="csY417" fmla="*/ 3898592 h 4561903"/>
                  <a:gd name="csX418" fmla="*/ 6146269 w 8823220"/>
                  <a:gd name="csY418" fmla="*/ 3913674 h 4561903"/>
                  <a:gd name="csX419" fmla="*/ 6160975 w 8823220"/>
                  <a:gd name="csY419" fmla="*/ 3928613 h 4561903"/>
                  <a:gd name="csX420" fmla="*/ 6175680 w 8823220"/>
                  <a:gd name="csY420" fmla="*/ 3943404 h 4561903"/>
                  <a:gd name="csX421" fmla="*/ 6190385 w 8823220"/>
                  <a:gd name="csY421" fmla="*/ 3958046 h 4561903"/>
                  <a:gd name="csX422" fmla="*/ 6205090 w 8823220"/>
                  <a:gd name="csY422" fmla="*/ 3972539 h 4561903"/>
                  <a:gd name="csX423" fmla="*/ 6219796 w 8823220"/>
                  <a:gd name="csY423" fmla="*/ 3986877 h 4561903"/>
                  <a:gd name="csX424" fmla="*/ 6234501 w 8823220"/>
                  <a:gd name="csY424" fmla="*/ 4001073 h 4561903"/>
                  <a:gd name="csX425" fmla="*/ 6249207 w 8823220"/>
                  <a:gd name="csY425" fmla="*/ 4015107 h 4561903"/>
                  <a:gd name="csX426" fmla="*/ 6263913 w 8823220"/>
                  <a:gd name="csY426" fmla="*/ 4028992 h 4561903"/>
                  <a:gd name="csX427" fmla="*/ 6278618 w 8823220"/>
                  <a:gd name="csY427" fmla="*/ 4042722 h 4561903"/>
                  <a:gd name="csX428" fmla="*/ 6293323 w 8823220"/>
                  <a:gd name="csY428" fmla="*/ 4056297 h 4561903"/>
                  <a:gd name="csX429" fmla="*/ 6308028 w 8823220"/>
                  <a:gd name="csY429" fmla="*/ 4069710 h 4561903"/>
                  <a:gd name="csX430" fmla="*/ 6322734 w 8823220"/>
                  <a:gd name="csY430" fmla="*/ 4082968 h 4561903"/>
                  <a:gd name="csX431" fmla="*/ 6337439 w 8823220"/>
                  <a:gd name="csY431" fmla="*/ 4096064 h 4561903"/>
                  <a:gd name="csX432" fmla="*/ 6352145 w 8823220"/>
                  <a:gd name="csY432" fmla="*/ 4108992 h 4561903"/>
                  <a:gd name="csX433" fmla="*/ 6366850 w 8823220"/>
                  <a:gd name="csY433" fmla="*/ 4121765 h 4561903"/>
                  <a:gd name="csX434" fmla="*/ 6381555 w 8823220"/>
                  <a:gd name="csY434" fmla="*/ 4134376 h 4561903"/>
                  <a:gd name="csX435" fmla="*/ 6396260 w 8823220"/>
                  <a:gd name="csY435" fmla="*/ 4146819 h 4561903"/>
                  <a:gd name="csX436" fmla="*/ 6410966 w 8823220"/>
                  <a:gd name="csY436" fmla="*/ 4159100 h 4561903"/>
                  <a:gd name="csX437" fmla="*/ 6425671 w 8823220"/>
                  <a:gd name="csY437" fmla="*/ 4171207 h 4561903"/>
                  <a:gd name="csX438" fmla="*/ 6440377 w 8823220"/>
                  <a:gd name="csY438" fmla="*/ 4183152 h 4561903"/>
                  <a:gd name="csX439" fmla="*/ 6455082 w 8823220"/>
                  <a:gd name="csY439" fmla="*/ 4194929 h 4561903"/>
                  <a:gd name="csX440" fmla="*/ 6469788 w 8823220"/>
                  <a:gd name="csY440" fmla="*/ 4206532 h 4561903"/>
                  <a:gd name="csX441" fmla="*/ 6484492 w 8823220"/>
                  <a:gd name="csY441" fmla="*/ 4217966 h 4561903"/>
                  <a:gd name="csX442" fmla="*/ 6499198 w 8823220"/>
                  <a:gd name="csY442" fmla="*/ 4229225 h 4561903"/>
                  <a:gd name="csX443" fmla="*/ 6513903 w 8823220"/>
                  <a:gd name="csY443" fmla="*/ 4240317 h 4561903"/>
                  <a:gd name="csX444" fmla="*/ 6528609 w 8823220"/>
                  <a:gd name="csY444" fmla="*/ 4251227 h 4561903"/>
                  <a:gd name="csX445" fmla="*/ 6543314 w 8823220"/>
                  <a:gd name="csY445" fmla="*/ 4261969 h 4561903"/>
                  <a:gd name="csX446" fmla="*/ 6558020 w 8823220"/>
                  <a:gd name="csY446" fmla="*/ 4272530 h 4561903"/>
                  <a:gd name="csX447" fmla="*/ 6572725 w 8823220"/>
                  <a:gd name="csY447" fmla="*/ 4282917 h 4561903"/>
                  <a:gd name="csX448" fmla="*/ 6587430 w 8823220"/>
                  <a:gd name="csY448" fmla="*/ 4293122 h 4561903"/>
                  <a:gd name="csX449" fmla="*/ 6602135 w 8823220"/>
                  <a:gd name="csY449" fmla="*/ 4303153 h 4561903"/>
                  <a:gd name="csX450" fmla="*/ 6616841 w 8823220"/>
                  <a:gd name="csY450" fmla="*/ 4313002 h 4561903"/>
                  <a:gd name="csX451" fmla="*/ 6631547 w 8823220"/>
                  <a:gd name="csY451" fmla="*/ 4322671 h 4561903"/>
                  <a:gd name="csX452" fmla="*/ 6646252 w 8823220"/>
                  <a:gd name="csY452" fmla="*/ 4332158 h 4561903"/>
                  <a:gd name="csX453" fmla="*/ 6660957 w 8823220"/>
                  <a:gd name="csY453" fmla="*/ 4341465 h 4561903"/>
                  <a:gd name="csX454" fmla="*/ 6675662 w 8823220"/>
                  <a:gd name="csY454" fmla="*/ 4350590 h 4561903"/>
                  <a:gd name="csX455" fmla="*/ 6690368 w 8823220"/>
                  <a:gd name="csY455" fmla="*/ 4359528 h 4561903"/>
                  <a:gd name="csX456" fmla="*/ 6705073 w 8823220"/>
                  <a:gd name="csY456" fmla="*/ 4368285 h 4561903"/>
                  <a:gd name="csX457" fmla="*/ 6719779 w 8823220"/>
                  <a:gd name="csY457" fmla="*/ 4376847 h 4561903"/>
                  <a:gd name="csX458" fmla="*/ 6734484 w 8823220"/>
                  <a:gd name="csY458" fmla="*/ 4385235 h 4561903"/>
                  <a:gd name="csX459" fmla="*/ 6749190 w 8823220"/>
                  <a:gd name="csY459" fmla="*/ 4393429 h 4561903"/>
                  <a:gd name="csX460" fmla="*/ 6763895 w 8823220"/>
                  <a:gd name="csY460" fmla="*/ 4401436 h 4561903"/>
                  <a:gd name="csX461" fmla="*/ 6778600 w 8823220"/>
                  <a:gd name="csY461" fmla="*/ 4409254 h 4561903"/>
                  <a:gd name="csX462" fmla="*/ 6793305 w 8823220"/>
                  <a:gd name="csY462" fmla="*/ 4416886 h 4561903"/>
                  <a:gd name="csX463" fmla="*/ 6808011 w 8823220"/>
                  <a:gd name="csY463" fmla="*/ 4424323 h 4561903"/>
                  <a:gd name="csX464" fmla="*/ 6822716 w 8823220"/>
                  <a:gd name="csY464" fmla="*/ 4431580 h 4561903"/>
                  <a:gd name="csX465" fmla="*/ 6837422 w 8823220"/>
                  <a:gd name="csY465" fmla="*/ 4438636 h 4561903"/>
                  <a:gd name="csX466" fmla="*/ 6852127 w 8823220"/>
                  <a:gd name="csY466" fmla="*/ 4445504 h 4561903"/>
                  <a:gd name="csX467" fmla="*/ 6866832 w 8823220"/>
                  <a:gd name="csY467" fmla="*/ 4452178 h 4561903"/>
                  <a:gd name="csX468" fmla="*/ 6881537 w 8823220"/>
                  <a:gd name="csY468" fmla="*/ 4458658 h 4561903"/>
                  <a:gd name="csX469" fmla="*/ 6896243 w 8823220"/>
                  <a:gd name="csY469" fmla="*/ 4464951 h 4561903"/>
                  <a:gd name="csX470" fmla="*/ 6910948 w 8823220"/>
                  <a:gd name="csY470" fmla="*/ 4471043 h 4561903"/>
                  <a:gd name="csX471" fmla="*/ 6925654 w 8823220"/>
                  <a:gd name="csY471" fmla="*/ 4476948 h 4561903"/>
                  <a:gd name="csX472" fmla="*/ 6940359 w 8823220"/>
                  <a:gd name="csY472" fmla="*/ 4482652 h 4561903"/>
                  <a:gd name="csX473" fmla="*/ 6955065 w 8823220"/>
                  <a:gd name="csY473" fmla="*/ 4488162 h 4561903"/>
                  <a:gd name="csX474" fmla="*/ 6969769 w 8823220"/>
                  <a:gd name="csY474" fmla="*/ 4493472 h 4561903"/>
                  <a:gd name="csX475" fmla="*/ 6984475 w 8823220"/>
                  <a:gd name="csY475" fmla="*/ 4498587 h 4561903"/>
                  <a:gd name="csX476" fmla="*/ 6999181 w 8823220"/>
                  <a:gd name="csY476" fmla="*/ 4503509 h 4561903"/>
                  <a:gd name="csX477" fmla="*/ 7013886 w 8823220"/>
                  <a:gd name="csY477" fmla="*/ 4508230 h 4561903"/>
                  <a:gd name="csX478" fmla="*/ 7028592 w 8823220"/>
                  <a:gd name="csY478" fmla="*/ 4512757 h 4561903"/>
                  <a:gd name="csX479" fmla="*/ 7043297 w 8823220"/>
                  <a:gd name="csY479" fmla="*/ 4517084 h 4561903"/>
                  <a:gd name="csX480" fmla="*/ 7058002 w 8823220"/>
                  <a:gd name="csY480" fmla="*/ 4521210 h 4561903"/>
                  <a:gd name="csX481" fmla="*/ 7072707 w 8823220"/>
                  <a:gd name="csY481" fmla="*/ 4525142 h 4561903"/>
                  <a:gd name="csX482" fmla="*/ 7087413 w 8823220"/>
                  <a:gd name="csY482" fmla="*/ 4528867 h 4561903"/>
                  <a:gd name="csX483" fmla="*/ 7102118 w 8823220"/>
                  <a:gd name="csY483" fmla="*/ 4532398 h 4561903"/>
                  <a:gd name="csX484" fmla="*/ 7116824 w 8823220"/>
                  <a:gd name="csY484" fmla="*/ 4535729 h 4561903"/>
                  <a:gd name="csX485" fmla="*/ 7131529 w 8823220"/>
                  <a:gd name="csY485" fmla="*/ 4538859 h 4561903"/>
                  <a:gd name="csX486" fmla="*/ 7146234 w 8823220"/>
                  <a:gd name="csY486" fmla="*/ 4541789 h 4561903"/>
                  <a:gd name="csX487" fmla="*/ 7160939 w 8823220"/>
                  <a:gd name="csY487" fmla="*/ 4544511 h 4561903"/>
                  <a:gd name="csX488" fmla="*/ 7175645 w 8823220"/>
                  <a:gd name="csY488" fmla="*/ 4547040 h 4561903"/>
                  <a:gd name="csX489" fmla="*/ 7190350 w 8823220"/>
                  <a:gd name="csY489" fmla="*/ 4549368 h 4561903"/>
                  <a:gd name="csX490" fmla="*/ 7205056 w 8823220"/>
                  <a:gd name="csY490" fmla="*/ 4551489 h 4561903"/>
                  <a:gd name="csX491" fmla="*/ 7219761 w 8823220"/>
                  <a:gd name="csY491" fmla="*/ 4553410 h 4561903"/>
                  <a:gd name="csX492" fmla="*/ 7234467 w 8823220"/>
                  <a:gd name="csY492" fmla="*/ 4555130 h 4561903"/>
                  <a:gd name="csX493" fmla="*/ 7249172 w 8823220"/>
                  <a:gd name="csY493" fmla="*/ 4556650 h 4561903"/>
                  <a:gd name="csX494" fmla="*/ 7263877 w 8823220"/>
                  <a:gd name="csY494" fmla="*/ 4557970 h 4561903"/>
                  <a:gd name="csX495" fmla="*/ 7278582 w 8823220"/>
                  <a:gd name="csY495" fmla="*/ 4559082 h 4561903"/>
                  <a:gd name="csX496" fmla="*/ 7293288 w 8823220"/>
                  <a:gd name="csY496" fmla="*/ 4559994 h 4561903"/>
                  <a:gd name="csX497" fmla="*/ 7307993 w 8823220"/>
                  <a:gd name="csY497" fmla="*/ 4560699 h 4561903"/>
                  <a:gd name="csX498" fmla="*/ 7322699 w 8823220"/>
                  <a:gd name="csY498" fmla="*/ 4561210 h 4561903"/>
                  <a:gd name="csX499" fmla="*/ 7337404 w 8823220"/>
                  <a:gd name="csY499" fmla="*/ 4561514 h 4561903"/>
                  <a:gd name="csX500" fmla="*/ 7352109 w 8823220"/>
                  <a:gd name="csY500" fmla="*/ 4561611 h 4561903"/>
                  <a:gd name="csX501" fmla="*/ 7366815 w 8823220"/>
                  <a:gd name="csY501" fmla="*/ 4561514 h 4561903"/>
                  <a:gd name="csX502" fmla="*/ 7381520 w 8823220"/>
                  <a:gd name="csY502" fmla="*/ 4561210 h 4561903"/>
                  <a:gd name="csX503" fmla="*/ 7396226 w 8823220"/>
                  <a:gd name="csY503" fmla="*/ 4560699 h 4561903"/>
                  <a:gd name="csX504" fmla="*/ 7410931 w 8823220"/>
                  <a:gd name="csY504" fmla="*/ 4559994 h 4561903"/>
                  <a:gd name="csX505" fmla="*/ 7425637 w 8823220"/>
                  <a:gd name="csY505" fmla="*/ 4559082 h 4561903"/>
                  <a:gd name="csX506" fmla="*/ 7440342 w 8823220"/>
                  <a:gd name="csY506" fmla="*/ 4557970 h 4561903"/>
                  <a:gd name="csX507" fmla="*/ 7455047 w 8823220"/>
                  <a:gd name="csY507" fmla="*/ 4556650 h 4561903"/>
                  <a:gd name="csX508" fmla="*/ 7469752 w 8823220"/>
                  <a:gd name="csY508" fmla="*/ 4555130 h 4561903"/>
                  <a:gd name="csX509" fmla="*/ 7484458 w 8823220"/>
                  <a:gd name="csY509" fmla="*/ 4553410 h 4561903"/>
                  <a:gd name="csX510" fmla="*/ 7499163 w 8823220"/>
                  <a:gd name="csY510" fmla="*/ 4551489 h 4561903"/>
                  <a:gd name="csX511" fmla="*/ 7513869 w 8823220"/>
                  <a:gd name="csY511" fmla="*/ 4549368 h 4561903"/>
                  <a:gd name="csX512" fmla="*/ 7528574 w 8823220"/>
                  <a:gd name="csY512" fmla="*/ 4547040 h 4561903"/>
                  <a:gd name="csX513" fmla="*/ 7543279 w 8823220"/>
                  <a:gd name="csY513" fmla="*/ 4544511 h 4561903"/>
                  <a:gd name="csX514" fmla="*/ 7557984 w 8823220"/>
                  <a:gd name="csY514" fmla="*/ 4541789 h 4561903"/>
                  <a:gd name="csX515" fmla="*/ 7572690 w 8823220"/>
                  <a:gd name="csY515" fmla="*/ 4538859 h 4561903"/>
                  <a:gd name="csX516" fmla="*/ 7587395 w 8823220"/>
                  <a:gd name="csY516" fmla="*/ 4535729 h 4561903"/>
                  <a:gd name="csX517" fmla="*/ 7602101 w 8823220"/>
                  <a:gd name="csY517" fmla="*/ 4532398 h 4561903"/>
                  <a:gd name="csX518" fmla="*/ 7616806 w 8823220"/>
                  <a:gd name="csY518" fmla="*/ 4528867 h 4561903"/>
                  <a:gd name="csX519" fmla="*/ 7631512 w 8823220"/>
                  <a:gd name="csY519" fmla="*/ 4525142 h 4561903"/>
                  <a:gd name="csX520" fmla="*/ 7646216 w 8823220"/>
                  <a:gd name="csY520" fmla="*/ 4521210 h 4561903"/>
                  <a:gd name="csX521" fmla="*/ 7660922 w 8823220"/>
                  <a:gd name="csY521" fmla="*/ 4517084 h 4561903"/>
                  <a:gd name="csX522" fmla="*/ 7675627 w 8823220"/>
                  <a:gd name="csY522" fmla="*/ 4512757 h 4561903"/>
                  <a:gd name="csX523" fmla="*/ 7690333 w 8823220"/>
                  <a:gd name="csY523" fmla="*/ 4508230 h 4561903"/>
                  <a:gd name="csX524" fmla="*/ 7705038 w 8823220"/>
                  <a:gd name="csY524" fmla="*/ 4503509 h 4561903"/>
                  <a:gd name="csX525" fmla="*/ 7719744 w 8823220"/>
                  <a:gd name="csY525" fmla="*/ 4498587 h 4561903"/>
                  <a:gd name="csX526" fmla="*/ 7734449 w 8823220"/>
                  <a:gd name="csY526" fmla="*/ 4493472 h 4561903"/>
                  <a:gd name="csX527" fmla="*/ 7749154 w 8823220"/>
                  <a:gd name="csY527" fmla="*/ 4488162 h 4561903"/>
                  <a:gd name="csX528" fmla="*/ 7763860 w 8823220"/>
                  <a:gd name="csY528" fmla="*/ 4482652 h 4561903"/>
                  <a:gd name="csX529" fmla="*/ 7778565 w 8823220"/>
                  <a:gd name="csY529" fmla="*/ 4476948 h 4561903"/>
                  <a:gd name="csX530" fmla="*/ 7793271 w 8823220"/>
                  <a:gd name="csY530" fmla="*/ 4471043 h 4561903"/>
                  <a:gd name="csX531" fmla="*/ 7807976 w 8823220"/>
                  <a:gd name="csY531" fmla="*/ 4464951 h 4561903"/>
                  <a:gd name="csX532" fmla="*/ 7822681 w 8823220"/>
                  <a:gd name="csY532" fmla="*/ 4458658 h 4561903"/>
                  <a:gd name="csX533" fmla="*/ 7837386 w 8823220"/>
                  <a:gd name="csY533" fmla="*/ 4452178 h 4561903"/>
                  <a:gd name="csX534" fmla="*/ 7852092 w 8823220"/>
                  <a:gd name="csY534" fmla="*/ 4445504 h 4561903"/>
                  <a:gd name="csX535" fmla="*/ 7866797 w 8823220"/>
                  <a:gd name="csY535" fmla="*/ 4438636 h 4561903"/>
                  <a:gd name="csX536" fmla="*/ 7881503 w 8823220"/>
                  <a:gd name="csY536" fmla="*/ 4431580 h 4561903"/>
                  <a:gd name="csX537" fmla="*/ 7896208 w 8823220"/>
                  <a:gd name="csY537" fmla="*/ 4424323 h 4561903"/>
                  <a:gd name="csX538" fmla="*/ 7910914 w 8823220"/>
                  <a:gd name="csY538" fmla="*/ 4416886 h 4561903"/>
                  <a:gd name="csX539" fmla="*/ 7925619 w 8823220"/>
                  <a:gd name="csY539" fmla="*/ 4409254 h 4561903"/>
                  <a:gd name="csX540" fmla="*/ 7940324 w 8823220"/>
                  <a:gd name="csY540" fmla="*/ 4401436 h 4561903"/>
                  <a:gd name="csX541" fmla="*/ 7955029 w 8823220"/>
                  <a:gd name="csY541" fmla="*/ 4393429 h 4561903"/>
                  <a:gd name="csX542" fmla="*/ 7969735 w 8823220"/>
                  <a:gd name="csY542" fmla="*/ 4385235 h 4561903"/>
                  <a:gd name="csX543" fmla="*/ 7984440 w 8823220"/>
                  <a:gd name="csY543" fmla="*/ 4376847 h 4561903"/>
                  <a:gd name="csX544" fmla="*/ 7999146 w 8823220"/>
                  <a:gd name="csY544" fmla="*/ 4368285 h 4561903"/>
                  <a:gd name="csX545" fmla="*/ 8013851 w 8823220"/>
                  <a:gd name="csY545" fmla="*/ 4359528 h 4561903"/>
                  <a:gd name="csX546" fmla="*/ 8028556 w 8823220"/>
                  <a:gd name="csY546" fmla="*/ 4350590 h 4561903"/>
                  <a:gd name="csX547" fmla="*/ 8043261 w 8823220"/>
                  <a:gd name="csY547" fmla="*/ 4341465 h 4561903"/>
                  <a:gd name="csX548" fmla="*/ 8057967 w 8823220"/>
                  <a:gd name="csY548" fmla="*/ 4332158 h 4561903"/>
                  <a:gd name="csX549" fmla="*/ 8072672 w 8823220"/>
                  <a:gd name="csY549" fmla="*/ 4322671 h 4561903"/>
                  <a:gd name="csX550" fmla="*/ 8087378 w 8823220"/>
                  <a:gd name="csY550" fmla="*/ 4313002 h 4561903"/>
                  <a:gd name="csX551" fmla="*/ 8102084 w 8823220"/>
                  <a:gd name="csY551" fmla="*/ 4303153 h 4561903"/>
                  <a:gd name="csX552" fmla="*/ 8116789 w 8823220"/>
                  <a:gd name="csY552" fmla="*/ 4293122 h 4561903"/>
                  <a:gd name="csX553" fmla="*/ 8131494 w 8823220"/>
                  <a:gd name="csY553" fmla="*/ 4282917 h 4561903"/>
                  <a:gd name="csX554" fmla="*/ 8146199 w 8823220"/>
                  <a:gd name="csY554" fmla="*/ 4272530 h 4561903"/>
                  <a:gd name="csX555" fmla="*/ 8160905 w 8823220"/>
                  <a:gd name="csY555" fmla="*/ 4261969 h 4561903"/>
                  <a:gd name="csX556" fmla="*/ 8175610 w 8823220"/>
                  <a:gd name="csY556" fmla="*/ 4251227 h 4561903"/>
                  <a:gd name="csX557" fmla="*/ 8190316 w 8823220"/>
                  <a:gd name="csY557" fmla="*/ 4240317 h 4561903"/>
                  <a:gd name="csX558" fmla="*/ 8205021 w 8823220"/>
                  <a:gd name="csY558" fmla="*/ 4229225 h 4561903"/>
                  <a:gd name="csX559" fmla="*/ 8219726 w 8823220"/>
                  <a:gd name="csY559" fmla="*/ 4217966 h 4561903"/>
                  <a:gd name="csX560" fmla="*/ 8234431 w 8823220"/>
                  <a:gd name="csY560" fmla="*/ 4206532 h 4561903"/>
                  <a:gd name="csX561" fmla="*/ 8249137 w 8823220"/>
                  <a:gd name="csY561" fmla="*/ 4194929 h 4561903"/>
                  <a:gd name="csX562" fmla="*/ 8263842 w 8823220"/>
                  <a:gd name="csY562" fmla="*/ 4183152 h 4561903"/>
                  <a:gd name="csX563" fmla="*/ 8278548 w 8823220"/>
                  <a:gd name="csY563" fmla="*/ 4171207 h 4561903"/>
                  <a:gd name="csX564" fmla="*/ 8293253 w 8823220"/>
                  <a:gd name="csY564" fmla="*/ 4159100 h 4561903"/>
                  <a:gd name="csX565" fmla="*/ 8307958 w 8823220"/>
                  <a:gd name="csY565" fmla="*/ 4146819 h 4561903"/>
                  <a:gd name="csX566" fmla="*/ 8322663 w 8823220"/>
                  <a:gd name="csY566" fmla="*/ 4134376 h 4561903"/>
                  <a:gd name="csX567" fmla="*/ 8337369 w 8823220"/>
                  <a:gd name="csY567" fmla="*/ 4121765 h 4561903"/>
                  <a:gd name="csX568" fmla="*/ 8352074 w 8823220"/>
                  <a:gd name="csY568" fmla="*/ 4108992 h 4561903"/>
                  <a:gd name="csX569" fmla="*/ 8366780 w 8823220"/>
                  <a:gd name="csY569" fmla="*/ 4096064 h 4561903"/>
                  <a:gd name="csX570" fmla="*/ 8381485 w 8823220"/>
                  <a:gd name="csY570" fmla="*/ 4082968 h 4561903"/>
                  <a:gd name="csX571" fmla="*/ 8396190 w 8823220"/>
                  <a:gd name="csY571" fmla="*/ 4069710 h 4561903"/>
                  <a:gd name="csX572" fmla="*/ 8410895 w 8823220"/>
                  <a:gd name="csY572" fmla="*/ 4056297 h 4561903"/>
                  <a:gd name="csX573" fmla="*/ 8425601 w 8823220"/>
                  <a:gd name="csY573" fmla="*/ 4042722 h 4561903"/>
                  <a:gd name="csX574" fmla="*/ 8440306 w 8823220"/>
                  <a:gd name="csY574" fmla="*/ 4028992 h 4561903"/>
                  <a:gd name="csX575" fmla="*/ 8455012 w 8823220"/>
                  <a:gd name="csY575" fmla="*/ 4015107 h 4561903"/>
                  <a:gd name="csX576" fmla="*/ 8469717 w 8823220"/>
                  <a:gd name="csY576" fmla="*/ 4001073 h 4561903"/>
                  <a:gd name="csX577" fmla="*/ 8484422 w 8823220"/>
                  <a:gd name="csY577" fmla="*/ 3986877 h 4561903"/>
                  <a:gd name="csX578" fmla="*/ 8499128 w 8823220"/>
                  <a:gd name="csY578" fmla="*/ 3972539 h 4561903"/>
                  <a:gd name="csX579" fmla="*/ 8513833 w 8823220"/>
                  <a:gd name="csY579" fmla="*/ 3958046 h 4561903"/>
                  <a:gd name="csX580" fmla="*/ 8528539 w 8823220"/>
                  <a:gd name="csY580" fmla="*/ 3943404 h 4561903"/>
                  <a:gd name="csX581" fmla="*/ 8543244 w 8823220"/>
                  <a:gd name="csY581" fmla="*/ 3928613 h 4561903"/>
                  <a:gd name="csX582" fmla="*/ 8557950 w 8823220"/>
                  <a:gd name="csY582" fmla="*/ 3913674 h 4561903"/>
                  <a:gd name="csX583" fmla="*/ 8572655 w 8823220"/>
                  <a:gd name="csY583" fmla="*/ 3898592 h 4561903"/>
                  <a:gd name="csX584" fmla="*/ 8587360 w 8823220"/>
                  <a:gd name="csY584" fmla="*/ 3883368 h 4561903"/>
                  <a:gd name="csX585" fmla="*/ 8602065 w 8823220"/>
                  <a:gd name="csY585" fmla="*/ 3868002 h 4561903"/>
                  <a:gd name="csX586" fmla="*/ 8616771 w 8823220"/>
                  <a:gd name="csY586" fmla="*/ 3852493 h 4561903"/>
                  <a:gd name="csX587" fmla="*/ 8631476 w 8823220"/>
                  <a:gd name="csY587" fmla="*/ 3836849 h 4561903"/>
                  <a:gd name="csX588" fmla="*/ 8646182 w 8823220"/>
                  <a:gd name="csY588" fmla="*/ 3821063 h 4561903"/>
                  <a:gd name="csX589" fmla="*/ 8660887 w 8823220"/>
                  <a:gd name="csY589" fmla="*/ 3805140 h 4561903"/>
                  <a:gd name="csX590" fmla="*/ 8675592 w 8823220"/>
                  <a:gd name="csY590" fmla="*/ 3789082 h 4561903"/>
                  <a:gd name="csX591" fmla="*/ 8690297 w 8823220"/>
                  <a:gd name="csY591" fmla="*/ 3772888 h 4561903"/>
                  <a:gd name="csX592" fmla="*/ 8705003 w 8823220"/>
                  <a:gd name="csY592" fmla="*/ 3756564 h 4561903"/>
                  <a:gd name="csX593" fmla="*/ 8719708 w 8823220"/>
                  <a:gd name="csY593" fmla="*/ 3740105 h 4561903"/>
                  <a:gd name="csX594" fmla="*/ 8734414 w 8823220"/>
                  <a:gd name="csY594" fmla="*/ 3723523 h 4561903"/>
                  <a:gd name="csX595" fmla="*/ 8749119 w 8823220"/>
                  <a:gd name="csY595" fmla="*/ 3706805 h 4561903"/>
                  <a:gd name="csX596" fmla="*/ 8763825 w 8823220"/>
                  <a:gd name="csY596" fmla="*/ 3689965 h 4561903"/>
                  <a:gd name="csX597" fmla="*/ 8778530 w 8823220"/>
                  <a:gd name="csY597" fmla="*/ 3673001 h 4561903"/>
                  <a:gd name="csX598" fmla="*/ 8793235 w 8823220"/>
                  <a:gd name="csY598" fmla="*/ 3655914 h 4561903"/>
                  <a:gd name="csX599" fmla="*/ 8807940 w 8823220"/>
                  <a:gd name="csY599" fmla="*/ 3638699 h 4561903"/>
                  <a:gd name="csX600" fmla="*/ 8822646 w 8823220"/>
                  <a:gd name="csY600" fmla="*/ 3621366 h 45619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  <a:cxn ang="0">
                    <a:pos x="csX572" y="csY572"/>
                  </a:cxn>
                  <a:cxn ang="0">
                    <a:pos x="csX573" y="csY573"/>
                  </a:cxn>
                  <a:cxn ang="0">
                    <a:pos x="csX574" y="csY574"/>
                  </a:cxn>
                  <a:cxn ang="0">
                    <a:pos x="csX575" y="csY575"/>
                  </a:cxn>
                  <a:cxn ang="0">
                    <a:pos x="csX576" y="csY576"/>
                  </a:cxn>
                  <a:cxn ang="0">
                    <a:pos x="csX577" y="csY577"/>
                  </a:cxn>
                  <a:cxn ang="0">
                    <a:pos x="csX578" y="csY578"/>
                  </a:cxn>
                  <a:cxn ang="0">
                    <a:pos x="csX579" y="csY579"/>
                  </a:cxn>
                  <a:cxn ang="0">
                    <a:pos x="csX580" y="csY580"/>
                  </a:cxn>
                  <a:cxn ang="0">
                    <a:pos x="csX581" y="csY581"/>
                  </a:cxn>
                  <a:cxn ang="0">
                    <a:pos x="csX582" y="csY582"/>
                  </a:cxn>
                  <a:cxn ang="0">
                    <a:pos x="csX583" y="csY583"/>
                  </a:cxn>
                  <a:cxn ang="0">
                    <a:pos x="csX584" y="csY584"/>
                  </a:cxn>
                  <a:cxn ang="0">
                    <a:pos x="csX585" y="csY585"/>
                  </a:cxn>
                  <a:cxn ang="0">
                    <a:pos x="csX586" y="csY586"/>
                  </a:cxn>
                  <a:cxn ang="0">
                    <a:pos x="csX587" y="csY587"/>
                  </a:cxn>
                  <a:cxn ang="0">
                    <a:pos x="csX588" y="csY588"/>
                  </a:cxn>
                  <a:cxn ang="0">
                    <a:pos x="csX589" y="csY589"/>
                  </a:cxn>
                  <a:cxn ang="0">
                    <a:pos x="csX590" y="csY590"/>
                  </a:cxn>
                  <a:cxn ang="0">
                    <a:pos x="csX591" y="csY591"/>
                  </a:cxn>
                  <a:cxn ang="0">
                    <a:pos x="csX592" y="csY592"/>
                  </a:cxn>
                  <a:cxn ang="0">
                    <a:pos x="csX593" y="csY593"/>
                  </a:cxn>
                  <a:cxn ang="0">
                    <a:pos x="csX594" y="csY594"/>
                  </a:cxn>
                  <a:cxn ang="0">
                    <a:pos x="csX595" y="csY595"/>
                  </a:cxn>
                  <a:cxn ang="0">
                    <a:pos x="csX596" y="csY596"/>
                  </a:cxn>
                  <a:cxn ang="0">
                    <a:pos x="csX597" y="csY597"/>
                  </a:cxn>
                  <a:cxn ang="0">
                    <a:pos x="csX598" y="csY598"/>
                  </a:cxn>
                  <a:cxn ang="0">
                    <a:pos x="csX599" y="csY599"/>
                  </a:cxn>
                  <a:cxn ang="0">
                    <a:pos x="csX600" y="csY600"/>
                  </a:cxn>
                </a:cxnLst>
                <a:rect l="l" t="t" r="r" b="b"/>
                <a:pathLst>
                  <a:path w="8823220" h="4561903">
                    <a:moveTo>
                      <a:pt x="-575" y="2280656"/>
                    </a:moveTo>
                    <a:lnTo>
                      <a:pt x="14131" y="2259158"/>
                    </a:lnTo>
                    <a:lnTo>
                      <a:pt x="28836" y="2237661"/>
                    </a:lnTo>
                    <a:lnTo>
                      <a:pt x="43541" y="2216170"/>
                    </a:lnTo>
                    <a:lnTo>
                      <a:pt x="58247" y="2194686"/>
                    </a:lnTo>
                    <a:lnTo>
                      <a:pt x="72952" y="2173208"/>
                    </a:lnTo>
                    <a:lnTo>
                      <a:pt x="87657" y="2151737"/>
                    </a:lnTo>
                    <a:lnTo>
                      <a:pt x="102363" y="2130285"/>
                    </a:lnTo>
                    <a:lnTo>
                      <a:pt x="117068" y="2108839"/>
                    </a:lnTo>
                    <a:lnTo>
                      <a:pt x="131774" y="2087407"/>
                    </a:lnTo>
                    <a:lnTo>
                      <a:pt x="146479" y="2066000"/>
                    </a:lnTo>
                    <a:lnTo>
                      <a:pt x="161184" y="2044607"/>
                    </a:lnTo>
                    <a:lnTo>
                      <a:pt x="175890" y="2023232"/>
                    </a:lnTo>
                    <a:lnTo>
                      <a:pt x="190595" y="2001884"/>
                    </a:lnTo>
                    <a:lnTo>
                      <a:pt x="205300" y="1980561"/>
                    </a:lnTo>
                    <a:lnTo>
                      <a:pt x="220006" y="1959264"/>
                    </a:lnTo>
                    <a:lnTo>
                      <a:pt x="234711" y="1938000"/>
                    </a:lnTo>
                    <a:lnTo>
                      <a:pt x="249416" y="1916761"/>
                    </a:lnTo>
                    <a:lnTo>
                      <a:pt x="264122" y="1895555"/>
                    </a:lnTo>
                    <a:lnTo>
                      <a:pt x="278827" y="1874381"/>
                    </a:lnTo>
                    <a:lnTo>
                      <a:pt x="293533" y="1853246"/>
                    </a:lnTo>
                    <a:lnTo>
                      <a:pt x="308238" y="1832150"/>
                    </a:lnTo>
                    <a:lnTo>
                      <a:pt x="322943" y="1811093"/>
                    </a:lnTo>
                    <a:lnTo>
                      <a:pt x="337649" y="1790074"/>
                    </a:lnTo>
                    <a:lnTo>
                      <a:pt x="352354" y="1769101"/>
                    </a:lnTo>
                    <a:lnTo>
                      <a:pt x="367059" y="1748179"/>
                    </a:lnTo>
                    <a:lnTo>
                      <a:pt x="381765" y="1727296"/>
                    </a:lnTo>
                    <a:lnTo>
                      <a:pt x="396470" y="1706465"/>
                    </a:lnTo>
                    <a:lnTo>
                      <a:pt x="411176" y="1685686"/>
                    </a:lnTo>
                    <a:lnTo>
                      <a:pt x="425881" y="1664958"/>
                    </a:lnTo>
                    <a:lnTo>
                      <a:pt x="440586" y="1644289"/>
                    </a:lnTo>
                    <a:lnTo>
                      <a:pt x="455292" y="1623671"/>
                    </a:lnTo>
                    <a:lnTo>
                      <a:pt x="469997" y="1603118"/>
                    </a:lnTo>
                    <a:lnTo>
                      <a:pt x="484702" y="1582617"/>
                    </a:lnTo>
                    <a:lnTo>
                      <a:pt x="499408" y="1562187"/>
                    </a:lnTo>
                    <a:lnTo>
                      <a:pt x="514113" y="1541815"/>
                    </a:lnTo>
                    <a:lnTo>
                      <a:pt x="528819" y="1521508"/>
                    </a:lnTo>
                    <a:lnTo>
                      <a:pt x="543524" y="1501272"/>
                    </a:lnTo>
                    <a:lnTo>
                      <a:pt x="558229" y="1481100"/>
                    </a:lnTo>
                    <a:lnTo>
                      <a:pt x="572935" y="1461006"/>
                    </a:lnTo>
                    <a:lnTo>
                      <a:pt x="587640" y="1440977"/>
                    </a:lnTo>
                    <a:lnTo>
                      <a:pt x="602345" y="1421032"/>
                    </a:lnTo>
                    <a:lnTo>
                      <a:pt x="617051" y="1401152"/>
                    </a:lnTo>
                    <a:lnTo>
                      <a:pt x="631756" y="1381362"/>
                    </a:lnTo>
                    <a:lnTo>
                      <a:pt x="646462" y="1361643"/>
                    </a:lnTo>
                    <a:lnTo>
                      <a:pt x="661167" y="1342009"/>
                    </a:lnTo>
                    <a:lnTo>
                      <a:pt x="675872" y="1322458"/>
                    </a:lnTo>
                    <a:lnTo>
                      <a:pt x="690578" y="1302992"/>
                    </a:lnTo>
                    <a:lnTo>
                      <a:pt x="705283" y="1283616"/>
                    </a:lnTo>
                    <a:lnTo>
                      <a:pt x="719988" y="1264324"/>
                    </a:lnTo>
                    <a:lnTo>
                      <a:pt x="734694" y="1245122"/>
                    </a:lnTo>
                    <a:lnTo>
                      <a:pt x="749399" y="1226012"/>
                    </a:lnTo>
                    <a:lnTo>
                      <a:pt x="764104" y="1206998"/>
                    </a:lnTo>
                    <a:lnTo>
                      <a:pt x="778810" y="1188081"/>
                    </a:lnTo>
                    <a:lnTo>
                      <a:pt x="793515" y="1169261"/>
                    </a:lnTo>
                    <a:lnTo>
                      <a:pt x="808220" y="1150539"/>
                    </a:lnTo>
                    <a:lnTo>
                      <a:pt x="822926" y="1131913"/>
                    </a:lnTo>
                    <a:lnTo>
                      <a:pt x="837631" y="1113390"/>
                    </a:lnTo>
                    <a:lnTo>
                      <a:pt x="852337" y="1094972"/>
                    </a:lnTo>
                    <a:lnTo>
                      <a:pt x="867042" y="1076663"/>
                    </a:lnTo>
                    <a:lnTo>
                      <a:pt x="881747" y="1058458"/>
                    </a:lnTo>
                    <a:lnTo>
                      <a:pt x="896453" y="1040362"/>
                    </a:lnTo>
                    <a:lnTo>
                      <a:pt x="911158" y="1022377"/>
                    </a:lnTo>
                    <a:lnTo>
                      <a:pt x="925863" y="1004501"/>
                    </a:lnTo>
                    <a:lnTo>
                      <a:pt x="940569" y="986742"/>
                    </a:lnTo>
                    <a:lnTo>
                      <a:pt x="955274" y="969093"/>
                    </a:lnTo>
                    <a:lnTo>
                      <a:pt x="969980" y="951566"/>
                    </a:lnTo>
                    <a:lnTo>
                      <a:pt x="984685" y="934150"/>
                    </a:lnTo>
                    <a:lnTo>
                      <a:pt x="999390" y="916863"/>
                    </a:lnTo>
                    <a:lnTo>
                      <a:pt x="1014096" y="899686"/>
                    </a:lnTo>
                    <a:lnTo>
                      <a:pt x="1028801" y="882638"/>
                    </a:lnTo>
                    <a:lnTo>
                      <a:pt x="1043506" y="865720"/>
                    </a:lnTo>
                    <a:lnTo>
                      <a:pt x="1058212" y="848918"/>
                    </a:lnTo>
                    <a:lnTo>
                      <a:pt x="1072917" y="832245"/>
                    </a:lnTo>
                    <a:lnTo>
                      <a:pt x="1087623" y="815702"/>
                    </a:lnTo>
                    <a:lnTo>
                      <a:pt x="1102328" y="799295"/>
                    </a:lnTo>
                    <a:lnTo>
                      <a:pt x="1117033" y="783010"/>
                    </a:lnTo>
                    <a:lnTo>
                      <a:pt x="1131739" y="766861"/>
                    </a:lnTo>
                    <a:lnTo>
                      <a:pt x="1146444" y="750848"/>
                    </a:lnTo>
                    <a:lnTo>
                      <a:pt x="1161149" y="734971"/>
                    </a:lnTo>
                    <a:lnTo>
                      <a:pt x="1175855" y="719230"/>
                    </a:lnTo>
                    <a:lnTo>
                      <a:pt x="1190560" y="703631"/>
                    </a:lnTo>
                    <a:lnTo>
                      <a:pt x="1205266" y="688167"/>
                    </a:lnTo>
                    <a:lnTo>
                      <a:pt x="1219971" y="672853"/>
                    </a:lnTo>
                    <a:lnTo>
                      <a:pt x="1234676" y="657674"/>
                    </a:lnTo>
                    <a:lnTo>
                      <a:pt x="1249382" y="642638"/>
                    </a:lnTo>
                    <a:lnTo>
                      <a:pt x="1264087" y="627750"/>
                    </a:lnTo>
                    <a:lnTo>
                      <a:pt x="1278792" y="613011"/>
                    </a:lnTo>
                    <a:lnTo>
                      <a:pt x="1293498" y="598421"/>
                    </a:lnTo>
                    <a:lnTo>
                      <a:pt x="1308203" y="583980"/>
                    </a:lnTo>
                    <a:lnTo>
                      <a:pt x="1322908" y="569687"/>
                    </a:lnTo>
                    <a:lnTo>
                      <a:pt x="1337614" y="555543"/>
                    </a:lnTo>
                    <a:lnTo>
                      <a:pt x="1352319" y="541554"/>
                    </a:lnTo>
                    <a:lnTo>
                      <a:pt x="1367024" y="527727"/>
                    </a:lnTo>
                    <a:lnTo>
                      <a:pt x="1381730" y="514049"/>
                    </a:lnTo>
                    <a:lnTo>
                      <a:pt x="1396435" y="500526"/>
                    </a:lnTo>
                    <a:lnTo>
                      <a:pt x="1411141" y="487165"/>
                    </a:lnTo>
                    <a:lnTo>
                      <a:pt x="1425846" y="473965"/>
                    </a:lnTo>
                    <a:lnTo>
                      <a:pt x="1440551" y="460920"/>
                    </a:lnTo>
                    <a:lnTo>
                      <a:pt x="1455257" y="448037"/>
                    </a:lnTo>
                    <a:lnTo>
                      <a:pt x="1469962" y="435323"/>
                    </a:lnTo>
                    <a:lnTo>
                      <a:pt x="1484667" y="422770"/>
                    </a:lnTo>
                    <a:lnTo>
                      <a:pt x="1499373" y="410379"/>
                    </a:lnTo>
                    <a:lnTo>
                      <a:pt x="1514078" y="398156"/>
                    </a:lnTo>
                    <a:lnTo>
                      <a:pt x="1528784" y="386100"/>
                    </a:lnTo>
                    <a:lnTo>
                      <a:pt x="1543489" y="374214"/>
                    </a:lnTo>
                    <a:lnTo>
                      <a:pt x="1558194" y="362495"/>
                    </a:lnTo>
                    <a:lnTo>
                      <a:pt x="1572900" y="350951"/>
                    </a:lnTo>
                    <a:lnTo>
                      <a:pt x="1587605" y="339575"/>
                    </a:lnTo>
                    <a:lnTo>
                      <a:pt x="1602310" y="328367"/>
                    </a:lnTo>
                    <a:lnTo>
                      <a:pt x="1617016" y="317340"/>
                    </a:lnTo>
                    <a:lnTo>
                      <a:pt x="1631721" y="306482"/>
                    </a:lnTo>
                    <a:lnTo>
                      <a:pt x="1646427" y="295804"/>
                    </a:lnTo>
                    <a:lnTo>
                      <a:pt x="1661132" y="285302"/>
                    </a:lnTo>
                    <a:lnTo>
                      <a:pt x="1675837" y="274973"/>
                    </a:lnTo>
                    <a:lnTo>
                      <a:pt x="1690543" y="264826"/>
                    </a:lnTo>
                    <a:lnTo>
                      <a:pt x="1705248" y="254854"/>
                    </a:lnTo>
                    <a:lnTo>
                      <a:pt x="1719953" y="245062"/>
                    </a:lnTo>
                    <a:lnTo>
                      <a:pt x="1734659" y="235458"/>
                    </a:lnTo>
                    <a:lnTo>
                      <a:pt x="1749364" y="226029"/>
                    </a:lnTo>
                    <a:lnTo>
                      <a:pt x="1764070" y="216781"/>
                    </a:lnTo>
                    <a:lnTo>
                      <a:pt x="1778775" y="207720"/>
                    </a:lnTo>
                    <a:lnTo>
                      <a:pt x="1793480" y="198847"/>
                    </a:lnTo>
                    <a:lnTo>
                      <a:pt x="1808186" y="190155"/>
                    </a:lnTo>
                    <a:lnTo>
                      <a:pt x="1822891" y="181644"/>
                    </a:lnTo>
                    <a:lnTo>
                      <a:pt x="1837596" y="173327"/>
                    </a:lnTo>
                    <a:lnTo>
                      <a:pt x="1852302" y="165191"/>
                    </a:lnTo>
                    <a:lnTo>
                      <a:pt x="1867007" y="157250"/>
                    </a:lnTo>
                    <a:lnTo>
                      <a:pt x="1881712" y="149489"/>
                    </a:lnTo>
                    <a:lnTo>
                      <a:pt x="1896418" y="141922"/>
                    </a:lnTo>
                    <a:lnTo>
                      <a:pt x="1911123" y="134549"/>
                    </a:lnTo>
                    <a:lnTo>
                      <a:pt x="1925828" y="127358"/>
                    </a:lnTo>
                    <a:lnTo>
                      <a:pt x="1940534" y="120367"/>
                    </a:lnTo>
                    <a:lnTo>
                      <a:pt x="1955239" y="113563"/>
                    </a:lnTo>
                    <a:lnTo>
                      <a:pt x="1969944" y="106954"/>
                    </a:lnTo>
                    <a:lnTo>
                      <a:pt x="1984650" y="100532"/>
                    </a:lnTo>
                    <a:lnTo>
                      <a:pt x="1999355" y="94310"/>
                    </a:lnTo>
                    <a:lnTo>
                      <a:pt x="2014061" y="88276"/>
                    </a:lnTo>
                    <a:lnTo>
                      <a:pt x="2028766" y="82443"/>
                    </a:lnTo>
                    <a:lnTo>
                      <a:pt x="2043472" y="76803"/>
                    </a:lnTo>
                    <a:lnTo>
                      <a:pt x="2058177" y="71358"/>
                    </a:lnTo>
                    <a:lnTo>
                      <a:pt x="2072882" y="66113"/>
                    </a:lnTo>
                    <a:lnTo>
                      <a:pt x="2087588" y="61062"/>
                    </a:lnTo>
                    <a:lnTo>
                      <a:pt x="2102293" y="56205"/>
                    </a:lnTo>
                    <a:lnTo>
                      <a:pt x="2116998" y="51548"/>
                    </a:lnTo>
                    <a:lnTo>
                      <a:pt x="2131704" y="47093"/>
                    </a:lnTo>
                    <a:lnTo>
                      <a:pt x="2146409" y="42831"/>
                    </a:lnTo>
                    <a:lnTo>
                      <a:pt x="2161114" y="38769"/>
                    </a:lnTo>
                    <a:lnTo>
                      <a:pt x="2175820" y="34908"/>
                    </a:lnTo>
                    <a:lnTo>
                      <a:pt x="2190525" y="31241"/>
                    </a:lnTo>
                    <a:lnTo>
                      <a:pt x="2205231" y="27781"/>
                    </a:lnTo>
                    <a:lnTo>
                      <a:pt x="2219936" y="24515"/>
                    </a:lnTo>
                    <a:lnTo>
                      <a:pt x="2234641" y="21456"/>
                    </a:lnTo>
                    <a:lnTo>
                      <a:pt x="2249347" y="18591"/>
                    </a:lnTo>
                    <a:lnTo>
                      <a:pt x="2264052" y="15933"/>
                    </a:lnTo>
                    <a:lnTo>
                      <a:pt x="2278757" y="13476"/>
                    </a:lnTo>
                    <a:lnTo>
                      <a:pt x="2293463" y="11212"/>
                    </a:lnTo>
                    <a:lnTo>
                      <a:pt x="2308168" y="9156"/>
                    </a:lnTo>
                    <a:lnTo>
                      <a:pt x="2322873" y="7306"/>
                    </a:lnTo>
                    <a:lnTo>
                      <a:pt x="2337579" y="5650"/>
                    </a:lnTo>
                    <a:lnTo>
                      <a:pt x="2352284" y="4202"/>
                    </a:lnTo>
                    <a:lnTo>
                      <a:pt x="2366989" y="2953"/>
                    </a:lnTo>
                    <a:lnTo>
                      <a:pt x="2381695" y="1906"/>
                    </a:lnTo>
                    <a:lnTo>
                      <a:pt x="2396401" y="1059"/>
                    </a:lnTo>
                    <a:lnTo>
                      <a:pt x="2411106" y="418"/>
                    </a:lnTo>
                    <a:lnTo>
                      <a:pt x="2425811" y="-22"/>
                    </a:lnTo>
                    <a:lnTo>
                      <a:pt x="2440517" y="-254"/>
                    </a:lnTo>
                    <a:lnTo>
                      <a:pt x="2455222" y="-293"/>
                    </a:lnTo>
                    <a:lnTo>
                      <a:pt x="2469927" y="-119"/>
                    </a:lnTo>
                    <a:lnTo>
                      <a:pt x="2484633" y="250"/>
                    </a:lnTo>
                    <a:lnTo>
                      <a:pt x="2499338" y="826"/>
                    </a:lnTo>
                    <a:lnTo>
                      <a:pt x="2514043" y="1602"/>
                    </a:lnTo>
                    <a:lnTo>
                      <a:pt x="2528749" y="2578"/>
                    </a:lnTo>
                    <a:lnTo>
                      <a:pt x="2543454" y="3762"/>
                    </a:lnTo>
                    <a:lnTo>
                      <a:pt x="2558159" y="5146"/>
                    </a:lnTo>
                    <a:lnTo>
                      <a:pt x="2572865" y="6730"/>
                    </a:lnTo>
                    <a:lnTo>
                      <a:pt x="2587570" y="8515"/>
                    </a:lnTo>
                    <a:lnTo>
                      <a:pt x="2602275" y="10507"/>
                    </a:lnTo>
                    <a:lnTo>
                      <a:pt x="2616981" y="12700"/>
                    </a:lnTo>
                    <a:lnTo>
                      <a:pt x="2631686" y="15092"/>
                    </a:lnTo>
                    <a:lnTo>
                      <a:pt x="2646392" y="17686"/>
                    </a:lnTo>
                    <a:lnTo>
                      <a:pt x="2661097" y="20480"/>
                    </a:lnTo>
                    <a:lnTo>
                      <a:pt x="2675802" y="23474"/>
                    </a:lnTo>
                    <a:lnTo>
                      <a:pt x="2690508" y="26669"/>
                    </a:lnTo>
                    <a:lnTo>
                      <a:pt x="2705213" y="30064"/>
                    </a:lnTo>
                    <a:lnTo>
                      <a:pt x="2719918" y="33666"/>
                    </a:lnTo>
                    <a:lnTo>
                      <a:pt x="2734624" y="37456"/>
                    </a:lnTo>
                    <a:lnTo>
                      <a:pt x="2749329" y="41453"/>
                    </a:lnTo>
                    <a:lnTo>
                      <a:pt x="2764035" y="45650"/>
                    </a:lnTo>
                    <a:lnTo>
                      <a:pt x="2778740" y="50042"/>
                    </a:lnTo>
                    <a:lnTo>
                      <a:pt x="2793445" y="54633"/>
                    </a:lnTo>
                    <a:lnTo>
                      <a:pt x="2808151" y="59419"/>
                    </a:lnTo>
                    <a:lnTo>
                      <a:pt x="2822856" y="64405"/>
                    </a:lnTo>
                    <a:lnTo>
                      <a:pt x="2837561" y="69586"/>
                    </a:lnTo>
                    <a:lnTo>
                      <a:pt x="2852267" y="74966"/>
                    </a:lnTo>
                    <a:lnTo>
                      <a:pt x="2866972" y="80541"/>
                    </a:lnTo>
                    <a:lnTo>
                      <a:pt x="2881678" y="86310"/>
                    </a:lnTo>
                    <a:lnTo>
                      <a:pt x="2896383" y="92279"/>
                    </a:lnTo>
                    <a:lnTo>
                      <a:pt x="2911088" y="98436"/>
                    </a:lnTo>
                    <a:lnTo>
                      <a:pt x="2925794" y="104787"/>
                    </a:lnTo>
                    <a:lnTo>
                      <a:pt x="2940499" y="111338"/>
                    </a:lnTo>
                    <a:lnTo>
                      <a:pt x="2955204" y="118077"/>
                    </a:lnTo>
                    <a:lnTo>
                      <a:pt x="2969910" y="125010"/>
                    </a:lnTo>
                    <a:lnTo>
                      <a:pt x="2984615" y="132131"/>
                    </a:lnTo>
                    <a:lnTo>
                      <a:pt x="2999320" y="139445"/>
                    </a:lnTo>
                    <a:lnTo>
                      <a:pt x="3014026" y="146947"/>
                    </a:lnTo>
                    <a:lnTo>
                      <a:pt x="3028731" y="154643"/>
                    </a:lnTo>
                    <a:lnTo>
                      <a:pt x="3043436" y="162520"/>
                    </a:lnTo>
                    <a:lnTo>
                      <a:pt x="3058142" y="170592"/>
                    </a:lnTo>
                    <a:lnTo>
                      <a:pt x="3072847" y="178850"/>
                    </a:lnTo>
                    <a:lnTo>
                      <a:pt x="3087552" y="187297"/>
                    </a:lnTo>
                    <a:lnTo>
                      <a:pt x="3102258" y="195930"/>
                    </a:lnTo>
                    <a:lnTo>
                      <a:pt x="3116963" y="204745"/>
                    </a:lnTo>
                    <a:lnTo>
                      <a:pt x="3131669" y="213741"/>
                    </a:lnTo>
                    <a:lnTo>
                      <a:pt x="3146374" y="222925"/>
                    </a:lnTo>
                    <a:lnTo>
                      <a:pt x="3161080" y="232296"/>
                    </a:lnTo>
                    <a:lnTo>
                      <a:pt x="3175785" y="241841"/>
                    </a:lnTo>
                    <a:lnTo>
                      <a:pt x="3190490" y="251568"/>
                    </a:lnTo>
                    <a:lnTo>
                      <a:pt x="3205196" y="261483"/>
                    </a:lnTo>
                    <a:lnTo>
                      <a:pt x="3219901" y="271572"/>
                    </a:lnTo>
                    <a:lnTo>
                      <a:pt x="3234606" y="281835"/>
                    </a:lnTo>
                    <a:lnTo>
                      <a:pt x="3249312" y="292280"/>
                    </a:lnTo>
                    <a:lnTo>
                      <a:pt x="3264017" y="302905"/>
                    </a:lnTo>
                    <a:lnTo>
                      <a:pt x="3278722" y="313699"/>
                    </a:lnTo>
                    <a:lnTo>
                      <a:pt x="3293428" y="324674"/>
                    </a:lnTo>
                    <a:lnTo>
                      <a:pt x="3308133" y="335817"/>
                    </a:lnTo>
                    <a:lnTo>
                      <a:pt x="3322838" y="347142"/>
                    </a:lnTo>
                    <a:lnTo>
                      <a:pt x="3337544" y="358628"/>
                    </a:lnTo>
                    <a:lnTo>
                      <a:pt x="3352249" y="370288"/>
                    </a:lnTo>
                    <a:lnTo>
                      <a:pt x="3366955" y="382123"/>
                    </a:lnTo>
                    <a:lnTo>
                      <a:pt x="3381660" y="394120"/>
                    </a:lnTo>
                    <a:lnTo>
                      <a:pt x="3396365" y="406285"/>
                    </a:lnTo>
                    <a:lnTo>
                      <a:pt x="3411071" y="418618"/>
                    </a:lnTo>
                    <a:lnTo>
                      <a:pt x="3425776" y="431119"/>
                    </a:lnTo>
                    <a:lnTo>
                      <a:pt x="3440481" y="443782"/>
                    </a:lnTo>
                    <a:lnTo>
                      <a:pt x="3455187" y="456607"/>
                    </a:lnTo>
                    <a:lnTo>
                      <a:pt x="3469892" y="469599"/>
                    </a:lnTo>
                    <a:lnTo>
                      <a:pt x="3484597" y="482747"/>
                    </a:lnTo>
                    <a:lnTo>
                      <a:pt x="3499303" y="496057"/>
                    </a:lnTo>
                    <a:lnTo>
                      <a:pt x="3514008" y="509522"/>
                    </a:lnTo>
                    <a:lnTo>
                      <a:pt x="3528714" y="523148"/>
                    </a:lnTo>
                    <a:lnTo>
                      <a:pt x="3543419" y="536930"/>
                    </a:lnTo>
                    <a:lnTo>
                      <a:pt x="3558125" y="550867"/>
                    </a:lnTo>
                    <a:lnTo>
                      <a:pt x="3572830" y="564953"/>
                    </a:lnTo>
                    <a:lnTo>
                      <a:pt x="3587535" y="579194"/>
                    </a:lnTo>
                    <a:lnTo>
                      <a:pt x="3602241" y="593590"/>
                    </a:lnTo>
                    <a:lnTo>
                      <a:pt x="3616946" y="608128"/>
                    </a:lnTo>
                    <a:lnTo>
                      <a:pt x="3631651" y="622822"/>
                    </a:lnTo>
                    <a:lnTo>
                      <a:pt x="3646357" y="637664"/>
                    </a:lnTo>
                    <a:lnTo>
                      <a:pt x="3661062" y="652649"/>
                    </a:lnTo>
                    <a:lnTo>
                      <a:pt x="3675767" y="667776"/>
                    </a:lnTo>
                    <a:lnTo>
                      <a:pt x="3690473" y="683045"/>
                    </a:lnTo>
                    <a:lnTo>
                      <a:pt x="3705178" y="698463"/>
                    </a:lnTo>
                    <a:lnTo>
                      <a:pt x="3719883" y="714017"/>
                    </a:lnTo>
                    <a:lnTo>
                      <a:pt x="3734589" y="729713"/>
                    </a:lnTo>
                    <a:lnTo>
                      <a:pt x="3749294" y="745545"/>
                    </a:lnTo>
                    <a:lnTo>
                      <a:pt x="3763999" y="761513"/>
                    </a:lnTo>
                    <a:lnTo>
                      <a:pt x="3778705" y="777616"/>
                    </a:lnTo>
                    <a:lnTo>
                      <a:pt x="3793410" y="793849"/>
                    </a:lnTo>
                    <a:lnTo>
                      <a:pt x="3808116" y="810218"/>
                    </a:lnTo>
                    <a:lnTo>
                      <a:pt x="3822821" y="826716"/>
                    </a:lnTo>
                    <a:lnTo>
                      <a:pt x="3837526" y="843349"/>
                    </a:lnTo>
                    <a:lnTo>
                      <a:pt x="3852232" y="860106"/>
                    </a:lnTo>
                    <a:lnTo>
                      <a:pt x="3866937" y="876986"/>
                    </a:lnTo>
                    <a:lnTo>
                      <a:pt x="3881643" y="893995"/>
                    </a:lnTo>
                    <a:lnTo>
                      <a:pt x="3896348" y="911120"/>
                    </a:lnTo>
                    <a:lnTo>
                      <a:pt x="3911053" y="928375"/>
                    </a:lnTo>
                    <a:lnTo>
                      <a:pt x="3925759" y="945746"/>
                    </a:lnTo>
                    <a:lnTo>
                      <a:pt x="3940464" y="963240"/>
                    </a:lnTo>
                    <a:lnTo>
                      <a:pt x="3955169" y="980844"/>
                    </a:lnTo>
                    <a:lnTo>
                      <a:pt x="3969875" y="998570"/>
                    </a:lnTo>
                    <a:lnTo>
                      <a:pt x="3984580" y="1016407"/>
                    </a:lnTo>
                    <a:lnTo>
                      <a:pt x="3999285" y="1034354"/>
                    </a:lnTo>
                    <a:lnTo>
                      <a:pt x="4013991" y="1052411"/>
                    </a:lnTo>
                    <a:lnTo>
                      <a:pt x="4028696" y="1070584"/>
                    </a:lnTo>
                    <a:lnTo>
                      <a:pt x="4043402" y="1088860"/>
                    </a:lnTo>
                    <a:lnTo>
                      <a:pt x="4058107" y="1107240"/>
                    </a:lnTo>
                    <a:lnTo>
                      <a:pt x="4072812" y="1125730"/>
                    </a:lnTo>
                    <a:lnTo>
                      <a:pt x="4087518" y="1144317"/>
                    </a:lnTo>
                    <a:lnTo>
                      <a:pt x="4102223" y="1163007"/>
                    </a:lnTo>
                    <a:lnTo>
                      <a:pt x="4116928" y="1181795"/>
                    </a:lnTo>
                    <a:lnTo>
                      <a:pt x="4131634" y="1200686"/>
                    </a:lnTo>
                    <a:lnTo>
                      <a:pt x="4146339" y="1219667"/>
                    </a:lnTo>
                    <a:lnTo>
                      <a:pt x="4161044" y="1238746"/>
                    </a:lnTo>
                    <a:lnTo>
                      <a:pt x="4175750" y="1257915"/>
                    </a:lnTo>
                    <a:lnTo>
                      <a:pt x="4190455" y="1277174"/>
                    </a:lnTo>
                    <a:lnTo>
                      <a:pt x="4205161" y="1296524"/>
                    </a:lnTo>
                    <a:lnTo>
                      <a:pt x="4219866" y="1315958"/>
                    </a:lnTo>
                    <a:lnTo>
                      <a:pt x="4234572" y="1335483"/>
                    </a:lnTo>
                    <a:lnTo>
                      <a:pt x="4249277" y="1355092"/>
                    </a:lnTo>
                    <a:lnTo>
                      <a:pt x="4263982" y="1374778"/>
                    </a:lnTo>
                    <a:lnTo>
                      <a:pt x="4278688" y="1394549"/>
                    </a:lnTo>
                    <a:lnTo>
                      <a:pt x="4293393" y="1414397"/>
                    </a:lnTo>
                    <a:lnTo>
                      <a:pt x="4308098" y="1434322"/>
                    </a:lnTo>
                    <a:lnTo>
                      <a:pt x="4322804" y="1454319"/>
                    </a:lnTo>
                    <a:lnTo>
                      <a:pt x="4337509" y="1474394"/>
                    </a:lnTo>
                    <a:lnTo>
                      <a:pt x="4352214" y="1494539"/>
                    </a:lnTo>
                    <a:lnTo>
                      <a:pt x="4366920" y="1514756"/>
                    </a:lnTo>
                    <a:lnTo>
                      <a:pt x="4381625" y="1535037"/>
                    </a:lnTo>
                    <a:lnTo>
                      <a:pt x="4396331" y="1555390"/>
                    </a:lnTo>
                    <a:lnTo>
                      <a:pt x="4411036" y="1575800"/>
                    </a:lnTo>
                    <a:lnTo>
                      <a:pt x="4425741" y="1596276"/>
                    </a:lnTo>
                    <a:lnTo>
                      <a:pt x="4440447" y="1616816"/>
                    </a:lnTo>
                    <a:lnTo>
                      <a:pt x="4455152" y="1637408"/>
                    </a:lnTo>
                    <a:lnTo>
                      <a:pt x="4469857" y="1658064"/>
                    </a:lnTo>
                    <a:lnTo>
                      <a:pt x="4484563" y="1678772"/>
                    </a:lnTo>
                    <a:lnTo>
                      <a:pt x="4499268" y="1699532"/>
                    </a:lnTo>
                    <a:lnTo>
                      <a:pt x="4513973" y="1720350"/>
                    </a:lnTo>
                    <a:lnTo>
                      <a:pt x="4528679" y="1741214"/>
                    </a:lnTo>
                    <a:lnTo>
                      <a:pt x="4543384" y="1762122"/>
                    </a:lnTo>
                    <a:lnTo>
                      <a:pt x="4558089" y="1783083"/>
                    </a:lnTo>
                    <a:lnTo>
                      <a:pt x="4572795" y="1804082"/>
                    </a:lnTo>
                    <a:lnTo>
                      <a:pt x="4587500" y="1825127"/>
                    </a:lnTo>
                    <a:lnTo>
                      <a:pt x="4602206" y="1846210"/>
                    </a:lnTo>
                    <a:lnTo>
                      <a:pt x="4616911" y="1867332"/>
                    </a:lnTo>
                    <a:lnTo>
                      <a:pt x="4631617" y="1888493"/>
                    </a:lnTo>
                    <a:lnTo>
                      <a:pt x="4646322" y="1909686"/>
                    </a:lnTo>
                    <a:lnTo>
                      <a:pt x="4661027" y="1930912"/>
                    </a:lnTo>
                    <a:lnTo>
                      <a:pt x="4675733" y="1952170"/>
                    </a:lnTo>
                    <a:lnTo>
                      <a:pt x="4690438" y="1973460"/>
                    </a:lnTo>
                    <a:lnTo>
                      <a:pt x="4705143" y="1994776"/>
                    </a:lnTo>
                    <a:lnTo>
                      <a:pt x="4719849" y="2016118"/>
                    </a:lnTo>
                    <a:lnTo>
                      <a:pt x="4734554" y="2037479"/>
                    </a:lnTo>
                    <a:lnTo>
                      <a:pt x="4749259" y="2058867"/>
                    </a:lnTo>
                    <a:lnTo>
                      <a:pt x="4763965" y="2080273"/>
                    </a:lnTo>
                    <a:lnTo>
                      <a:pt x="4778670" y="2101693"/>
                    </a:lnTo>
                    <a:lnTo>
                      <a:pt x="4793375" y="2123132"/>
                    </a:lnTo>
                    <a:lnTo>
                      <a:pt x="4808081" y="2144584"/>
                    </a:lnTo>
                    <a:lnTo>
                      <a:pt x="4822786" y="2166049"/>
                    </a:lnTo>
                    <a:lnTo>
                      <a:pt x="4837491" y="2187527"/>
                    </a:lnTo>
                    <a:lnTo>
                      <a:pt x="4852197" y="2209011"/>
                    </a:lnTo>
                    <a:lnTo>
                      <a:pt x="4866902" y="2230502"/>
                    </a:lnTo>
                    <a:lnTo>
                      <a:pt x="4881608" y="2251993"/>
                    </a:lnTo>
                    <a:lnTo>
                      <a:pt x="4896313" y="2273490"/>
                    </a:lnTo>
                    <a:lnTo>
                      <a:pt x="4911018" y="2294987"/>
                    </a:lnTo>
                    <a:lnTo>
                      <a:pt x="4925724" y="2316484"/>
                    </a:lnTo>
                    <a:lnTo>
                      <a:pt x="4940429" y="2337975"/>
                    </a:lnTo>
                    <a:lnTo>
                      <a:pt x="4955134" y="2359466"/>
                    </a:lnTo>
                    <a:lnTo>
                      <a:pt x="4969840" y="2380944"/>
                    </a:lnTo>
                    <a:lnTo>
                      <a:pt x="4984545" y="2402415"/>
                    </a:lnTo>
                    <a:lnTo>
                      <a:pt x="4999251" y="2423880"/>
                    </a:lnTo>
                    <a:lnTo>
                      <a:pt x="5013956" y="2445325"/>
                    </a:lnTo>
                    <a:lnTo>
                      <a:pt x="5028661" y="2466758"/>
                    </a:lnTo>
                    <a:lnTo>
                      <a:pt x="5043366" y="2488177"/>
                    </a:lnTo>
                    <a:lnTo>
                      <a:pt x="5058072" y="2509577"/>
                    </a:lnTo>
                    <a:lnTo>
                      <a:pt x="5072777" y="2530952"/>
                    </a:lnTo>
                    <a:lnTo>
                      <a:pt x="5087483" y="2552313"/>
                    </a:lnTo>
                    <a:lnTo>
                      <a:pt x="5102188" y="2573642"/>
                    </a:lnTo>
                    <a:lnTo>
                      <a:pt x="5116894" y="2594952"/>
                    </a:lnTo>
                    <a:lnTo>
                      <a:pt x="5131599" y="2616229"/>
                    </a:lnTo>
                    <a:lnTo>
                      <a:pt x="5146304" y="2637474"/>
                    </a:lnTo>
                    <a:lnTo>
                      <a:pt x="5161010" y="2658693"/>
                    </a:lnTo>
                    <a:lnTo>
                      <a:pt x="5175715" y="2679874"/>
                    </a:lnTo>
                    <a:lnTo>
                      <a:pt x="5190421" y="2701022"/>
                    </a:lnTo>
                    <a:lnTo>
                      <a:pt x="5205126" y="2722131"/>
                    </a:lnTo>
                    <a:lnTo>
                      <a:pt x="5219831" y="2743208"/>
                    </a:lnTo>
                    <a:lnTo>
                      <a:pt x="5234536" y="2764233"/>
                    </a:lnTo>
                    <a:lnTo>
                      <a:pt x="5249242" y="2785219"/>
                    </a:lnTo>
                    <a:lnTo>
                      <a:pt x="5263947" y="2806167"/>
                    </a:lnTo>
                    <a:lnTo>
                      <a:pt x="5278653" y="2827062"/>
                    </a:lnTo>
                    <a:lnTo>
                      <a:pt x="5293358" y="2847906"/>
                    </a:lnTo>
                    <a:lnTo>
                      <a:pt x="5308064" y="2868705"/>
                    </a:lnTo>
                    <a:lnTo>
                      <a:pt x="5322768" y="2889445"/>
                    </a:lnTo>
                    <a:lnTo>
                      <a:pt x="5337474" y="2910135"/>
                    </a:lnTo>
                    <a:lnTo>
                      <a:pt x="5352179" y="2930771"/>
                    </a:lnTo>
                    <a:lnTo>
                      <a:pt x="5366885" y="2951350"/>
                    </a:lnTo>
                    <a:lnTo>
                      <a:pt x="5381590" y="2971865"/>
                    </a:lnTo>
                    <a:lnTo>
                      <a:pt x="5396296" y="2992321"/>
                    </a:lnTo>
                    <a:lnTo>
                      <a:pt x="5411001" y="3012712"/>
                    </a:lnTo>
                    <a:lnTo>
                      <a:pt x="5425706" y="3033038"/>
                    </a:lnTo>
                    <a:lnTo>
                      <a:pt x="5440411" y="3053300"/>
                    </a:lnTo>
                    <a:lnTo>
                      <a:pt x="5455117" y="3073491"/>
                    </a:lnTo>
                    <a:lnTo>
                      <a:pt x="5469822" y="3093617"/>
                    </a:lnTo>
                    <a:lnTo>
                      <a:pt x="5484528" y="3113666"/>
                    </a:lnTo>
                    <a:lnTo>
                      <a:pt x="5499233" y="3133643"/>
                    </a:lnTo>
                    <a:lnTo>
                      <a:pt x="5513938" y="3153537"/>
                    </a:lnTo>
                    <a:lnTo>
                      <a:pt x="5528644" y="3173359"/>
                    </a:lnTo>
                    <a:lnTo>
                      <a:pt x="5543349" y="3193103"/>
                    </a:lnTo>
                    <a:lnTo>
                      <a:pt x="5558055" y="3212764"/>
                    </a:lnTo>
                    <a:lnTo>
                      <a:pt x="5572760" y="3232347"/>
                    </a:lnTo>
                    <a:lnTo>
                      <a:pt x="5587466" y="3251839"/>
                    </a:lnTo>
                    <a:lnTo>
                      <a:pt x="5602171" y="3271247"/>
                    </a:lnTo>
                    <a:lnTo>
                      <a:pt x="5616876" y="3290565"/>
                    </a:lnTo>
                    <a:lnTo>
                      <a:pt x="5631581" y="3309799"/>
                    </a:lnTo>
                    <a:lnTo>
                      <a:pt x="5646287" y="3328936"/>
                    </a:lnTo>
                    <a:lnTo>
                      <a:pt x="5660992" y="3347982"/>
                    </a:lnTo>
                    <a:lnTo>
                      <a:pt x="5675698" y="3366937"/>
                    </a:lnTo>
                    <a:lnTo>
                      <a:pt x="5690403" y="3385789"/>
                    </a:lnTo>
                    <a:lnTo>
                      <a:pt x="5705108" y="3404545"/>
                    </a:lnTo>
                    <a:lnTo>
                      <a:pt x="5719813" y="3423203"/>
                    </a:lnTo>
                    <a:lnTo>
                      <a:pt x="5734519" y="3441757"/>
                    </a:lnTo>
                    <a:lnTo>
                      <a:pt x="5749224" y="3460208"/>
                    </a:lnTo>
                    <a:lnTo>
                      <a:pt x="5763930" y="3478556"/>
                    </a:lnTo>
                    <a:lnTo>
                      <a:pt x="5778635" y="3496800"/>
                    </a:lnTo>
                    <a:lnTo>
                      <a:pt x="5793341" y="3514928"/>
                    </a:lnTo>
                    <a:lnTo>
                      <a:pt x="5808045" y="3532952"/>
                    </a:lnTo>
                    <a:lnTo>
                      <a:pt x="5822751" y="3550867"/>
                    </a:lnTo>
                    <a:lnTo>
                      <a:pt x="5837456" y="3568665"/>
                    </a:lnTo>
                    <a:lnTo>
                      <a:pt x="5852162" y="3586346"/>
                    </a:lnTo>
                    <a:lnTo>
                      <a:pt x="5866867" y="3603918"/>
                    </a:lnTo>
                    <a:lnTo>
                      <a:pt x="5881573" y="3621366"/>
                    </a:lnTo>
                    <a:lnTo>
                      <a:pt x="5896278" y="3638699"/>
                    </a:lnTo>
                    <a:lnTo>
                      <a:pt x="5910983" y="3655914"/>
                    </a:lnTo>
                    <a:lnTo>
                      <a:pt x="5925689" y="3673001"/>
                    </a:lnTo>
                    <a:lnTo>
                      <a:pt x="5940394" y="3689965"/>
                    </a:lnTo>
                    <a:lnTo>
                      <a:pt x="5955100" y="3706805"/>
                    </a:lnTo>
                    <a:lnTo>
                      <a:pt x="5969805" y="3723523"/>
                    </a:lnTo>
                    <a:lnTo>
                      <a:pt x="5984510" y="3740105"/>
                    </a:lnTo>
                    <a:lnTo>
                      <a:pt x="5999215" y="3756564"/>
                    </a:lnTo>
                    <a:lnTo>
                      <a:pt x="6013921" y="3772888"/>
                    </a:lnTo>
                    <a:lnTo>
                      <a:pt x="6028626" y="3789082"/>
                    </a:lnTo>
                    <a:lnTo>
                      <a:pt x="6043332" y="3805140"/>
                    </a:lnTo>
                    <a:lnTo>
                      <a:pt x="6058037" y="3821063"/>
                    </a:lnTo>
                    <a:lnTo>
                      <a:pt x="6072743" y="3836849"/>
                    </a:lnTo>
                    <a:lnTo>
                      <a:pt x="6087448" y="3852493"/>
                    </a:lnTo>
                    <a:lnTo>
                      <a:pt x="6102153" y="3868002"/>
                    </a:lnTo>
                    <a:lnTo>
                      <a:pt x="6116858" y="3883368"/>
                    </a:lnTo>
                    <a:lnTo>
                      <a:pt x="6131564" y="3898592"/>
                    </a:lnTo>
                    <a:lnTo>
                      <a:pt x="6146269" y="3913674"/>
                    </a:lnTo>
                    <a:lnTo>
                      <a:pt x="6160975" y="3928613"/>
                    </a:lnTo>
                    <a:lnTo>
                      <a:pt x="6175680" y="3943404"/>
                    </a:lnTo>
                    <a:lnTo>
                      <a:pt x="6190385" y="3958046"/>
                    </a:lnTo>
                    <a:lnTo>
                      <a:pt x="6205090" y="3972539"/>
                    </a:lnTo>
                    <a:lnTo>
                      <a:pt x="6219796" y="3986877"/>
                    </a:lnTo>
                    <a:lnTo>
                      <a:pt x="6234501" y="4001073"/>
                    </a:lnTo>
                    <a:lnTo>
                      <a:pt x="6249207" y="4015107"/>
                    </a:lnTo>
                    <a:lnTo>
                      <a:pt x="6263913" y="4028992"/>
                    </a:lnTo>
                    <a:lnTo>
                      <a:pt x="6278618" y="4042722"/>
                    </a:lnTo>
                    <a:lnTo>
                      <a:pt x="6293323" y="4056297"/>
                    </a:lnTo>
                    <a:lnTo>
                      <a:pt x="6308028" y="4069710"/>
                    </a:lnTo>
                    <a:lnTo>
                      <a:pt x="6322734" y="4082968"/>
                    </a:lnTo>
                    <a:lnTo>
                      <a:pt x="6337439" y="4096064"/>
                    </a:lnTo>
                    <a:lnTo>
                      <a:pt x="6352145" y="4108992"/>
                    </a:lnTo>
                    <a:lnTo>
                      <a:pt x="6366850" y="4121765"/>
                    </a:lnTo>
                    <a:lnTo>
                      <a:pt x="6381555" y="4134376"/>
                    </a:lnTo>
                    <a:lnTo>
                      <a:pt x="6396260" y="4146819"/>
                    </a:lnTo>
                    <a:lnTo>
                      <a:pt x="6410966" y="4159100"/>
                    </a:lnTo>
                    <a:lnTo>
                      <a:pt x="6425671" y="4171207"/>
                    </a:lnTo>
                    <a:lnTo>
                      <a:pt x="6440377" y="4183152"/>
                    </a:lnTo>
                    <a:lnTo>
                      <a:pt x="6455082" y="4194929"/>
                    </a:lnTo>
                    <a:lnTo>
                      <a:pt x="6469788" y="4206532"/>
                    </a:lnTo>
                    <a:lnTo>
                      <a:pt x="6484492" y="4217966"/>
                    </a:lnTo>
                    <a:lnTo>
                      <a:pt x="6499198" y="4229225"/>
                    </a:lnTo>
                    <a:lnTo>
                      <a:pt x="6513903" y="4240317"/>
                    </a:lnTo>
                    <a:lnTo>
                      <a:pt x="6528609" y="4251227"/>
                    </a:lnTo>
                    <a:lnTo>
                      <a:pt x="6543314" y="4261969"/>
                    </a:lnTo>
                    <a:lnTo>
                      <a:pt x="6558020" y="4272530"/>
                    </a:lnTo>
                    <a:lnTo>
                      <a:pt x="6572725" y="4282917"/>
                    </a:lnTo>
                    <a:lnTo>
                      <a:pt x="6587430" y="4293122"/>
                    </a:lnTo>
                    <a:lnTo>
                      <a:pt x="6602135" y="4303153"/>
                    </a:lnTo>
                    <a:lnTo>
                      <a:pt x="6616841" y="4313002"/>
                    </a:lnTo>
                    <a:lnTo>
                      <a:pt x="6631547" y="4322671"/>
                    </a:lnTo>
                    <a:lnTo>
                      <a:pt x="6646252" y="4332158"/>
                    </a:lnTo>
                    <a:lnTo>
                      <a:pt x="6660957" y="4341465"/>
                    </a:lnTo>
                    <a:lnTo>
                      <a:pt x="6675662" y="4350590"/>
                    </a:lnTo>
                    <a:lnTo>
                      <a:pt x="6690368" y="4359528"/>
                    </a:lnTo>
                    <a:lnTo>
                      <a:pt x="6705073" y="4368285"/>
                    </a:lnTo>
                    <a:lnTo>
                      <a:pt x="6719779" y="4376847"/>
                    </a:lnTo>
                    <a:lnTo>
                      <a:pt x="6734484" y="4385235"/>
                    </a:lnTo>
                    <a:lnTo>
                      <a:pt x="6749190" y="4393429"/>
                    </a:lnTo>
                    <a:lnTo>
                      <a:pt x="6763895" y="4401436"/>
                    </a:lnTo>
                    <a:lnTo>
                      <a:pt x="6778600" y="4409254"/>
                    </a:lnTo>
                    <a:lnTo>
                      <a:pt x="6793305" y="4416886"/>
                    </a:lnTo>
                    <a:lnTo>
                      <a:pt x="6808011" y="4424323"/>
                    </a:lnTo>
                    <a:lnTo>
                      <a:pt x="6822716" y="4431580"/>
                    </a:lnTo>
                    <a:lnTo>
                      <a:pt x="6837422" y="4438636"/>
                    </a:lnTo>
                    <a:lnTo>
                      <a:pt x="6852127" y="4445504"/>
                    </a:lnTo>
                    <a:lnTo>
                      <a:pt x="6866832" y="4452178"/>
                    </a:lnTo>
                    <a:lnTo>
                      <a:pt x="6881537" y="4458658"/>
                    </a:lnTo>
                    <a:lnTo>
                      <a:pt x="6896243" y="4464951"/>
                    </a:lnTo>
                    <a:lnTo>
                      <a:pt x="6910948" y="4471043"/>
                    </a:lnTo>
                    <a:lnTo>
                      <a:pt x="6925654" y="4476948"/>
                    </a:lnTo>
                    <a:lnTo>
                      <a:pt x="6940359" y="4482652"/>
                    </a:lnTo>
                    <a:lnTo>
                      <a:pt x="6955065" y="4488162"/>
                    </a:lnTo>
                    <a:lnTo>
                      <a:pt x="6969769" y="4493472"/>
                    </a:lnTo>
                    <a:lnTo>
                      <a:pt x="6984475" y="4498587"/>
                    </a:lnTo>
                    <a:lnTo>
                      <a:pt x="6999181" y="4503509"/>
                    </a:lnTo>
                    <a:lnTo>
                      <a:pt x="7013886" y="4508230"/>
                    </a:lnTo>
                    <a:lnTo>
                      <a:pt x="7028592" y="4512757"/>
                    </a:lnTo>
                    <a:lnTo>
                      <a:pt x="7043297" y="4517084"/>
                    </a:lnTo>
                    <a:lnTo>
                      <a:pt x="7058002" y="4521210"/>
                    </a:lnTo>
                    <a:lnTo>
                      <a:pt x="7072707" y="4525142"/>
                    </a:lnTo>
                    <a:lnTo>
                      <a:pt x="7087413" y="4528867"/>
                    </a:lnTo>
                    <a:lnTo>
                      <a:pt x="7102118" y="4532398"/>
                    </a:lnTo>
                    <a:lnTo>
                      <a:pt x="7116824" y="4535729"/>
                    </a:lnTo>
                    <a:lnTo>
                      <a:pt x="7131529" y="4538859"/>
                    </a:lnTo>
                    <a:lnTo>
                      <a:pt x="7146234" y="4541789"/>
                    </a:lnTo>
                    <a:lnTo>
                      <a:pt x="7160939" y="4544511"/>
                    </a:lnTo>
                    <a:lnTo>
                      <a:pt x="7175645" y="4547040"/>
                    </a:lnTo>
                    <a:lnTo>
                      <a:pt x="7190350" y="4549368"/>
                    </a:lnTo>
                    <a:lnTo>
                      <a:pt x="7205056" y="4551489"/>
                    </a:lnTo>
                    <a:lnTo>
                      <a:pt x="7219761" y="4553410"/>
                    </a:lnTo>
                    <a:lnTo>
                      <a:pt x="7234467" y="4555130"/>
                    </a:lnTo>
                    <a:lnTo>
                      <a:pt x="7249172" y="4556650"/>
                    </a:lnTo>
                    <a:lnTo>
                      <a:pt x="7263877" y="4557970"/>
                    </a:lnTo>
                    <a:lnTo>
                      <a:pt x="7278582" y="4559082"/>
                    </a:lnTo>
                    <a:lnTo>
                      <a:pt x="7293288" y="4559994"/>
                    </a:lnTo>
                    <a:lnTo>
                      <a:pt x="7307993" y="4560699"/>
                    </a:lnTo>
                    <a:lnTo>
                      <a:pt x="7322699" y="4561210"/>
                    </a:lnTo>
                    <a:lnTo>
                      <a:pt x="7337404" y="4561514"/>
                    </a:lnTo>
                    <a:lnTo>
                      <a:pt x="7352109" y="4561611"/>
                    </a:lnTo>
                    <a:lnTo>
                      <a:pt x="7366815" y="4561514"/>
                    </a:lnTo>
                    <a:lnTo>
                      <a:pt x="7381520" y="4561210"/>
                    </a:lnTo>
                    <a:lnTo>
                      <a:pt x="7396226" y="4560699"/>
                    </a:lnTo>
                    <a:lnTo>
                      <a:pt x="7410931" y="4559994"/>
                    </a:lnTo>
                    <a:lnTo>
                      <a:pt x="7425637" y="4559082"/>
                    </a:lnTo>
                    <a:lnTo>
                      <a:pt x="7440342" y="4557970"/>
                    </a:lnTo>
                    <a:lnTo>
                      <a:pt x="7455047" y="4556650"/>
                    </a:lnTo>
                    <a:lnTo>
                      <a:pt x="7469752" y="4555130"/>
                    </a:lnTo>
                    <a:lnTo>
                      <a:pt x="7484458" y="4553410"/>
                    </a:lnTo>
                    <a:lnTo>
                      <a:pt x="7499163" y="4551489"/>
                    </a:lnTo>
                    <a:lnTo>
                      <a:pt x="7513869" y="4549368"/>
                    </a:lnTo>
                    <a:lnTo>
                      <a:pt x="7528574" y="4547040"/>
                    </a:lnTo>
                    <a:lnTo>
                      <a:pt x="7543279" y="4544511"/>
                    </a:lnTo>
                    <a:lnTo>
                      <a:pt x="7557984" y="4541789"/>
                    </a:lnTo>
                    <a:lnTo>
                      <a:pt x="7572690" y="4538859"/>
                    </a:lnTo>
                    <a:lnTo>
                      <a:pt x="7587395" y="4535729"/>
                    </a:lnTo>
                    <a:lnTo>
                      <a:pt x="7602101" y="4532398"/>
                    </a:lnTo>
                    <a:lnTo>
                      <a:pt x="7616806" y="4528867"/>
                    </a:lnTo>
                    <a:lnTo>
                      <a:pt x="7631512" y="4525142"/>
                    </a:lnTo>
                    <a:lnTo>
                      <a:pt x="7646216" y="4521210"/>
                    </a:lnTo>
                    <a:lnTo>
                      <a:pt x="7660922" y="4517084"/>
                    </a:lnTo>
                    <a:lnTo>
                      <a:pt x="7675627" y="4512757"/>
                    </a:lnTo>
                    <a:lnTo>
                      <a:pt x="7690333" y="4508230"/>
                    </a:lnTo>
                    <a:lnTo>
                      <a:pt x="7705038" y="4503509"/>
                    </a:lnTo>
                    <a:lnTo>
                      <a:pt x="7719744" y="4498587"/>
                    </a:lnTo>
                    <a:lnTo>
                      <a:pt x="7734449" y="4493472"/>
                    </a:lnTo>
                    <a:lnTo>
                      <a:pt x="7749154" y="4488162"/>
                    </a:lnTo>
                    <a:lnTo>
                      <a:pt x="7763860" y="4482652"/>
                    </a:lnTo>
                    <a:lnTo>
                      <a:pt x="7778565" y="4476948"/>
                    </a:lnTo>
                    <a:lnTo>
                      <a:pt x="7793271" y="4471043"/>
                    </a:lnTo>
                    <a:lnTo>
                      <a:pt x="7807976" y="4464951"/>
                    </a:lnTo>
                    <a:lnTo>
                      <a:pt x="7822681" y="4458658"/>
                    </a:lnTo>
                    <a:lnTo>
                      <a:pt x="7837386" y="4452178"/>
                    </a:lnTo>
                    <a:lnTo>
                      <a:pt x="7852092" y="4445504"/>
                    </a:lnTo>
                    <a:lnTo>
                      <a:pt x="7866797" y="4438636"/>
                    </a:lnTo>
                    <a:lnTo>
                      <a:pt x="7881503" y="4431580"/>
                    </a:lnTo>
                    <a:lnTo>
                      <a:pt x="7896208" y="4424323"/>
                    </a:lnTo>
                    <a:lnTo>
                      <a:pt x="7910914" y="4416886"/>
                    </a:lnTo>
                    <a:lnTo>
                      <a:pt x="7925619" y="4409254"/>
                    </a:lnTo>
                    <a:lnTo>
                      <a:pt x="7940324" y="4401436"/>
                    </a:lnTo>
                    <a:lnTo>
                      <a:pt x="7955029" y="4393429"/>
                    </a:lnTo>
                    <a:lnTo>
                      <a:pt x="7969735" y="4385235"/>
                    </a:lnTo>
                    <a:lnTo>
                      <a:pt x="7984440" y="4376847"/>
                    </a:lnTo>
                    <a:lnTo>
                      <a:pt x="7999146" y="4368285"/>
                    </a:lnTo>
                    <a:lnTo>
                      <a:pt x="8013851" y="4359528"/>
                    </a:lnTo>
                    <a:lnTo>
                      <a:pt x="8028556" y="4350590"/>
                    </a:lnTo>
                    <a:lnTo>
                      <a:pt x="8043261" y="4341465"/>
                    </a:lnTo>
                    <a:lnTo>
                      <a:pt x="8057967" y="4332158"/>
                    </a:lnTo>
                    <a:lnTo>
                      <a:pt x="8072672" y="4322671"/>
                    </a:lnTo>
                    <a:lnTo>
                      <a:pt x="8087378" y="4313002"/>
                    </a:lnTo>
                    <a:lnTo>
                      <a:pt x="8102084" y="4303153"/>
                    </a:lnTo>
                    <a:lnTo>
                      <a:pt x="8116789" y="4293122"/>
                    </a:lnTo>
                    <a:lnTo>
                      <a:pt x="8131494" y="4282917"/>
                    </a:lnTo>
                    <a:lnTo>
                      <a:pt x="8146199" y="4272530"/>
                    </a:lnTo>
                    <a:lnTo>
                      <a:pt x="8160905" y="4261969"/>
                    </a:lnTo>
                    <a:lnTo>
                      <a:pt x="8175610" y="4251227"/>
                    </a:lnTo>
                    <a:lnTo>
                      <a:pt x="8190316" y="4240317"/>
                    </a:lnTo>
                    <a:lnTo>
                      <a:pt x="8205021" y="4229225"/>
                    </a:lnTo>
                    <a:lnTo>
                      <a:pt x="8219726" y="4217966"/>
                    </a:lnTo>
                    <a:lnTo>
                      <a:pt x="8234431" y="4206532"/>
                    </a:lnTo>
                    <a:lnTo>
                      <a:pt x="8249137" y="4194929"/>
                    </a:lnTo>
                    <a:lnTo>
                      <a:pt x="8263842" y="4183152"/>
                    </a:lnTo>
                    <a:lnTo>
                      <a:pt x="8278548" y="4171207"/>
                    </a:lnTo>
                    <a:lnTo>
                      <a:pt x="8293253" y="4159100"/>
                    </a:lnTo>
                    <a:lnTo>
                      <a:pt x="8307958" y="4146819"/>
                    </a:lnTo>
                    <a:lnTo>
                      <a:pt x="8322663" y="4134376"/>
                    </a:lnTo>
                    <a:lnTo>
                      <a:pt x="8337369" y="4121765"/>
                    </a:lnTo>
                    <a:lnTo>
                      <a:pt x="8352074" y="4108992"/>
                    </a:lnTo>
                    <a:lnTo>
                      <a:pt x="8366780" y="4096064"/>
                    </a:lnTo>
                    <a:lnTo>
                      <a:pt x="8381485" y="4082968"/>
                    </a:lnTo>
                    <a:lnTo>
                      <a:pt x="8396190" y="4069710"/>
                    </a:lnTo>
                    <a:lnTo>
                      <a:pt x="8410895" y="4056297"/>
                    </a:lnTo>
                    <a:lnTo>
                      <a:pt x="8425601" y="4042722"/>
                    </a:lnTo>
                    <a:lnTo>
                      <a:pt x="8440306" y="4028992"/>
                    </a:lnTo>
                    <a:lnTo>
                      <a:pt x="8455012" y="4015107"/>
                    </a:lnTo>
                    <a:lnTo>
                      <a:pt x="8469717" y="4001073"/>
                    </a:lnTo>
                    <a:lnTo>
                      <a:pt x="8484422" y="3986877"/>
                    </a:lnTo>
                    <a:lnTo>
                      <a:pt x="8499128" y="3972539"/>
                    </a:lnTo>
                    <a:lnTo>
                      <a:pt x="8513833" y="3958046"/>
                    </a:lnTo>
                    <a:lnTo>
                      <a:pt x="8528539" y="3943404"/>
                    </a:lnTo>
                    <a:lnTo>
                      <a:pt x="8543244" y="3928613"/>
                    </a:lnTo>
                    <a:lnTo>
                      <a:pt x="8557950" y="3913674"/>
                    </a:lnTo>
                    <a:lnTo>
                      <a:pt x="8572655" y="3898592"/>
                    </a:lnTo>
                    <a:lnTo>
                      <a:pt x="8587360" y="3883368"/>
                    </a:lnTo>
                    <a:lnTo>
                      <a:pt x="8602065" y="3868002"/>
                    </a:lnTo>
                    <a:lnTo>
                      <a:pt x="8616771" y="3852493"/>
                    </a:lnTo>
                    <a:lnTo>
                      <a:pt x="8631476" y="3836849"/>
                    </a:lnTo>
                    <a:lnTo>
                      <a:pt x="8646182" y="3821063"/>
                    </a:lnTo>
                    <a:lnTo>
                      <a:pt x="8660887" y="3805140"/>
                    </a:lnTo>
                    <a:lnTo>
                      <a:pt x="8675592" y="3789082"/>
                    </a:lnTo>
                    <a:lnTo>
                      <a:pt x="8690297" y="3772888"/>
                    </a:lnTo>
                    <a:lnTo>
                      <a:pt x="8705003" y="3756564"/>
                    </a:lnTo>
                    <a:lnTo>
                      <a:pt x="8719708" y="3740105"/>
                    </a:lnTo>
                    <a:lnTo>
                      <a:pt x="8734414" y="3723523"/>
                    </a:lnTo>
                    <a:lnTo>
                      <a:pt x="8749119" y="3706805"/>
                    </a:lnTo>
                    <a:lnTo>
                      <a:pt x="8763825" y="3689965"/>
                    </a:lnTo>
                    <a:lnTo>
                      <a:pt x="8778530" y="3673001"/>
                    </a:lnTo>
                    <a:lnTo>
                      <a:pt x="8793235" y="3655914"/>
                    </a:lnTo>
                    <a:lnTo>
                      <a:pt x="8807940" y="3638699"/>
                    </a:lnTo>
                    <a:lnTo>
                      <a:pt x="8822646" y="3621366"/>
                    </a:lnTo>
                  </a:path>
                </a:pathLst>
              </a:custGeom>
              <a:noFill/>
              <a:ln w="38507" cap="flat">
                <a:solidFill>
                  <a:srgbClr val="8099B3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dirty="0"/>
              </a:p>
            </p:txBody>
          </p:sp>
          <p:sp>
            <p:nvSpPr>
              <p:cNvPr id="16" name="任意多边形: 形状 15">
                <a:extLst>
                  <a:ext uri="{FF2B5EF4-FFF2-40B4-BE49-F238E27FC236}">
                    <a16:creationId xmlns:a16="http://schemas.microsoft.com/office/drawing/2014/main" id="{2DF42041-BBAB-2FBD-AFAE-7A7BFEC1F960}"/>
                  </a:ext>
                </a:extLst>
              </p:cNvPr>
              <p:cNvSpPr/>
              <p:nvPr/>
            </p:nvSpPr>
            <p:spPr>
              <a:xfrm>
                <a:off x="2014589" y="1702422"/>
                <a:ext cx="8823220" cy="4561547"/>
              </a:xfrm>
              <a:custGeom>
                <a:avLst/>
                <a:gdLst>
                  <a:gd name="csX0" fmla="*/ -575 w 8823220"/>
                  <a:gd name="csY0" fmla="*/ 2280481 h 4561547"/>
                  <a:gd name="csX1" fmla="*/ 14131 w 8823220"/>
                  <a:gd name="csY1" fmla="*/ 2223162 h 4561547"/>
                  <a:gd name="csX2" fmla="*/ 28836 w 8823220"/>
                  <a:gd name="csY2" fmla="*/ 2165874 h 4561547"/>
                  <a:gd name="csX3" fmla="*/ 43541 w 8823220"/>
                  <a:gd name="csY3" fmla="*/ 2108665 h 4561547"/>
                  <a:gd name="csX4" fmla="*/ 58247 w 8823220"/>
                  <a:gd name="csY4" fmla="*/ 2051559 h 4561547"/>
                  <a:gd name="csX5" fmla="*/ 72952 w 8823220"/>
                  <a:gd name="csY5" fmla="*/ 1994602 h 4561547"/>
                  <a:gd name="csX6" fmla="*/ 87657 w 8823220"/>
                  <a:gd name="csY6" fmla="*/ 1937825 h 4561547"/>
                  <a:gd name="csX7" fmla="*/ 102363 w 8823220"/>
                  <a:gd name="csY7" fmla="*/ 1881263 h 4561547"/>
                  <a:gd name="csX8" fmla="*/ 117068 w 8823220"/>
                  <a:gd name="csY8" fmla="*/ 1824952 h 4561547"/>
                  <a:gd name="csX9" fmla="*/ 131774 w 8823220"/>
                  <a:gd name="csY9" fmla="*/ 1768926 h 4561547"/>
                  <a:gd name="csX10" fmla="*/ 146479 w 8823220"/>
                  <a:gd name="csY10" fmla="*/ 1713230 h 4561547"/>
                  <a:gd name="csX11" fmla="*/ 161184 w 8823220"/>
                  <a:gd name="csY11" fmla="*/ 1657890 h 4561547"/>
                  <a:gd name="csX12" fmla="*/ 175890 w 8823220"/>
                  <a:gd name="csY12" fmla="*/ 1602944 h 4561547"/>
                  <a:gd name="csX13" fmla="*/ 190595 w 8823220"/>
                  <a:gd name="csY13" fmla="*/ 1548425 h 4561547"/>
                  <a:gd name="csX14" fmla="*/ 205300 w 8823220"/>
                  <a:gd name="csY14" fmla="*/ 1494365 h 4561547"/>
                  <a:gd name="csX15" fmla="*/ 220006 w 8823220"/>
                  <a:gd name="csY15" fmla="*/ 1440803 h 4561547"/>
                  <a:gd name="csX16" fmla="*/ 234711 w 8823220"/>
                  <a:gd name="csY16" fmla="*/ 1387778 h 4561547"/>
                  <a:gd name="csX17" fmla="*/ 249416 w 8823220"/>
                  <a:gd name="csY17" fmla="*/ 1335308 h 4561547"/>
                  <a:gd name="csX18" fmla="*/ 264122 w 8823220"/>
                  <a:gd name="csY18" fmla="*/ 1283441 h 4561547"/>
                  <a:gd name="csX19" fmla="*/ 278827 w 8823220"/>
                  <a:gd name="csY19" fmla="*/ 1232201 h 4561547"/>
                  <a:gd name="csX20" fmla="*/ 293533 w 8823220"/>
                  <a:gd name="csY20" fmla="*/ 1181620 h 4561547"/>
                  <a:gd name="csX21" fmla="*/ 308238 w 8823220"/>
                  <a:gd name="csY21" fmla="*/ 1131738 h 4561547"/>
                  <a:gd name="csX22" fmla="*/ 322943 w 8823220"/>
                  <a:gd name="csY22" fmla="*/ 1082580 h 4561547"/>
                  <a:gd name="csX23" fmla="*/ 337649 w 8823220"/>
                  <a:gd name="csY23" fmla="*/ 1034179 h 4561547"/>
                  <a:gd name="csX24" fmla="*/ 352354 w 8823220"/>
                  <a:gd name="csY24" fmla="*/ 986567 h 4561547"/>
                  <a:gd name="csX25" fmla="*/ 367059 w 8823220"/>
                  <a:gd name="csY25" fmla="*/ 939770 h 4561547"/>
                  <a:gd name="csX26" fmla="*/ 381765 w 8823220"/>
                  <a:gd name="csY26" fmla="*/ 893820 h 4561547"/>
                  <a:gd name="csX27" fmla="*/ 396470 w 8823220"/>
                  <a:gd name="csY27" fmla="*/ 848743 h 4561547"/>
                  <a:gd name="csX28" fmla="*/ 411176 w 8823220"/>
                  <a:gd name="csY28" fmla="*/ 804572 h 4561547"/>
                  <a:gd name="csX29" fmla="*/ 425881 w 8823220"/>
                  <a:gd name="csY29" fmla="*/ 761338 h 4561547"/>
                  <a:gd name="csX30" fmla="*/ 440586 w 8823220"/>
                  <a:gd name="csY30" fmla="*/ 719055 h 4561547"/>
                  <a:gd name="csX31" fmla="*/ 455292 w 8823220"/>
                  <a:gd name="csY31" fmla="*/ 677768 h 4561547"/>
                  <a:gd name="csX32" fmla="*/ 469997 w 8823220"/>
                  <a:gd name="csY32" fmla="*/ 637490 h 4561547"/>
                  <a:gd name="csX33" fmla="*/ 484702 w 8823220"/>
                  <a:gd name="csY33" fmla="*/ 598247 h 4561547"/>
                  <a:gd name="csX34" fmla="*/ 499408 w 8823220"/>
                  <a:gd name="csY34" fmla="*/ 560064 h 4561547"/>
                  <a:gd name="csX35" fmla="*/ 514113 w 8823220"/>
                  <a:gd name="csY35" fmla="*/ 522974 h 4561547"/>
                  <a:gd name="csX36" fmla="*/ 528819 w 8823220"/>
                  <a:gd name="csY36" fmla="*/ 486990 h 4561547"/>
                  <a:gd name="csX37" fmla="*/ 543524 w 8823220"/>
                  <a:gd name="csY37" fmla="*/ 452138 h 4561547"/>
                  <a:gd name="csX38" fmla="*/ 558229 w 8823220"/>
                  <a:gd name="csY38" fmla="*/ 418443 h 4561547"/>
                  <a:gd name="csX39" fmla="*/ 572935 w 8823220"/>
                  <a:gd name="csY39" fmla="*/ 385926 h 4561547"/>
                  <a:gd name="csX40" fmla="*/ 587640 w 8823220"/>
                  <a:gd name="csY40" fmla="*/ 354605 h 4561547"/>
                  <a:gd name="csX41" fmla="*/ 602345 w 8823220"/>
                  <a:gd name="csY41" fmla="*/ 324500 h 4561547"/>
                  <a:gd name="csX42" fmla="*/ 617051 w 8823220"/>
                  <a:gd name="csY42" fmla="*/ 295630 h 4561547"/>
                  <a:gd name="csX43" fmla="*/ 631756 w 8823220"/>
                  <a:gd name="csY43" fmla="*/ 268015 h 4561547"/>
                  <a:gd name="csX44" fmla="*/ 646462 w 8823220"/>
                  <a:gd name="csY44" fmla="*/ 241667 h 4561547"/>
                  <a:gd name="csX45" fmla="*/ 661167 w 8823220"/>
                  <a:gd name="csY45" fmla="*/ 216606 h 4561547"/>
                  <a:gd name="csX46" fmla="*/ 675872 w 8823220"/>
                  <a:gd name="csY46" fmla="*/ 192852 h 4561547"/>
                  <a:gd name="csX47" fmla="*/ 690578 w 8823220"/>
                  <a:gd name="csY47" fmla="*/ 170417 h 4561547"/>
                  <a:gd name="csX48" fmla="*/ 705283 w 8823220"/>
                  <a:gd name="csY48" fmla="*/ 149314 h 4561547"/>
                  <a:gd name="csX49" fmla="*/ 719988 w 8823220"/>
                  <a:gd name="csY49" fmla="*/ 129557 h 4561547"/>
                  <a:gd name="csX50" fmla="*/ 734694 w 8823220"/>
                  <a:gd name="csY50" fmla="*/ 111164 h 4561547"/>
                  <a:gd name="csX51" fmla="*/ 749399 w 8823220"/>
                  <a:gd name="csY51" fmla="*/ 94135 h 4561547"/>
                  <a:gd name="csX52" fmla="*/ 764104 w 8823220"/>
                  <a:gd name="csY52" fmla="*/ 78485 h 4561547"/>
                  <a:gd name="csX53" fmla="*/ 778810 w 8823220"/>
                  <a:gd name="csY53" fmla="*/ 64231 h 4561547"/>
                  <a:gd name="csX54" fmla="*/ 793515 w 8823220"/>
                  <a:gd name="csY54" fmla="*/ 51374 h 4561547"/>
                  <a:gd name="csX55" fmla="*/ 808220 w 8823220"/>
                  <a:gd name="csY55" fmla="*/ 39927 h 4561547"/>
                  <a:gd name="csX56" fmla="*/ 822926 w 8823220"/>
                  <a:gd name="csY56" fmla="*/ 29890 h 4561547"/>
                  <a:gd name="csX57" fmla="*/ 837631 w 8823220"/>
                  <a:gd name="csY57" fmla="*/ 21282 h 4561547"/>
                  <a:gd name="csX58" fmla="*/ 852337 w 8823220"/>
                  <a:gd name="csY58" fmla="*/ 14097 h 4561547"/>
                  <a:gd name="csX59" fmla="*/ 867042 w 8823220"/>
                  <a:gd name="csY59" fmla="*/ 8341 h 4561547"/>
                  <a:gd name="csX60" fmla="*/ 881747 w 8823220"/>
                  <a:gd name="csY60" fmla="*/ 4027 h 4561547"/>
                  <a:gd name="csX61" fmla="*/ 896453 w 8823220"/>
                  <a:gd name="csY61" fmla="*/ 1143 h 4561547"/>
                  <a:gd name="csX62" fmla="*/ 911158 w 8823220"/>
                  <a:gd name="csY62" fmla="*/ -293 h 4561547"/>
                  <a:gd name="csX63" fmla="*/ 925863 w 8823220"/>
                  <a:gd name="csY63" fmla="*/ -293 h 4561547"/>
                  <a:gd name="csX64" fmla="*/ 940569 w 8823220"/>
                  <a:gd name="csY64" fmla="*/ 1143 h 4561547"/>
                  <a:gd name="csX65" fmla="*/ 955274 w 8823220"/>
                  <a:gd name="csY65" fmla="*/ 4027 h 4561547"/>
                  <a:gd name="csX66" fmla="*/ 969980 w 8823220"/>
                  <a:gd name="csY66" fmla="*/ 8341 h 4561547"/>
                  <a:gd name="csX67" fmla="*/ 984685 w 8823220"/>
                  <a:gd name="csY67" fmla="*/ 14097 h 4561547"/>
                  <a:gd name="csX68" fmla="*/ 999390 w 8823220"/>
                  <a:gd name="csY68" fmla="*/ 21282 h 4561547"/>
                  <a:gd name="csX69" fmla="*/ 1014096 w 8823220"/>
                  <a:gd name="csY69" fmla="*/ 29890 h 4561547"/>
                  <a:gd name="csX70" fmla="*/ 1028801 w 8823220"/>
                  <a:gd name="csY70" fmla="*/ 39927 h 4561547"/>
                  <a:gd name="csX71" fmla="*/ 1043506 w 8823220"/>
                  <a:gd name="csY71" fmla="*/ 51374 h 4561547"/>
                  <a:gd name="csX72" fmla="*/ 1058212 w 8823220"/>
                  <a:gd name="csY72" fmla="*/ 64231 h 4561547"/>
                  <a:gd name="csX73" fmla="*/ 1072917 w 8823220"/>
                  <a:gd name="csY73" fmla="*/ 78485 h 4561547"/>
                  <a:gd name="csX74" fmla="*/ 1087623 w 8823220"/>
                  <a:gd name="csY74" fmla="*/ 94135 h 4561547"/>
                  <a:gd name="csX75" fmla="*/ 1102328 w 8823220"/>
                  <a:gd name="csY75" fmla="*/ 111164 h 4561547"/>
                  <a:gd name="csX76" fmla="*/ 1117033 w 8823220"/>
                  <a:gd name="csY76" fmla="*/ 129557 h 4561547"/>
                  <a:gd name="csX77" fmla="*/ 1131739 w 8823220"/>
                  <a:gd name="csY77" fmla="*/ 149314 h 4561547"/>
                  <a:gd name="csX78" fmla="*/ 1146444 w 8823220"/>
                  <a:gd name="csY78" fmla="*/ 170417 h 4561547"/>
                  <a:gd name="csX79" fmla="*/ 1161149 w 8823220"/>
                  <a:gd name="csY79" fmla="*/ 192852 h 4561547"/>
                  <a:gd name="csX80" fmla="*/ 1175855 w 8823220"/>
                  <a:gd name="csY80" fmla="*/ 216606 h 4561547"/>
                  <a:gd name="csX81" fmla="*/ 1190560 w 8823220"/>
                  <a:gd name="csY81" fmla="*/ 241667 h 4561547"/>
                  <a:gd name="csX82" fmla="*/ 1205266 w 8823220"/>
                  <a:gd name="csY82" fmla="*/ 268015 h 4561547"/>
                  <a:gd name="csX83" fmla="*/ 1219971 w 8823220"/>
                  <a:gd name="csY83" fmla="*/ 295630 h 4561547"/>
                  <a:gd name="csX84" fmla="*/ 1234676 w 8823220"/>
                  <a:gd name="csY84" fmla="*/ 324500 h 4561547"/>
                  <a:gd name="csX85" fmla="*/ 1249382 w 8823220"/>
                  <a:gd name="csY85" fmla="*/ 354605 h 4561547"/>
                  <a:gd name="csX86" fmla="*/ 1264087 w 8823220"/>
                  <a:gd name="csY86" fmla="*/ 385926 h 4561547"/>
                  <a:gd name="csX87" fmla="*/ 1278792 w 8823220"/>
                  <a:gd name="csY87" fmla="*/ 418443 h 4561547"/>
                  <a:gd name="csX88" fmla="*/ 1293498 w 8823220"/>
                  <a:gd name="csY88" fmla="*/ 452138 h 4561547"/>
                  <a:gd name="csX89" fmla="*/ 1308203 w 8823220"/>
                  <a:gd name="csY89" fmla="*/ 486990 h 4561547"/>
                  <a:gd name="csX90" fmla="*/ 1322908 w 8823220"/>
                  <a:gd name="csY90" fmla="*/ 522974 h 4561547"/>
                  <a:gd name="csX91" fmla="*/ 1337614 w 8823220"/>
                  <a:gd name="csY91" fmla="*/ 560064 h 4561547"/>
                  <a:gd name="csX92" fmla="*/ 1352319 w 8823220"/>
                  <a:gd name="csY92" fmla="*/ 598247 h 4561547"/>
                  <a:gd name="csX93" fmla="*/ 1367024 w 8823220"/>
                  <a:gd name="csY93" fmla="*/ 637490 h 4561547"/>
                  <a:gd name="csX94" fmla="*/ 1381730 w 8823220"/>
                  <a:gd name="csY94" fmla="*/ 677768 h 4561547"/>
                  <a:gd name="csX95" fmla="*/ 1396435 w 8823220"/>
                  <a:gd name="csY95" fmla="*/ 719055 h 4561547"/>
                  <a:gd name="csX96" fmla="*/ 1411141 w 8823220"/>
                  <a:gd name="csY96" fmla="*/ 761338 h 4561547"/>
                  <a:gd name="csX97" fmla="*/ 1425846 w 8823220"/>
                  <a:gd name="csY97" fmla="*/ 804572 h 4561547"/>
                  <a:gd name="csX98" fmla="*/ 1440551 w 8823220"/>
                  <a:gd name="csY98" fmla="*/ 848743 h 4561547"/>
                  <a:gd name="csX99" fmla="*/ 1455257 w 8823220"/>
                  <a:gd name="csY99" fmla="*/ 893820 h 4561547"/>
                  <a:gd name="csX100" fmla="*/ 1469962 w 8823220"/>
                  <a:gd name="csY100" fmla="*/ 939770 h 4561547"/>
                  <a:gd name="csX101" fmla="*/ 1484667 w 8823220"/>
                  <a:gd name="csY101" fmla="*/ 986567 h 4561547"/>
                  <a:gd name="csX102" fmla="*/ 1499373 w 8823220"/>
                  <a:gd name="csY102" fmla="*/ 1034179 h 4561547"/>
                  <a:gd name="csX103" fmla="*/ 1514078 w 8823220"/>
                  <a:gd name="csY103" fmla="*/ 1082580 h 4561547"/>
                  <a:gd name="csX104" fmla="*/ 1528784 w 8823220"/>
                  <a:gd name="csY104" fmla="*/ 1131738 h 4561547"/>
                  <a:gd name="csX105" fmla="*/ 1543489 w 8823220"/>
                  <a:gd name="csY105" fmla="*/ 1181620 h 4561547"/>
                  <a:gd name="csX106" fmla="*/ 1558194 w 8823220"/>
                  <a:gd name="csY106" fmla="*/ 1232201 h 4561547"/>
                  <a:gd name="csX107" fmla="*/ 1572900 w 8823220"/>
                  <a:gd name="csY107" fmla="*/ 1283441 h 4561547"/>
                  <a:gd name="csX108" fmla="*/ 1587605 w 8823220"/>
                  <a:gd name="csY108" fmla="*/ 1335308 h 4561547"/>
                  <a:gd name="csX109" fmla="*/ 1602310 w 8823220"/>
                  <a:gd name="csY109" fmla="*/ 1387778 h 4561547"/>
                  <a:gd name="csX110" fmla="*/ 1617016 w 8823220"/>
                  <a:gd name="csY110" fmla="*/ 1440803 h 4561547"/>
                  <a:gd name="csX111" fmla="*/ 1631721 w 8823220"/>
                  <a:gd name="csY111" fmla="*/ 1494365 h 4561547"/>
                  <a:gd name="csX112" fmla="*/ 1646427 w 8823220"/>
                  <a:gd name="csY112" fmla="*/ 1548425 h 4561547"/>
                  <a:gd name="csX113" fmla="*/ 1661132 w 8823220"/>
                  <a:gd name="csY113" fmla="*/ 1602944 h 4561547"/>
                  <a:gd name="csX114" fmla="*/ 1675837 w 8823220"/>
                  <a:gd name="csY114" fmla="*/ 1657890 h 4561547"/>
                  <a:gd name="csX115" fmla="*/ 1690543 w 8823220"/>
                  <a:gd name="csY115" fmla="*/ 1713230 h 4561547"/>
                  <a:gd name="csX116" fmla="*/ 1705248 w 8823220"/>
                  <a:gd name="csY116" fmla="*/ 1768926 h 4561547"/>
                  <a:gd name="csX117" fmla="*/ 1719953 w 8823220"/>
                  <a:gd name="csY117" fmla="*/ 1824952 h 4561547"/>
                  <a:gd name="csX118" fmla="*/ 1734659 w 8823220"/>
                  <a:gd name="csY118" fmla="*/ 1881263 h 4561547"/>
                  <a:gd name="csX119" fmla="*/ 1749364 w 8823220"/>
                  <a:gd name="csY119" fmla="*/ 1937825 h 4561547"/>
                  <a:gd name="csX120" fmla="*/ 1764070 w 8823220"/>
                  <a:gd name="csY120" fmla="*/ 1994602 h 4561547"/>
                  <a:gd name="csX121" fmla="*/ 1778775 w 8823220"/>
                  <a:gd name="csY121" fmla="*/ 2051559 h 4561547"/>
                  <a:gd name="csX122" fmla="*/ 1793480 w 8823220"/>
                  <a:gd name="csY122" fmla="*/ 2108665 h 4561547"/>
                  <a:gd name="csX123" fmla="*/ 1808186 w 8823220"/>
                  <a:gd name="csY123" fmla="*/ 2165874 h 4561547"/>
                  <a:gd name="csX124" fmla="*/ 1822891 w 8823220"/>
                  <a:gd name="csY124" fmla="*/ 2223162 h 4561547"/>
                  <a:gd name="csX125" fmla="*/ 1837596 w 8823220"/>
                  <a:gd name="csY125" fmla="*/ 2280481 h 4561547"/>
                  <a:gd name="csX126" fmla="*/ 1852302 w 8823220"/>
                  <a:gd name="csY126" fmla="*/ 2337800 h 4561547"/>
                  <a:gd name="csX127" fmla="*/ 1867007 w 8823220"/>
                  <a:gd name="csY127" fmla="*/ 2395088 h 4561547"/>
                  <a:gd name="csX128" fmla="*/ 1881712 w 8823220"/>
                  <a:gd name="csY128" fmla="*/ 2452297 h 4561547"/>
                  <a:gd name="csX129" fmla="*/ 1896418 w 8823220"/>
                  <a:gd name="csY129" fmla="*/ 2509403 h 4561547"/>
                  <a:gd name="csX130" fmla="*/ 1911123 w 8823220"/>
                  <a:gd name="csY130" fmla="*/ 2566360 h 4561547"/>
                  <a:gd name="csX131" fmla="*/ 1925828 w 8823220"/>
                  <a:gd name="csY131" fmla="*/ 2623136 h 4561547"/>
                  <a:gd name="csX132" fmla="*/ 1940534 w 8823220"/>
                  <a:gd name="csY132" fmla="*/ 2679699 h 4561547"/>
                  <a:gd name="csX133" fmla="*/ 1955239 w 8823220"/>
                  <a:gd name="csY133" fmla="*/ 2736010 h 4561547"/>
                  <a:gd name="csX134" fmla="*/ 1969944 w 8823220"/>
                  <a:gd name="csY134" fmla="*/ 2792036 h 4561547"/>
                  <a:gd name="csX135" fmla="*/ 1984650 w 8823220"/>
                  <a:gd name="csY135" fmla="*/ 2847732 h 4561547"/>
                  <a:gd name="csX136" fmla="*/ 1999355 w 8823220"/>
                  <a:gd name="csY136" fmla="*/ 2903072 h 4561547"/>
                  <a:gd name="csX137" fmla="*/ 2014061 w 8823220"/>
                  <a:gd name="csY137" fmla="*/ 2958018 h 4561547"/>
                  <a:gd name="csX138" fmla="*/ 2028766 w 8823220"/>
                  <a:gd name="csY138" fmla="*/ 3012537 h 4561547"/>
                  <a:gd name="csX139" fmla="*/ 2043472 w 8823220"/>
                  <a:gd name="csY139" fmla="*/ 3066597 h 4561547"/>
                  <a:gd name="csX140" fmla="*/ 2058177 w 8823220"/>
                  <a:gd name="csY140" fmla="*/ 3120159 h 4561547"/>
                  <a:gd name="csX141" fmla="*/ 2072882 w 8823220"/>
                  <a:gd name="csY141" fmla="*/ 3173184 h 4561547"/>
                  <a:gd name="csX142" fmla="*/ 2087588 w 8823220"/>
                  <a:gd name="csY142" fmla="*/ 3225653 h 4561547"/>
                  <a:gd name="csX143" fmla="*/ 2102293 w 8823220"/>
                  <a:gd name="csY143" fmla="*/ 3277521 h 4561547"/>
                  <a:gd name="csX144" fmla="*/ 2116998 w 8823220"/>
                  <a:gd name="csY144" fmla="*/ 3328761 h 4561547"/>
                  <a:gd name="csX145" fmla="*/ 2131704 w 8823220"/>
                  <a:gd name="csY145" fmla="*/ 3379342 h 4561547"/>
                  <a:gd name="csX146" fmla="*/ 2146409 w 8823220"/>
                  <a:gd name="csY146" fmla="*/ 3429224 h 4561547"/>
                  <a:gd name="csX147" fmla="*/ 2161114 w 8823220"/>
                  <a:gd name="csY147" fmla="*/ 3478381 h 4561547"/>
                  <a:gd name="csX148" fmla="*/ 2175820 w 8823220"/>
                  <a:gd name="csY148" fmla="*/ 3526782 h 4561547"/>
                  <a:gd name="csX149" fmla="*/ 2190525 w 8823220"/>
                  <a:gd name="csY149" fmla="*/ 3574394 h 4561547"/>
                  <a:gd name="csX150" fmla="*/ 2205231 w 8823220"/>
                  <a:gd name="csY150" fmla="*/ 3621192 h 4561547"/>
                  <a:gd name="csX151" fmla="*/ 2219936 w 8823220"/>
                  <a:gd name="csY151" fmla="*/ 3667142 h 4561547"/>
                  <a:gd name="csX152" fmla="*/ 2234641 w 8823220"/>
                  <a:gd name="csY152" fmla="*/ 3712219 h 4561547"/>
                  <a:gd name="csX153" fmla="*/ 2249347 w 8823220"/>
                  <a:gd name="csY153" fmla="*/ 3756390 h 4561547"/>
                  <a:gd name="csX154" fmla="*/ 2264052 w 8823220"/>
                  <a:gd name="csY154" fmla="*/ 3799624 h 4561547"/>
                  <a:gd name="csX155" fmla="*/ 2278757 w 8823220"/>
                  <a:gd name="csY155" fmla="*/ 3841907 h 4561547"/>
                  <a:gd name="csX156" fmla="*/ 2293463 w 8823220"/>
                  <a:gd name="csY156" fmla="*/ 3883194 h 4561547"/>
                  <a:gd name="csX157" fmla="*/ 2308168 w 8823220"/>
                  <a:gd name="csY157" fmla="*/ 3923472 h 4561547"/>
                  <a:gd name="csX158" fmla="*/ 2322873 w 8823220"/>
                  <a:gd name="csY158" fmla="*/ 3962715 h 4561547"/>
                  <a:gd name="csX159" fmla="*/ 2337579 w 8823220"/>
                  <a:gd name="csY159" fmla="*/ 4000898 h 4561547"/>
                  <a:gd name="csX160" fmla="*/ 2352284 w 8823220"/>
                  <a:gd name="csY160" fmla="*/ 4037988 h 4561547"/>
                  <a:gd name="csX161" fmla="*/ 2366989 w 8823220"/>
                  <a:gd name="csY161" fmla="*/ 4073972 h 4561547"/>
                  <a:gd name="csX162" fmla="*/ 2381695 w 8823220"/>
                  <a:gd name="csY162" fmla="*/ 4108817 h 4561547"/>
                  <a:gd name="csX163" fmla="*/ 2396401 w 8823220"/>
                  <a:gd name="csY163" fmla="*/ 4142518 h 4561547"/>
                  <a:gd name="csX164" fmla="*/ 2411106 w 8823220"/>
                  <a:gd name="csY164" fmla="*/ 4175036 h 4561547"/>
                  <a:gd name="csX165" fmla="*/ 2425811 w 8823220"/>
                  <a:gd name="csY165" fmla="*/ 4206357 h 4561547"/>
                  <a:gd name="csX166" fmla="*/ 2440517 w 8823220"/>
                  <a:gd name="csY166" fmla="*/ 4236462 h 4561547"/>
                  <a:gd name="csX167" fmla="*/ 2455222 w 8823220"/>
                  <a:gd name="csY167" fmla="*/ 4265332 h 4561547"/>
                  <a:gd name="csX168" fmla="*/ 2469927 w 8823220"/>
                  <a:gd name="csY168" fmla="*/ 4292947 h 4561547"/>
                  <a:gd name="csX169" fmla="*/ 2484633 w 8823220"/>
                  <a:gd name="csY169" fmla="*/ 4319295 h 4561547"/>
                  <a:gd name="csX170" fmla="*/ 2499338 w 8823220"/>
                  <a:gd name="csY170" fmla="*/ 4344356 h 4561547"/>
                  <a:gd name="csX171" fmla="*/ 2514043 w 8823220"/>
                  <a:gd name="csY171" fmla="*/ 4368110 h 4561547"/>
                  <a:gd name="csX172" fmla="*/ 2528749 w 8823220"/>
                  <a:gd name="csY172" fmla="*/ 4390545 h 4561547"/>
                  <a:gd name="csX173" fmla="*/ 2543454 w 8823220"/>
                  <a:gd name="csY173" fmla="*/ 4411648 h 4561547"/>
                  <a:gd name="csX174" fmla="*/ 2558159 w 8823220"/>
                  <a:gd name="csY174" fmla="*/ 4431405 h 4561547"/>
                  <a:gd name="csX175" fmla="*/ 2572865 w 8823220"/>
                  <a:gd name="csY175" fmla="*/ 4449798 h 4561547"/>
                  <a:gd name="csX176" fmla="*/ 2587570 w 8823220"/>
                  <a:gd name="csY176" fmla="*/ 4466826 h 4561547"/>
                  <a:gd name="csX177" fmla="*/ 2602275 w 8823220"/>
                  <a:gd name="csY177" fmla="*/ 4482477 h 4561547"/>
                  <a:gd name="csX178" fmla="*/ 2616981 w 8823220"/>
                  <a:gd name="csY178" fmla="*/ 4496731 h 4561547"/>
                  <a:gd name="csX179" fmla="*/ 2631686 w 8823220"/>
                  <a:gd name="csY179" fmla="*/ 4509588 h 4561547"/>
                  <a:gd name="csX180" fmla="*/ 2646392 w 8823220"/>
                  <a:gd name="csY180" fmla="*/ 4521035 h 4561547"/>
                  <a:gd name="csX181" fmla="*/ 2661097 w 8823220"/>
                  <a:gd name="csY181" fmla="*/ 4531072 h 4561547"/>
                  <a:gd name="csX182" fmla="*/ 2675802 w 8823220"/>
                  <a:gd name="csY182" fmla="*/ 4539680 h 4561547"/>
                  <a:gd name="csX183" fmla="*/ 2690508 w 8823220"/>
                  <a:gd name="csY183" fmla="*/ 4546866 h 4561547"/>
                  <a:gd name="csX184" fmla="*/ 2705213 w 8823220"/>
                  <a:gd name="csY184" fmla="*/ 4552621 h 4561547"/>
                  <a:gd name="csX185" fmla="*/ 2719918 w 8823220"/>
                  <a:gd name="csY185" fmla="*/ 4556935 h 4561547"/>
                  <a:gd name="csX186" fmla="*/ 2734624 w 8823220"/>
                  <a:gd name="csY186" fmla="*/ 4559819 h 4561547"/>
                  <a:gd name="csX187" fmla="*/ 2749329 w 8823220"/>
                  <a:gd name="csY187" fmla="*/ 4561255 h 4561547"/>
                  <a:gd name="csX188" fmla="*/ 2764035 w 8823220"/>
                  <a:gd name="csY188" fmla="*/ 4561255 h 4561547"/>
                  <a:gd name="csX189" fmla="*/ 2778740 w 8823220"/>
                  <a:gd name="csY189" fmla="*/ 4559819 h 4561547"/>
                  <a:gd name="csX190" fmla="*/ 2793445 w 8823220"/>
                  <a:gd name="csY190" fmla="*/ 4556935 h 4561547"/>
                  <a:gd name="csX191" fmla="*/ 2808151 w 8823220"/>
                  <a:gd name="csY191" fmla="*/ 4552621 h 4561547"/>
                  <a:gd name="csX192" fmla="*/ 2822856 w 8823220"/>
                  <a:gd name="csY192" fmla="*/ 4546866 h 4561547"/>
                  <a:gd name="csX193" fmla="*/ 2837561 w 8823220"/>
                  <a:gd name="csY193" fmla="*/ 4539680 h 4561547"/>
                  <a:gd name="csX194" fmla="*/ 2852267 w 8823220"/>
                  <a:gd name="csY194" fmla="*/ 4531072 h 4561547"/>
                  <a:gd name="csX195" fmla="*/ 2866972 w 8823220"/>
                  <a:gd name="csY195" fmla="*/ 4521035 h 4561547"/>
                  <a:gd name="csX196" fmla="*/ 2881678 w 8823220"/>
                  <a:gd name="csY196" fmla="*/ 4509588 h 4561547"/>
                  <a:gd name="csX197" fmla="*/ 2896383 w 8823220"/>
                  <a:gd name="csY197" fmla="*/ 4496731 h 4561547"/>
                  <a:gd name="csX198" fmla="*/ 2911088 w 8823220"/>
                  <a:gd name="csY198" fmla="*/ 4482477 h 4561547"/>
                  <a:gd name="csX199" fmla="*/ 2925794 w 8823220"/>
                  <a:gd name="csY199" fmla="*/ 4466826 h 4561547"/>
                  <a:gd name="csX200" fmla="*/ 2940499 w 8823220"/>
                  <a:gd name="csY200" fmla="*/ 4449798 h 4561547"/>
                  <a:gd name="csX201" fmla="*/ 2955204 w 8823220"/>
                  <a:gd name="csY201" fmla="*/ 4431405 h 4561547"/>
                  <a:gd name="csX202" fmla="*/ 2969910 w 8823220"/>
                  <a:gd name="csY202" fmla="*/ 4411648 h 4561547"/>
                  <a:gd name="csX203" fmla="*/ 2984615 w 8823220"/>
                  <a:gd name="csY203" fmla="*/ 4390545 h 4561547"/>
                  <a:gd name="csX204" fmla="*/ 2999320 w 8823220"/>
                  <a:gd name="csY204" fmla="*/ 4368110 h 4561547"/>
                  <a:gd name="csX205" fmla="*/ 3014026 w 8823220"/>
                  <a:gd name="csY205" fmla="*/ 4344356 h 4561547"/>
                  <a:gd name="csX206" fmla="*/ 3028731 w 8823220"/>
                  <a:gd name="csY206" fmla="*/ 4319295 h 4561547"/>
                  <a:gd name="csX207" fmla="*/ 3043436 w 8823220"/>
                  <a:gd name="csY207" fmla="*/ 4292947 h 4561547"/>
                  <a:gd name="csX208" fmla="*/ 3058142 w 8823220"/>
                  <a:gd name="csY208" fmla="*/ 4265332 h 4561547"/>
                  <a:gd name="csX209" fmla="*/ 3072847 w 8823220"/>
                  <a:gd name="csY209" fmla="*/ 4236462 h 4561547"/>
                  <a:gd name="csX210" fmla="*/ 3087552 w 8823220"/>
                  <a:gd name="csY210" fmla="*/ 4206357 h 4561547"/>
                  <a:gd name="csX211" fmla="*/ 3102258 w 8823220"/>
                  <a:gd name="csY211" fmla="*/ 4175036 h 4561547"/>
                  <a:gd name="csX212" fmla="*/ 3116963 w 8823220"/>
                  <a:gd name="csY212" fmla="*/ 4142518 h 4561547"/>
                  <a:gd name="csX213" fmla="*/ 3131669 w 8823220"/>
                  <a:gd name="csY213" fmla="*/ 4108817 h 4561547"/>
                  <a:gd name="csX214" fmla="*/ 3146374 w 8823220"/>
                  <a:gd name="csY214" fmla="*/ 4073972 h 4561547"/>
                  <a:gd name="csX215" fmla="*/ 3161080 w 8823220"/>
                  <a:gd name="csY215" fmla="*/ 4037988 h 4561547"/>
                  <a:gd name="csX216" fmla="*/ 3175785 w 8823220"/>
                  <a:gd name="csY216" fmla="*/ 4000898 h 4561547"/>
                  <a:gd name="csX217" fmla="*/ 3190490 w 8823220"/>
                  <a:gd name="csY217" fmla="*/ 3962715 h 4561547"/>
                  <a:gd name="csX218" fmla="*/ 3205196 w 8823220"/>
                  <a:gd name="csY218" fmla="*/ 3923472 h 4561547"/>
                  <a:gd name="csX219" fmla="*/ 3219901 w 8823220"/>
                  <a:gd name="csY219" fmla="*/ 3883194 h 4561547"/>
                  <a:gd name="csX220" fmla="*/ 3234606 w 8823220"/>
                  <a:gd name="csY220" fmla="*/ 3841907 h 4561547"/>
                  <a:gd name="csX221" fmla="*/ 3249312 w 8823220"/>
                  <a:gd name="csY221" fmla="*/ 3799624 h 4561547"/>
                  <a:gd name="csX222" fmla="*/ 3264017 w 8823220"/>
                  <a:gd name="csY222" fmla="*/ 3756390 h 4561547"/>
                  <a:gd name="csX223" fmla="*/ 3278722 w 8823220"/>
                  <a:gd name="csY223" fmla="*/ 3712219 h 4561547"/>
                  <a:gd name="csX224" fmla="*/ 3293428 w 8823220"/>
                  <a:gd name="csY224" fmla="*/ 3667142 h 4561547"/>
                  <a:gd name="csX225" fmla="*/ 3308133 w 8823220"/>
                  <a:gd name="csY225" fmla="*/ 3621192 h 4561547"/>
                  <a:gd name="csX226" fmla="*/ 3322838 w 8823220"/>
                  <a:gd name="csY226" fmla="*/ 3574394 h 4561547"/>
                  <a:gd name="csX227" fmla="*/ 3337544 w 8823220"/>
                  <a:gd name="csY227" fmla="*/ 3526782 h 4561547"/>
                  <a:gd name="csX228" fmla="*/ 3352249 w 8823220"/>
                  <a:gd name="csY228" fmla="*/ 3478381 h 4561547"/>
                  <a:gd name="csX229" fmla="*/ 3366955 w 8823220"/>
                  <a:gd name="csY229" fmla="*/ 3429224 h 4561547"/>
                  <a:gd name="csX230" fmla="*/ 3381660 w 8823220"/>
                  <a:gd name="csY230" fmla="*/ 3379342 h 4561547"/>
                  <a:gd name="csX231" fmla="*/ 3396365 w 8823220"/>
                  <a:gd name="csY231" fmla="*/ 3328761 h 4561547"/>
                  <a:gd name="csX232" fmla="*/ 3411071 w 8823220"/>
                  <a:gd name="csY232" fmla="*/ 3277521 h 4561547"/>
                  <a:gd name="csX233" fmla="*/ 3425776 w 8823220"/>
                  <a:gd name="csY233" fmla="*/ 3225653 h 4561547"/>
                  <a:gd name="csX234" fmla="*/ 3440481 w 8823220"/>
                  <a:gd name="csY234" fmla="*/ 3173184 h 4561547"/>
                  <a:gd name="csX235" fmla="*/ 3455187 w 8823220"/>
                  <a:gd name="csY235" fmla="*/ 3120159 h 4561547"/>
                  <a:gd name="csX236" fmla="*/ 3469892 w 8823220"/>
                  <a:gd name="csY236" fmla="*/ 3066597 h 4561547"/>
                  <a:gd name="csX237" fmla="*/ 3484597 w 8823220"/>
                  <a:gd name="csY237" fmla="*/ 3012537 h 4561547"/>
                  <a:gd name="csX238" fmla="*/ 3499303 w 8823220"/>
                  <a:gd name="csY238" fmla="*/ 2958018 h 4561547"/>
                  <a:gd name="csX239" fmla="*/ 3514008 w 8823220"/>
                  <a:gd name="csY239" fmla="*/ 2903072 h 4561547"/>
                  <a:gd name="csX240" fmla="*/ 3528714 w 8823220"/>
                  <a:gd name="csY240" fmla="*/ 2847732 h 4561547"/>
                  <a:gd name="csX241" fmla="*/ 3543419 w 8823220"/>
                  <a:gd name="csY241" fmla="*/ 2792036 h 4561547"/>
                  <a:gd name="csX242" fmla="*/ 3558125 w 8823220"/>
                  <a:gd name="csY242" fmla="*/ 2736010 h 4561547"/>
                  <a:gd name="csX243" fmla="*/ 3572830 w 8823220"/>
                  <a:gd name="csY243" fmla="*/ 2679699 h 4561547"/>
                  <a:gd name="csX244" fmla="*/ 3587535 w 8823220"/>
                  <a:gd name="csY244" fmla="*/ 2623136 h 4561547"/>
                  <a:gd name="csX245" fmla="*/ 3602241 w 8823220"/>
                  <a:gd name="csY245" fmla="*/ 2566360 h 4561547"/>
                  <a:gd name="csX246" fmla="*/ 3616946 w 8823220"/>
                  <a:gd name="csY246" fmla="*/ 2509403 h 4561547"/>
                  <a:gd name="csX247" fmla="*/ 3631651 w 8823220"/>
                  <a:gd name="csY247" fmla="*/ 2452297 h 4561547"/>
                  <a:gd name="csX248" fmla="*/ 3646357 w 8823220"/>
                  <a:gd name="csY248" fmla="*/ 2395088 h 4561547"/>
                  <a:gd name="csX249" fmla="*/ 3661062 w 8823220"/>
                  <a:gd name="csY249" fmla="*/ 2337800 h 4561547"/>
                  <a:gd name="csX250" fmla="*/ 3675767 w 8823220"/>
                  <a:gd name="csY250" fmla="*/ 2280481 h 4561547"/>
                  <a:gd name="csX251" fmla="*/ 3690473 w 8823220"/>
                  <a:gd name="csY251" fmla="*/ 2223162 h 4561547"/>
                  <a:gd name="csX252" fmla="*/ 3705178 w 8823220"/>
                  <a:gd name="csY252" fmla="*/ 2165874 h 4561547"/>
                  <a:gd name="csX253" fmla="*/ 3719883 w 8823220"/>
                  <a:gd name="csY253" fmla="*/ 2108665 h 4561547"/>
                  <a:gd name="csX254" fmla="*/ 3734589 w 8823220"/>
                  <a:gd name="csY254" fmla="*/ 2051559 h 4561547"/>
                  <a:gd name="csX255" fmla="*/ 3749294 w 8823220"/>
                  <a:gd name="csY255" fmla="*/ 1994602 h 4561547"/>
                  <a:gd name="csX256" fmla="*/ 3763999 w 8823220"/>
                  <a:gd name="csY256" fmla="*/ 1937825 h 4561547"/>
                  <a:gd name="csX257" fmla="*/ 3778705 w 8823220"/>
                  <a:gd name="csY257" fmla="*/ 1881263 h 4561547"/>
                  <a:gd name="csX258" fmla="*/ 3793410 w 8823220"/>
                  <a:gd name="csY258" fmla="*/ 1824952 h 4561547"/>
                  <a:gd name="csX259" fmla="*/ 3808116 w 8823220"/>
                  <a:gd name="csY259" fmla="*/ 1768926 h 4561547"/>
                  <a:gd name="csX260" fmla="*/ 3822821 w 8823220"/>
                  <a:gd name="csY260" fmla="*/ 1713230 h 4561547"/>
                  <a:gd name="csX261" fmla="*/ 3837526 w 8823220"/>
                  <a:gd name="csY261" fmla="*/ 1657890 h 4561547"/>
                  <a:gd name="csX262" fmla="*/ 3852232 w 8823220"/>
                  <a:gd name="csY262" fmla="*/ 1602944 h 4561547"/>
                  <a:gd name="csX263" fmla="*/ 3866937 w 8823220"/>
                  <a:gd name="csY263" fmla="*/ 1548425 h 4561547"/>
                  <a:gd name="csX264" fmla="*/ 3881643 w 8823220"/>
                  <a:gd name="csY264" fmla="*/ 1494365 h 4561547"/>
                  <a:gd name="csX265" fmla="*/ 3896348 w 8823220"/>
                  <a:gd name="csY265" fmla="*/ 1440803 h 4561547"/>
                  <a:gd name="csX266" fmla="*/ 3911053 w 8823220"/>
                  <a:gd name="csY266" fmla="*/ 1387778 h 4561547"/>
                  <a:gd name="csX267" fmla="*/ 3925759 w 8823220"/>
                  <a:gd name="csY267" fmla="*/ 1335308 h 4561547"/>
                  <a:gd name="csX268" fmla="*/ 3940464 w 8823220"/>
                  <a:gd name="csY268" fmla="*/ 1283441 h 4561547"/>
                  <a:gd name="csX269" fmla="*/ 3955169 w 8823220"/>
                  <a:gd name="csY269" fmla="*/ 1232201 h 4561547"/>
                  <a:gd name="csX270" fmla="*/ 3969875 w 8823220"/>
                  <a:gd name="csY270" fmla="*/ 1181620 h 4561547"/>
                  <a:gd name="csX271" fmla="*/ 3984580 w 8823220"/>
                  <a:gd name="csY271" fmla="*/ 1131738 h 4561547"/>
                  <a:gd name="csX272" fmla="*/ 3999285 w 8823220"/>
                  <a:gd name="csY272" fmla="*/ 1082580 h 4561547"/>
                  <a:gd name="csX273" fmla="*/ 4013991 w 8823220"/>
                  <a:gd name="csY273" fmla="*/ 1034179 h 4561547"/>
                  <a:gd name="csX274" fmla="*/ 4028696 w 8823220"/>
                  <a:gd name="csY274" fmla="*/ 986567 h 4561547"/>
                  <a:gd name="csX275" fmla="*/ 4043402 w 8823220"/>
                  <a:gd name="csY275" fmla="*/ 939770 h 4561547"/>
                  <a:gd name="csX276" fmla="*/ 4058107 w 8823220"/>
                  <a:gd name="csY276" fmla="*/ 893820 h 4561547"/>
                  <a:gd name="csX277" fmla="*/ 4072812 w 8823220"/>
                  <a:gd name="csY277" fmla="*/ 848743 h 4561547"/>
                  <a:gd name="csX278" fmla="*/ 4087518 w 8823220"/>
                  <a:gd name="csY278" fmla="*/ 804572 h 4561547"/>
                  <a:gd name="csX279" fmla="*/ 4102223 w 8823220"/>
                  <a:gd name="csY279" fmla="*/ 761338 h 4561547"/>
                  <a:gd name="csX280" fmla="*/ 4116928 w 8823220"/>
                  <a:gd name="csY280" fmla="*/ 719055 h 4561547"/>
                  <a:gd name="csX281" fmla="*/ 4131634 w 8823220"/>
                  <a:gd name="csY281" fmla="*/ 677768 h 4561547"/>
                  <a:gd name="csX282" fmla="*/ 4146339 w 8823220"/>
                  <a:gd name="csY282" fmla="*/ 637490 h 4561547"/>
                  <a:gd name="csX283" fmla="*/ 4161044 w 8823220"/>
                  <a:gd name="csY283" fmla="*/ 598247 h 4561547"/>
                  <a:gd name="csX284" fmla="*/ 4175750 w 8823220"/>
                  <a:gd name="csY284" fmla="*/ 560064 h 4561547"/>
                  <a:gd name="csX285" fmla="*/ 4190455 w 8823220"/>
                  <a:gd name="csY285" fmla="*/ 522974 h 4561547"/>
                  <a:gd name="csX286" fmla="*/ 4205161 w 8823220"/>
                  <a:gd name="csY286" fmla="*/ 486990 h 4561547"/>
                  <a:gd name="csX287" fmla="*/ 4219866 w 8823220"/>
                  <a:gd name="csY287" fmla="*/ 452138 h 4561547"/>
                  <a:gd name="csX288" fmla="*/ 4234572 w 8823220"/>
                  <a:gd name="csY288" fmla="*/ 418443 h 4561547"/>
                  <a:gd name="csX289" fmla="*/ 4249277 w 8823220"/>
                  <a:gd name="csY289" fmla="*/ 385926 h 4561547"/>
                  <a:gd name="csX290" fmla="*/ 4263982 w 8823220"/>
                  <a:gd name="csY290" fmla="*/ 354605 h 4561547"/>
                  <a:gd name="csX291" fmla="*/ 4278688 w 8823220"/>
                  <a:gd name="csY291" fmla="*/ 324500 h 4561547"/>
                  <a:gd name="csX292" fmla="*/ 4293393 w 8823220"/>
                  <a:gd name="csY292" fmla="*/ 295630 h 4561547"/>
                  <a:gd name="csX293" fmla="*/ 4308098 w 8823220"/>
                  <a:gd name="csY293" fmla="*/ 268015 h 4561547"/>
                  <a:gd name="csX294" fmla="*/ 4322804 w 8823220"/>
                  <a:gd name="csY294" fmla="*/ 241667 h 4561547"/>
                  <a:gd name="csX295" fmla="*/ 4337509 w 8823220"/>
                  <a:gd name="csY295" fmla="*/ 216606 h 4561547"/>
                  <a:gd name="csX296" fmla="*/ 4352214 w 8823220"/>
                  <a:gd name="csY296" fmla="*/ 192852 h 4561547"/>
                  <a:gd name="csX297" fmla="*/ 4366920 w 8823220"/>
                  <a:gd name="csY297" fmla="*/ 170417 h 4561547"/>
                  <a:gd name="csX298" fmla="*/ 4381625 w 8823220"/>
                  <a:gd name="csY298" fmla="*/ 149314 h 4561547"/>
                  <a:gd name="csX299" fmla="*/ 4396331 w 8823220"/>
                  <a:gd name="csY299" fmla="*/ 129557 h 4561547"/>
                  <a:gd name="csX300" fmla="*/ 4411036 w 8823220"/>
                  <a:gd name="csY300" fmla="*/ 111164 h 4561547"/>
                  <a:gd name="csX301" fmla="*/ 4425741 w 8823220"/>
                  <a:gd name="csY301" fmla="*/ 94135 h 4561547"/>
                  <a:gd name="csX302" fmla="*/ 4440447 w 8823220"/>
                  <a:gd name="csY302" fmla="*/ 78485 h 4561547"/>
                  <a:gd name="csX303" fmla="*/ 4455152 w 8823220"/>
                  <a:gd name="csY303" fmla="*/ 64231 h 4561547"/>
                  <a:gd name="csX304" fmla="*/ 4469857 w 8823220"/>
                  <a:gd name="csY304" fmla="*/ 51374 h 4561547"/>
                  <a:gd name="csX305" fmla="*/ 4484563 w 8823220"/>
                  <a:gd name="csY305" fmla="*/ 39927 h 4561547"/>
                  <a:gd name="csX306" fmla="*/ 4499268 w 8823220"/>
                  <a:gd name="csY306" fmla="*/ 29890 h 4561547"/>
                  <a:gd name="csX307" fmla="*/ 4513973 w 8823220"/>
                  <a:gd name="csY307" fmla="*/ 21282 h 4561547"/>
                  <a:gd name="csX308" fmla="*/ 4528679 w 8823220"/>
                  <a:gd name="csY308" fmla="*/ 14097 h 4561547"/>
                  <a:gd name="csX309" fmla="*/ 4543384 w 8823220"/>
                  <a:gd name="csY309" fmla="*/ 8341 h 4561547"/>
                  <a:gd name="csX310" fmla="*/ 4558089 w 8823220"/>
                  <a:gd name="csY310" fmla="*/ 4027 h 4561547"/>
                  <a:gd name="csX311" fmla="*/ 4572795 w 8823220"/>
                  <a:gd name="csY311" fmla="*/ 1143 h 4561547"/>
                  <a:gd name="csX312" fmla="*/ 4587500 w 8823220"/>
                  <a:gd name="csY312" fmla="*/ -293 h 4561547"/>
                  <a:gd name="csX313" fmla="*/ 4602206 w 8823220"/>
                  <a:gd name="csY313" fmla="*/ -293 h 4561547"/>
                  <a:gd name="csX314" fmla="*/ 4616911 w 8823220"/>
                  <a:gd name="csY314" fmla="*/ 1143 h 4561547"/>
                  <a:gd name="csX315" fmla="*/ 4631617 w 8823220"/>
                  <a:gd name="csY315" fmla="*/ 4027 h 4561547"/>
                  <a:gd name="csX316" fmla="*/ 4646322 w 8823220"/>
                  <a:gd name="csY316" fmla="*/ 8341 h 4561547"/>
                  <a:gd name="csX317" fmla="*/ 4661027 w 8823220"/>
                  <a:gd name="csY317" fmla="*/ 14097 h 4561547"/>
                  <a:gd name="csX318" fmla="*/ 4675733 w 8823220"/>
                  <a:gd name="csY318" fmla="*/ 21282 h 4561547"/>
                  <a:gd name="csX319" fmla="*/ 4690438 w 8823220"/>
                  <a:gd name="csY319" fmla="*/ 29890 h 4561547"/>
                  <a:gd name="csX320" fmla="*/ 4705143 w 8823220"/>
                  <a:gd name="csY320" fmla="*/ 39927 h 4561547"/>
                  <a:gd name="csX321" fmla="*/ 4719849 w 8823220"/>
                  <a:gd name="csY321" fmla="*/ 51374 h 4561547"/>
                  <a:gd name="csX322" fmla="*/ 4734554 w 8823220"/>
                  <a:gd name="csY322" fmla="*/ 64231 h 4561547"/>
                  <a:gd name="csX323" fmla="*/ 4749259 w 8823220"/>
                  <a:gd name="csY323" fmla="*/ 78485 h 4561547"/>
                  <a:gd name="csX324" fmla="*/ 4763965 w 8823220"/>
                  <a:gd name="csY324" fmla="*/ 94135 h 4561547"/>
                  <a:gd name="csX325" fmla="*/ 4778670 w 8823220"/>
                  <a:gd name="csY325" fmla="*/ 111164 h 4561547"/>
                  <a:gd name="csX326" fmla="*/ 4793375 w 8823220"/>
                  <a:gd name="csY326" fmla="*/ 129557 h 4561547"/>
                  <a:gd name="csX327" fmla="*/ 4808081 w 8823220"/>
                  <a:gd name="csY327" fmla="*/ 149314 h 4561547"/>
                  <a:gd name="csX328" fmla="*/ 4822786 w 8823220"/>
                  <a:gd name="csY328" fmla="*/ 170417 h 4561547"/>
                  <a:gd name="csX329" fmla="*/ 4837491 w 8823220"/>
                  <a:gd name="csY329" fmla="*/ 192852 h 4561547"/>
                  <a:gd name="csX330" fmla="*/ 4852197 w 8823220"/>
                  <a:gd name="csY330" fmla="*/ 216606 h 4561547"/>
                  <a:gd name="csX331" fmla="*/ 4866902 w 8823220"/>
                  <a:gd name="csY331" fmla="*/ 241667 h 4561547"/>
                  <a:gd name="csX332" fmla="*/ 4881608 w 8823220"/>
                  <a:gd name="csY332" fmla="*/ 268015 h 4561547"/>
                  <a:gd name="csX333" fmla="*/ 4896313 w 8823220"/>
                  <a:gd name="csY333" fmla="*/ 295630 h 4561547"/>
                  <a:gd name="csX334" fmla="*/ 4911018 w 8823220"/>
                  <a:gd name="csY334" fmla="*/ 324500 h 4561547"/>
                  <a:gd name="csX335" fmla="*/ 4925724 w 8823220"/>
                  <a:gd name="csY335" fmla="*/ 354605 h 4561547"/>
                  <a:gd name="csX336" fmla="*/ 4940429 w 8823220"/>
                  <a:gd name="csY336" fmla="*/ 385926 h 4561547"/>
                  <a:gd name="csX337" fmla="*/ 4955134 w 8823220"/>
                  <a:gd name="csY337" fmla="*/ 418443 h 4561547"/>
                  <a:gd name="csX338" fmla="*/ 4969840 w 8823220"/>
                  <a:gd name="csY338" fmla="*/ 452138 h 4561547"/>
                  <a:gd name="csX339" fmla="*/ 4984545 w 8823220"/>
                  <a:gd name="csY339" fmla="*/ 486990 h 4561547"/>
                  <a:gd name="csX340" fmla="*/ 4999251 w 8823220"/>
                  <a:gd name="csY340" fmla="*/ 522974 h 4561547"/>
                  <a:gd name="csX341" fmla="*/ 5013956 w 8823220"/>
                  <a:gd name="csY341" fmla="*/ 560064 h 4561547"/>
                  <a:gd name="csX342" fmla="*/ 5028661 w 8823220"/>
                  <a:gd name="csY342" fmla="*/ 598247 h 4561547"/>
                  <a:gd name="csX343" fmla="*/ 5043366 w 8823220"/>
                  <a:gd name="csY343" fmla="*/ 637490 h 4561547"/>
                  <a:gd name="csX344" fmla="*/ 5058072 w 8823220"/>
                  <a:gd name="csY344" fmla="*/ 677768 h 4561547"/>
                  <a:gd name="csX345" fmla="*/ 5072777 w 8823220"/>
                  <a:gd name="csY345" fmla="*/ 719055 h 4561547"/>
                  <a:gd name="csX346" fmla="*/ 5087483 w 8823220"/>
                  <a:gd name="csY346" fmla="*/ 761338 h 4561547"/>
                  <a:gd name="csX347" fmla="*/ 5102188 w 8823220"/>
                  <a:gd name="csY347" fmla="*/ 804572 h 4561547"/>
                  <a:gd name="csX348" fmla="*/ 5116894 w 8823220"/>
                  <a:gd name="csY348" fmla="*/ 848743 h 4561547"/>
                  <a:gd name="csX349" fmla="*/ 5131599 w 8823220"/>
                  <a:gd name="csY349" fmla="*/ 893820 h 4561547"/>
                  <a:gd name="csX350" fmla="*/ 5146304 w 8823220"/>
                  <a:gd name="csY350" fmla="*/ 939770 h 4561547"/>
                  <a:gd name="csX351" fmla="*/ 5161010 w 8823220"/>
                  <a:gd name="csY351" fmla="*/ 986567 h 4561547"/>
                  <a:gd name="csX352" fmla="*/ 5175715 w 8823220"/>
                  <a:gd name="csY352" fmla="*/ 1034179 h 4561547"/>
                  <a:gd name="csX353" fmla="*/ 5190421 w 8823220"/>
                  <a:gd name="csY353" fmla="*/ 1082580 h 4561547"/>
                  <a:gd name="csX354" fmla="*/ 5205126 w 8823220"/>
                  <a:gd name="csY354" fmla="*/ 1131738 h 4561547"/>
                  <a:gd name="csX355" fmla="*/ 5219831 w 8823220"/>
                  <a:gd name="csY355" fmla="*/ 1181620 h 4561547"/>
                  <a:gd name="csX356" fmla="*/ 5234536 w 8823220"/>
                  <a:gd name="csY356" fmla="*/ 1232201 h 4561547"/>
                  <a:gd name="csX357" fmla="*/ 5249242 w 8823220"/>
                  <a:gd name="csY357" fmla="*/ 1283441 h 4561547"/>
                  <a:gd name="csX358" fmla="*/ 5263947 w 8823220"/>
                  <a:gd name="csY358" fmla="*/ 1335308 h 4561547"/>
                  <a:gd name="csX359" fmla="*/ 5278653 w 8823220"/>
                  <a:gd name="csY359" fmla="*/ 1387778 h 4561547"/>
                  <a:gd name="csX360" fmla="*/ 5293358 w 8823220"/>
                  <a:gd name="csY360" fmla="*/ 1440803 h 4561547"/>
                  <a:gd name="csX361" fmla="*/ 5308064 w 8823220"/>
                  <a:gd name="csY361" fmla="*/ 1494365 h 4561547"/>
                  <a:gd name="csX362" fmla="*/ 5322768 w 8823220"/>
                  <a:gd name="csY362" fmla="*/ 1548425 h 4561547"/>
                  <a:gd name="csX363" fmla="*/ 5337474 w 8823220"/>
                  <a:gd name="csY363" fmla="*/ 1602944 h 4561547"/>
                  <a:gd name="csX364" fmla="*/ 5352179 w 8823220"/>
                  <a:gd name="csY364" fmla="*/ 1657890 h 4561547"/>
                  <a:gd name="csX365" fmla="*/ 5366885 w 8823220"/>
                  <a:gd name="csY365" fmla="*/ 1713230 h 4561547"/>
                  <a:gd name="csX366" fmla="*/ 5381590 w 8823220"/>
                  <a:gd name="csY366" fmla="*/ 1768926 h 4561547"/>
                  <a:gd name="csX367" fmla="*/ 5396296 w 8823220"/>
                  <a:gd name="csY367" fmla="*/ 1824952 h 4561547"/>
                  <a:gd name="csX368" fmla="*/ 5411001 w 8823220"/>
                  <a:gd name="csY368" fmla="*/ 1881263 h 4561547"/>
                  <a:gd name="csX369" fmla="*/ 5425706 w 8823220"/>
                  <a:gd name="csY369" fmla="*/ 1937825 h 4561547"/>
                  <a:gd name="csX370" fmla="*/ 5440411 w 8823220"/>
                  <a:gd name="csY370" fmla="*/ 1994602 h 4561547"/>
                  <a:gd name="csX371" fmla="*/ 5455117 w 8823220"/>
                  <a:gd name="csY371" fmla="*/ 2051559 h 4561547"/>
                  <a:gd name="csX372" fmla="*/ 5469822 w 8823220"/>
                  <a:gd name="csY372" fmla="*/ 2108665 h 4561547"/>
                  <a:gd name="csX373" fmla="*/ 5484528 w 8823220"/>
                  <a:gd name="csY373" fmla="*/ 2165874 h 4561547"/>
                  <a:gd name="csX374" fmla="*/ 5499233 w 8823220"/>
                  <a:gd name="csY374" fmla="*/ 2223162 h 4561547"/>
                  <a:gd name="csX375" fmla="*/ 5513938 w 8823220"/>
                  <a:gd name="csY375" fmla="*/ 2280481 h 4561547"/>
                  <a:gd name="csX376" fmla="*/ 5528644 w 8823220"/>
                  <a:gd name="csY376" fmla="*/ 2337800 h 4561547"/>
                  <a:gd name="csX377" fmla="*/ 5543349 w 8823220"/>
                  <a:gd name="csY377" fmla="*/ 2395088 h 4561547"/>
                  <a:gd name="csX378" fmla="*/ 5558055 w 8823220"/>
                  <a:gd name="csY378" fmla="*/ 2452297 h 4561547"/>
                  <a:gd name="csX379" fmla="*/ 5572760 w 8823220"/>
                  <a:gd name="csY379" fmla="*/ 2509403 h 4561547"/>
                  <a:gd name="csX380" fmla="*/ 5587466 w 8823220"/>
                  <a:gd name="csY380" fmla="*/ 2566360 h 4561547"/>
                  <a:gd name="csX381" fmla="*/ 5602171 w 8823220"/>
                  <a:gd name="csY381" fmla="*/ 2623136 h 4561547"/>
                  <a:gd name="csX382" fmla="*/ 5616876 w 8823220"/>
                  <a:gd name="csY382" fmla="*/ 2679699 h 4561547"/>
                  <a:gd name="csX383" fmla="*/ 5631581 w 8823220"/>
                  <a:gd name="csY383" fmla="*/ 2736010 h 4561547"/>
                  <a:gd name="csX384" fmla="*/ 5646287 w 8823220"/>
                  <a:gd name="csY384" fmla="*/ 2792036 h 4561547"/>
                  <a:gd name="csX385" fmla="*/ 5660992 w 8823220"/>
                  <a:gd name="csY385" fmla="*/ 2847732 h 4561547"/>
                  <a:gd name="csX386" fmla="*/ 5675698 w 8823220"/>
                  <a:gd name="csY386" fmla="*/ 2903072 h 4561547"/>
                  <a:gd name="csX387" fmla="*/ 5690403 w 8823220"/>
                  <a:gd name="csY387" fmla="*/ 2958018 h 4561547"/>
                  <a:gd name="csX388" fmla="*/ 5705108 w 8823220"/>
                  <a:gd name="csY388" fmla="*/ 3012537 h 4561547"/>
                  <a:gd name="csX389" fmla="*/ 5719813 w 8823220"/>
                  <a:gd name="csY389" fmla="*/ 3066597 h 4561547"/>
                  <a:gd name="csX390" fmla="*/ 5734519 w 8823220"/>
                  <a:gd name="csY390" fmla="*/ 3120159 h 4561547"/>
                  <a:gd name="csX391" fmla="*/ 5749224 w 8823220"/>
                  <a:gd name="csY391" fmla="*/ 3173184 h 4561547"/>
                  <a:gd name="csX392" fmla="*/ 5763930 w 8823220"/>
                  <a:gd name="csY392" fmla="*/ 3225653 h 4561547"/>
                  <a:gd name="csX393" fmla="*/ 5778635 w 8823220"/>
                  <a:gd name="csY393" fmla="*/ 3277521 h 4561547"/>
                  <a:gd name="csX394" fmla="*/ 5793341 w 8823220"/>
                  <a:gd name="csY394" fmla="*/ 3328761 h 4561547"/>
                  <a:gd name="csX395" fmla="*/ 5808045 w 8823220"/>
                  <a:gd name="csY395" fmla="*/ 3379342 h 4561547"/>
                  <a:gd name="csX396" fmla="*/ 5822751 w 8823220"/>
                  <a:gd name="csY396" fmla="*/ 3429224 h 4561547"/>
                  <a:gd name="csX397" fmla="*/ 5837456 w 8823220"/>
                  <a:gd name="csY397" fmla="*/ 3478381 h 4561547"/>
                  <a:gd name="csX398" fmla="*/ 5852162 w 8823220"/>
                  <a:gd name="csY398" fmla="*/ 3526782 h 4561547"/>
                  <a:gd name="csX399" fmla="*/ 5866867 w 8823220"/>
                  <a:gd name="csY399" fmla="*/ 3574394 h 4561547"/>
                  <a:gd name="csX400" fmla="*/ 5881573 w 8823220"/>
                  <a:gd name="csY400" fmla="*/ 3621192 h 4561547"/>
                  <a:gd name="csX401" fmla="*/ 5896278 w 8823220"/>
                  <a:gd name="csY401" fmla="*/ 3667142 h 4561547"/>
                  <a:gd name="csX402" fmla="*/ 5910983 w 8823220"/>
                  <a:gd name="csY402" fmla="*/ 3712219 h 4561547"/>
                  <a:gd name="csX403" fmla="*/ 5925689 w 8823220"/>
                  <a:gd name="csY403" fmla="*/ 3756390 h 4561547"/>
                  <a:gd name="csX404" fmla="*/ 5940394 w 8823220"/>
                  <a:gd name="csY404" fmla="*/ 3799624 h 4561547"/>
                  <a:gd name="csX405" fmla="*/ 5955100 w 8823220"/>
                  <a:gd name="csY405" fmla="*/ 3841907 h 4561547"/>
                  <a:gd name="csX406" fmla="*/ 5969805 w 8823220"/>
                  <a:gd name="csY406" fmla="*/ 3883194 h 4561547"/>
                  <a:gd name="csX407" fmla="*/ 5984510 w 8823220"/>
                  <a:gd name="csY407" fmla="*/ 3923472 h 4561547"/>
                  <a:gd name="csX408" fmla="*/ 5999215 w 8823220"/>
                  <a:gd name="csY408" fmla="*/ 3962715 h 4561547"/>
                  <a:gd name="csX409" fmla="*/ 6013921 w 8823220"/>
                  <a:gd name="csY409" fmla="*/ 4000898 h 4561547"/>
                  <a:gd name="csX410" fmla="*/ 6028626 w 8823220"/>
                  <a:gd name="csY410" fmla="*/ 4037988 h 4561547"/>
                  <a:gd name="csX411" fmla="*/ 6043332 w 8823220"/>
                  <a:gd name="csY411" fmla="*/ 4073972 h 4561547"/>
                  <a:gd name="csX412" fmla="*/ 6058037 w 8823220"/>
                  <a:gd name="csY412" fmla="*/ 4108817 h 4561547"/>
                  <a:gd name="csX413" fmla="*/ 6072743 w 8823220"/>
                  <a:gd name="csY413" fmla="*/ 4142518 h 4561547"/>
                  <a:gd name="csX414" fmla="*/ 6087448 w 8823220"/>
                  <a:gd name="csY414" fmla="*/ 4175036 h 4561547"/>
                  <a:gd name="csX415" fmla="*/ 6102153 w 8823220"/>
                  <a:gd name="csY415" fmla="*/ 4206357 h 4561547"/>
                  <a:gd name="csX416" fmla="*/ 6116858 w 8823220"/>
                  <a:gd name="csY416" fmla="*/ 4236462 h 4561547"/>
                  <a:gd name="csX417" fmla="*/ 6131564 w 8823220"/>
                  <a:gd name="csY417" fmla="*/ 4265332 h 4561547"/>
                  <a:gd name="csX418" fmla="*/ 6146269 w 8823220"/>
                  <a:gd name="csY418" fmla="*/ 4292947 h 4561547"/>
                  <a:gd name="csX419" fmla="*/ 6160975 w 8823220"/>
                  <a:gd name="csY419" fmla="*/ 4319295 h 4561547"/>
                  <a:gd name="csX420" fmla="*/ 6175680 w 8823220"/>
                  <a:gd name="csY420" fmla="*/ 4344356 h 4561547"/>
                  <a:gd name="csX421" fmla="*/ 6190385 w 8823220"/>
                  <a:gd name="csY421" fmla="*/ 4368110 h 4561547"/>
                  <a:gd name="csX422" fmla="*/ 6205090 w 8823220"/>
                  <a:gd name="csY422" fmla="*/ 4390545 h 4561547"/>
                  <a:gd name="csX423" fmla="*/ 6219796 w 8823220"/>
                  <a:gd name="csY423" fmla="*/ 4411648 h 4561547"/>
                  <a:gd name="csX424" fmla="*/ 6234501 w 8823220"/>
                  <a:gd name="csY424" fmla="*/ 4431405 h 4561547"/>
                  <a:gd name="csX425" fmla="*/ 6249207 w 8823220"/>
                  <a:gd name="csY425" fmla="*/ 4449798 h 4561547"/>
                  <a:gd name="csX426" fmla="*/ 6263913 w 8823220"/>
                  <a:gd name="csY426" fmla="*/ 4466826 h 4561547"/>
                  <a:gd name="csX427" fmla="*/ 6278618 w 8823220"/>
                  <a:gd name="csY427" fmla="*/ 4482477 h 4561547"/>
                  <a:gd name="csX428" fmla="*/ 6293323 w 8823220"/>
                  <a:gd name="csY428" fmla="*/ 4496731 h 4561547"/>
                  <a:gd name="csX429" fmla="*/ 6308028 w 8823220"/>
                  <a:gd name="csY429" fmla="*/ 4509588 h 4561547"/>
                  <a:gd name="csX430" fmla="*/ 6322734 w 8823220"/>
                  <a:gd name="csY430" fmla="*/ 4521035 h 4561547"/>
                  <a:gd name="csX431" fmla="*/ 6337439 w 8823220"/>
                  <a:gd name="csY431" fmla="*/ 4531072 h 4561547"/>
                  <a:gd name="csX432" fmla="*/ 6352145 w 8823220"/>
                  <a:gd name="csY432" fmla="*/ 4539680 h 4561547"/>
                  <a:gd name="csX433" fmla="*/ 6366850 w 8823220"/>
                  <a:gd name="csY433" fmla="*/ 4546866 h 4561547"/>
                  <a:gd name="csX434" fmla="*/ 6381555 w 8823220"/>
                  <a:gd name="csY434" fmla="*/ 4552621 h 4561547"/>
                  <a:gd name="csX435" fmla="*/ 6396260 w 8823220"/>
                  <a:gd name="csY435" fmla="*/ 4556935 h 4561547"/>
                  <a:gd name="csX436" fmla="*/ 6410966 w 8823220"/>
                  <a:gd name="csY436" fmla="*/ 4559819 h 4561547"/>
                  <a:gd name="csX437" fmla="*/ 6425671 w 8823220"/>
                  <a:gd name="csY437" fmla="*/ 4561255 h 4561547"/>
                  <a:gd name="csX438" fmla="*/ 6440377 w 8823220"/>
                  <a:gd name="csY438" fmla="*/ 4561255 h 4561547"/>
                  <a:gd name="csX439" fmla="*/ 6455082 w 8823220"/>
                  <a:gd name="csY439" fmla="*/ 4559819 h 4561547"/>
                  <a:gd name="csX440" fmla="*/ 6469788 w 8823220"/>
                  <a:gd name="csY440" fmla="*/ 4556935 h 4561547"/>
                  <a:gd name="csX441" fmla="*/ 6484492 w 8823220"/>
                  <a:gd name="csY441" fmla="*/ 4552621 h 4561547"/>
                  <a:gd name="csX442" fmla="*/ 6499198 w 8823220"/>
                  <a:gd name="csY442" fmla="*/ 4546866 h 4561547"/>
                  <a:gd name="csX443" fmla="*/ 6513903 w 8823220"/>
                  <a:gd name="csY443" fmla="*/ 4539680 h 4561547"/>
                  <a:gd name="csX444" fmla="*/ 6528609 w 8823220"/>
                  <a:gd name="csY444" fmla="*/ 4531072 h 4561547"/>
                  <a:gd name="csX445" fmla="*/ 6543314 w 8823220"/>
                  <a:gd name="csY445" fmla="*/ 4521035 h 4561547"/>
                  <a:gd name="csX446" fmla="*/ 6558020 w 8823220"/>
                  <a:gd name="csY446" fmla="*/ 4509588 h 4561547"/>
                  <a:gd name="csX447" fmla="*/ 6572725 w 8823220"/>
                  <a:gd name="csY447" fmla="*/ 4496731 h 4561547"/>
                  <a:gd name="csX448" fmla="*/ 6587430 w 8823220"/>
                  <a:gd name="csY448" fmla="*/ 4482477 h 4561547"/>
                  <a:gd name="csX449" fmla="*/ 6602135 w 8823220"/>
                  <a:gd name="csY449" fmla="*/ 4466826 h 4561547"/>
                  <a:gd name="csX450" fmla="*/ 6616841 w 8823220"/>
                  <a:gd name="csY450" fmla="*/ 4449798 h 4561547"/>
                  <a:gd name="csX451" fmla="*/ 6631547 w 8823220"/>
                  <a:gd name="csY451" fmla="*/ 4431405 h 4561547"/>
                  <a:gd name="csX452" fmla="*/ 6646252 w 8823220"/>
                  <a:gd name="csY452" fmla="*/ 4411648 h 4561547"/>
                  <a:gd name="csX453" fmla="*/ 6660957 w 8823220"/>
                  <a:gd name="csY453" fmla="*/ 4390545 h 4561547"/>
                  <a:gd name="csX454" fmla="*/ 6675662 w 8823220"/>
                  <a:gd name="csY454" fmla="*/ 4368110 h 4561547"/>
                  <a:gd name="csX455" fmla="*/ 6690368 w 8823220"/>
                  <a:gd name="csY455" fmla="*/ 4344356 h 4561547"/>
                  <a:gd name="csX456" fmla="*/ 6705073 w 8823220"/>
                  <a:gd name="csY456" fmla="*/ 4319295 h 4561547"/>
                  <a:gd name="csX457" fmla="*/ 6719779 w 8823220"/>
                  <a:gd name="csY457" fmla="*/ 4292947 h 4561547"/>
                  <a:gd name="csX458" fmla="*/ 6734484 w 8823220"/>
                  <a:gd name="csY458" fmla="*/ 4265332 h 4561547"/>
                  <a:gd name="csX459" fmla="*/ 6749190 w 8823220"/>
                  <a:gd name="csY459" fmla="*/ 4236462 h 4561547"/>
                  <a:gd name="csX460" fmla="*/ 6763895 w 8823220"/>
                  <a:gd name="csY460" fmla="*/ 4206357 h 4561547"/>
                  <a:gd name="csX461" fmla="*/ 6778600 w 8823220"/>
                  <a:gd name="csY461" fmla="*/ 4175036 h 4561547"/>
                  <a:gd name="csX462" fmla="*/ 6793305 w 8823220"/>
                  <a:gd name="csY462" fmla="*/ 4142518 h 4561547"/>
                  <a:gd name="csX463" fmla="*/ 6808011 w 8823220"/>
                  <a:gd name="csY463" fmla="*/ 4108817 h 4561547"/>
                  <a:gd name="csX464" fmla="*/ 6822716 w 8823220"/>
                  <a:gd name="csY464" fmla="*/ 4073972 h 4561547"/>
                  <a:gd name="csX465" fmla="*/ 6837422 w 8823220"/>
                  <a:gd name="csY465" fmla="*/ 4037988 h 4561547"/>
                  <a:gd name="csX466" fmla="*/ 6852127 w 8823220"/>
                  <a:gd name="csY466" fmla="*/ 4000898 h 4561547"/>
                  <a:gd name="csX467" fmla="*/ 6866832 w 8823220"/>
                  <a:gd name="csY467" fmla="*/ 3962715 h 4561547"/>
                  <a:gd name="csX468" fmla="*/ 6881537 w 8823220"/>
                  <a:gd name="csY468" fmla="*/ 3923472 h 4561547"/>
                  <a:gd name="csX469" fmla="*/ 6896243 w 8823220"/>
                  <a:gd name="csY469" fmla="*/ 3883194 h 4561547"/>
                  <a:gd name="csX470" fmla="*/ 6910948 w 8823220"/>
                  <a:gd name="csY470" fmla="*/ 3841907 h 4561547"/>
                  <a:gd name="csX471" fmla="*/ 6925654 w 8823220"/>
                  <a:gd name="csY471" fmla="*/ 3799624 h 4561547"/>
                  <a:gd name="csX472" fmla="*/ 6940359 w 8823220"/>
                  <a:gd name="csY472" fmla="*/ 3756390 h 4561547"/>
                  <a:gd name="csX473" fmla="*/ 6955065 w 8823220"/>
                  <a:gd name="csY473" fmla="*/ 3712219 h 4561547"/>
                  <a:gd name="csX474" fmla="*/ 6969769 w 8823220"/>
                  <a:gd name="csY474" fmla="*/ 3667142 h 4561547"/>
                  <a:gd name="csX475" fmla="*/ 6984475 w 8823220"/>
                  <a:gd name="csY475" fmla="*/ 3621192 h 4561547"/>
                  <a:gd name="csX476" fmla="*/ 6999181 w 8823220"/>
                  <a:gd name="csY476" fmla="*/ 3574394 h 4561547"/>
                  <a:gd name="csX477" fmla="*/ 7013886 w 8823220"/>
                  <a:gd name="csY477" fmla="*/ 3526782 h 4561547"/>
                  <a:gd name="csX478" fmla="*/ 7028592 w 8823220"/>
                  <a:gd name="csY478" fmla="*/ 3478381 h 4561547"/>
                  <a:gd name="csX479" fmla="*/ 7043297 w 8823220"/>
                  <a:gd name="csY479" fmla="*/ 3429224 h 4561547"/>
                  <a:gd name="csX480" fmla="*/ 7058002 w 8823220"/>
                  <a:gd name="csY480" fmla="*/ 3379342 h 4561547"/>
                  <a:gd name="csX481" fmla="*/ 7072707 w 8823220"/>
                  <a:gd name="csY481" fmla="*/ 3328761 h 4561547"/>
                  <a:gd name="csX482" fmla="*/ 7087413 w 8823220"/>
                  <a:gd name="csY482" fmla="*/ 3277521 h 4561547"/>
                  <a:gd name="csX483" fmla="*/ 7102118 w 8823220"/>
                  <a:gd name="csY483" fmla="*/ 3225653 h 4561547"/>
                  <a:gd name="csX484" fmla="*/ 7116824 w 8823220"/>
                  <a:gd name="csY484" fmla="*/ 3173184 h 4561547"/>
                  <a:gd name="csX485" fmla="*/ 7131529 w 8823220"/>
                  <a:gd name="csY485" fmla="*/ 3120159 h 4561547"/>
                  <a:gd name="csX486" fmla="*/ 7146234 w 8823220"/>
                  <a:gd name="csY486" fmla="*/ 3066597 h 4561547"/>
                  <a:gd name="csX487" fmla="*/ 7160939 w 8823220"/>
                  <a:gd name="csY487" fmla="*/ 3012537 h 4561547"/>
                  <a:gd name="csX488" fmla="*/ 7175645 w 8823220"/>
                  <a:gd name="csY488" fmla="*/ 2958018 h 4561547"/>
                  <a:gd name="csX489" fmla="*/ 7190350 w 8823220"/>
                  <a:gd name="csY489" fmla="*/ 2903072 h 4561547"/>
                  <a:gd name="csX490" fmla="*/ 7205056 w 8823220"/>
                  <a:gd name="csY490" fmla="*/ 2847732 h 4561547"/>
                  <a:gd name="csX491" fmla="*/ 7219761 w 8823220"/>
                  <a:gd name="csY491" fmla="*/ 2792036 h 4561547"/>
                  <a:gd name="csX492" fmla="*/ 7234467 w 8823220"/>
                  <a:gd name="csY492" fmla="*/ 2736010 h 4561547"/>
                  <a:gd name="csX493" fmla="*/ 7249172 w 8823220"/>
                  <a:gd name="csY493" fmla="*/ 2679699 h 4561547"/>
                  <a:gd name="csX494" fmla="*/ 7263877 w 8823220"/>
                  <a:gd name="csY494" fmla="*/ 2623136 h 4561547"/>
                  <a:gd name="csX495" fmla="*/ 7278582 w 8823220"/>
                  <a:gd name="csY495" fmla="*/ 2566360 h 4561547"/>
                  <a:gd name="csX496" fmla="*/ 7293288 w 8823220"/>
                  <a:gd name="csY496" fmla="*/ 2509403 h 4561547"/>
                  <a:gd name="csX497" fmla="*/ 7307993 w 8823220"/>
                  <a:gd name="csY497" fmla="*/ 2452297 h 4561547"/>
                  <a:gd name="csX498" fmla="*/ 7322699 w 8823220"/>
                  <a:gd name="csY498" fmla="*/ 2395088 h 4561547"/>
                  <a:gd name="csX499" fmla="*/ 7337404 w 8823220"/>
                  <a:gd name="csY499" fmla="*/ 2337800 h 4561547"/>
                  <a:gd name="csX500" fmla="*/ 7352109 w 8823220"/>
                  <a:gd name="csY500" fmla="*/ 2280481 h 4561547"/>
                  <a:gd name="csX501" fmla="*/ 7366815 w 8823220"/>
                  <a:gd name="csY501" fmla="*/ 2223162 h 4561547"/>
                  <a:gd name="csX502" fmla="*/ 7381520 w 8823220"/>
                  <a:gd name="csY502" fmla="*/ 2165874 h 4561547"/>
                  <a:gd name="csX503" fmla="*/ 7396226 w 8823220"/>
                  <a:gd name="csY503" fmla="*/ 2108665 h 4561547"/>
                  <a:gd name="csX504" fmla="*/ 7410931 w 8823220"/>
                  <a:gd name="csY504" fmla="*/ 2051559 h 4561547"/>
                  <a:gd name="csX505" fmla="*/ 7425637 w 8823220"/>
                  <a:gd name="csY505" fmla="*/ 1994602 h 4561547"/>
                  <a:gd name="csX506" fmla="*/ 7440342 w 8823220"/>
                  <a:gd name="csY506" fmla="*/ 1937825 h 4561547"/>
                  <a:gd name="csX507" fmla="*/ 7455047 w 8823220"/>
                  <a:gd name="csY507" fmla="*/ 1881263 h 4561547"/>
                  <a:gd name="csX508" fmla="*/ 7469752 w 8823220"/>
                  <a:gd name="csY508" fmla="*/ 1824952 h 4561547"/>
                  <a:gd name="csX509" fmla="*/ 7484458 w 8823220"/>
                  <a:gd name="csY509" fmla="*/ 1768926 h 4561547"/>
                  <a:gd name="csX510" fmla="*/ 7499163 w 8823220"/>
                  <a:gd name="csY510" fmla="*/ 1713230 h 4561547"/>
                  <a:gd name="csX511" fmla="*/ 7513869 w 8823220"/>
                  <a:gd name="csY511" fmla="*/ 1657890 h 4561547"/>
                  <a:gd name="csX512" fmla="*/ 7528574 w 8823220"/>
                  <a:gd name="csY512" fmla="*/ 1602944 h 4561547"/>
                  <a:gd name="csX513" fmla="*/ 7543279 w 8823220"/>
                  <a:gd name="csY513" fmla="*/ 1548425 h 4561547"/>
                  <a:gd name="csX514" fmla="*/ 7557984 w 8823220"/>
                  <a:gd name="csY514" fmla="*/ 1494365 h 4561547"/>
                  <a:gd name="csX515" fmla="*/ 7572690 w 8823220"/>
                  <a:gd name="csY515" fmla="*/ 1440803 h 4561547"/>
                  <a:gd name="csX516" fmla="*/ 7587395 w 8823220"/>
                  <a:gd name="csY516" fmla="*/ 1387778 h 4561547"/>
                  <a:gd name="csX517" fmla="*/ 7602101 w 8823220"/>
                  <a:gd name="csY517" fmla="*/ 1335308 h 4561547"/>
                  <a:gd name="csX518" fmla="*/ 7616806 w 8823220"/>
                  <a:gd name="csY518" fmla="*/ 1283441 h 4561547"/>
                  <a:gd name="csX519" fmla="*/ 7631512 w 8823220"/>
                  <a:gd name="csY519" fmla="*/ 1232201 h 4561547"/>
                  <a:gd name="csX520" fmla="*/ 7646216 w 8823220"/>
                  <a:gd name="csY520" fmla="*/ 1181620 h 4561547"/>
                  <a:gd name="csX521" fmla="*/ 7660922 w 8823220"/>
                  <a:gd name="csY521" fmla="*/ 1131738 h 4561547"/>
                  <a:gd name="csX522" fmla="*/ 7675627 w 8823220"/>
                  <a:gd name="csY522" fmla="*/ 1082580 h 4561547"/>
                  <a:gd name="csX523" fmla="*/ 7690333 w 8823220"/>
                  <a:gd name="csY523" fmla="*/ 1034179 h 4561547"/>
                  <a:gd name="csX524" fmla="*/ 7705038 w 8823220"/>
                  <a:gd name="csY524" fmla="*/ 986567 h 4561547"/>
                  <a:gd name="csX525" fmla="*/ 7719744 w 8823220"/>
                  <a:gd name="csY525" fmla="*/ 939770 h 4561547"/>
                  <a:gd name="csX526" fmla="*/ 7734449 w 8823220"/>
                  <a:gd name="csY526" fmla="*/ 893820 h 4561547"/>
                  <a:gd name="csX527" fmla="*/ 7749154 w 8823220"/>
                  <a:gd name="csY527" fmla="*/ 848743 h 4561547"/>
                  <a:gd name="csX528" fmla="*/ 7763860 w 8823220"/>
                  <a:gd name="csY528" fmla="*/ 804572 h 4561547"/>
                  <a:gd name="csX529" fmla="*/ 7778565 w 8823220"/>
                  <a:gd name="csY529" fmla="*/ 761338 h 4561547"/>
                  <a:gd name="csX530" fmla="*/ 7793271 w 8823220"/>
                  <a:gd name="csY530" fmla="*/ 719055 h 4561547"/>
                  <a:gd name="csX531" fmla="*/ 7807976 w 8823220"/>
                  <a:gd name="csY531" fmla="*/ 677768 h 4561547"/>
                  <a:gd name="csX532" fmla="*/ 7822681 w 8823220"/>
                  <a:gd name="csY532" fmla="*/ 637490 h 4561547"/>
                  <a:gd name="csX533" fmla="*/ 7837386 w 8823220"/>
                  <a:gd name="csY533" fmla="*/ 598247 h 4561547"/>
                  <a:gd name="csX534" fmla="*/ 7852092 w 8823220"/>
                  <a:gd name="csY534" fmla="*/ 560064 h 4561547"/>
                  <a:gd name="csX535" fmla="*/ 7866797 w 8823220"/>
                  <a:gd name="csY535" fmla="*/ 522974 h 4561547"/>
                  <a:gd name="csX536" fmla="*/ 7881503 w 8823220"/>
                  <a:gd name="csY536" fmla="*/ 486990 h 4561547"/>
                  <a:gd name="csX537" fmla="*/ 7896208 w 8823220"/>
                  <a:gd name="csY537" fmla="*/ 452138 h 4561547"/>
                  <a:gd name="csX538" fmla="*/ 7910914 w 8823220"/>
                  <a:gd name="csY538" fmla="*/ 418443 h 4561547"/>
                  <a:gd name="csX539" fmla="*/ 7925619 w 8823220"/>
                  <a:gd name="csY539" fmla="*/ 385926 h 4561547"/>
                  <a:gd name="csX540" fmla="*/ 7940324 w 8823220"/>
                  <a:gd name="csY540" fmla="*/ 354605 h 4561547"/>
                  <a:gd name="csX541" fmla="*/ 7955029 w 8823220"/>
                  <a:gd name="csY541" fmla="*/ 324500 h 4561547"/>
                  <a:gd name="csX542" fmla="*/ 7969735 w 8823220"/>
                  <a:gd name="csY542" fmla="*/ 295630 h 4561547"/>
                  <a:gd name="csX543" fmla="*/ 7984440 w 8823220"/>
                  <a:gd name="csY543" fmla="*/ 268015 h 4561547"/>
                  <a:gd name="csX544" fmla="*/ 7999146 w 8823220"/>
                  <a:gd name="csY544" fmla="*/ 241667 h 4561547"/>
                  <a:gd name="csX545" fmla="*/ 8013851 w 8823220"/>
                  <a:gd name="csY545" fmla="*/ 216606 h 4561547"/>
                  <a:gd name="csX546" fmla="*/ 8028556 w 8823220"/>
                  <a:gd name="csY546" fmla="*/ 192852 h 4561547"/>
                  <a:gd name="csX547" fmla="*/ 8043261 w 8823220"/>
                  <a:gd name="csY547" fmla="*/ 170417 h 4561547"/>
                  <a:gd name="csX548" fmla="*/ 8057967 w 8823220"/>
                  <a:gd name="csY548" fmla="*/ 149314 h 4561547"/>
                  <a:gd name="csX549" fmla="*/ 8072672 w 8823220"/>
                  <a:gd name="csY549" fmla="*/ 129557 h 4561547"/>
                  <a:gd name="csX550" fmla="*/ 8087378 w 8823220"/>
                  <a:gd name="csY550" fmla="*/ 111164 h 4561547"/>
                  <a:gd name="csX551" fmla="*/ 8102084 w 8823220"/>
                  <a:gd name="csY551" fmla="*/ 94135 h 4561547"/>
                  <a:gd name="csX552" fmla="*/ 8116789 w 8823220"/>
                  <a:gd name="csY552" fmla="*/ 78485 h 4561547"/>
                  <a:gd name="csX553" fmla="*/ 8131494 w 8823220"/>
                  <a:gd name="csY553" fmla="*/ 64231 h 4561547"/>
                  <a:gd name="csX554" fmla="*/ 8146199 w 8823220"/>
                  <a:gd name="csY554" fmla="*/ 51374 h 4561547"/>
                  <a:gd name="csX555" fmla="*/ 8160905 w 8823220"/>
                  <a:gd name="csY555" fmla="*/ 39927 h 4561547"/>
                  <a:gd name="csX556" fmla="*/ 8175610 w 8823220"/>
                  <a:gd name="csY556" fmla="*/ 29890 h 4561547"/>
                  <a:gd name="csX557" fmla="*/ 8190316 w 8823220"/>
                  <a:gd name="csY557" fmla="*/ 21282 h 4561547"/>
                  <a:gd name="csX558" fmla="*/ 8205021 w 8823220"/>
                  <a:gd name="csY558" fmla="*/ 14097 h 4561547"/>
                  <a:gd name="csX559" fmla="*/ 8219726 w 8823220"/>
                  <a:gd name="csY559" fmla="*/ 8341 h 4561547"/>
                  <a:gd name="csX560" fmla="*/ 8234431 w 8823220"/>
                  <a:gd name="csY560" fmla="*/ 4027 h 4561547"/>
                  <a:gd name="csX561" fmla="*/ 8249137 w 8823220"/>
                  <a:gd name="csY561" fmla="*/ 1143 h 4561547"/>
                  <a:gd name="csX562" fmla="*/ 8263842 w 8823220"/>
                  <a:gd name="csY562" fmla="*/ -293 h 4561547"/>
                  <a:gd name="csX563" fmla="*/ 8278548 w 8823220"/>
                  <a:gd name="csY563" fmla="*/ -293 h 4561547"/>
                  <a:gd name="csX564" fmla="*/ 8293253 w 8823220"/>
                  <a:gd name="csY564" fmla="*/ 1143 h 4561547"/>
                  <a:gd name="csX565" fmla="*/ 8307958 w 8823220"/>
                  <a:gd name="csY565" fmla="*/ 4027 h 4561547"/>
                  <a:gd name="csX566" fmla="*/ 8322663 w 8823220"/>
                  <a:gd name="csY566" fmla="*/ 8341 h 4561547"/>
                  <a:gd name="csX567" fmla="*/ 8337369 w 8823220"/>
                  <a:gd name="csY567" fmla="*/ 14097 h 4561547"/>
                  <a:gd name="csX568" fmla="*/ 8352074 w 8823220"/>
                  <a:gd name="csY568" fmla="*/ 21282 h 4561547"/>
                  <a:gd name="csX569" fmla="*/ 8366780 w 8823220"/>
                  <a:gd name="csY569" fmla="*/ 29890 h 4561547"/>
                  <a:gd name="csX570" fmla="*/ 8381485 w 8823220"/>
                  <a:gd name="csY570" fmla="*/ 39927 h 4561547"/>
                  <a:gd name="csX571" fmla="*/ 8396190 w 8823220"/>
                  <a:gd name="csY571" fmla="*/ 51374 h 4561547"/>
                  <a:gd name="csX572" fmla="*/ 8410895 w 8823220"/>
                  <a:gd name="csY572" fmla="*/ 64231 h 4561547"/>
                  <a:gd name="csX573" fmla="*/ 8425601 w 8823220"/>
                  <a:gd name="csY573" fmla="*/ 78485 h 4561547"/>
                  <a:gd name="csX574" fmla="*/ 8440306 w 8823220"/>
                  <a:gd name="csY574" fmla="*/ 94135 h 4561547"/>
                  <a:gd name="csX575" fmla="*/ 8455012 w 8823220"/>
                  <a:gd name="csY575" fmla="*/ 111164 h 4561547"/>
                  <a:gd name="csX576" fmla="*/ 8469717 w 8823220"/>
                  <a:gd name="csY576" fmla="*/ 129557 h 4561547"/>
                  <a:gd name="csX577" fmla="*/ 8484422 w 8823220"/>
                  <a:gd name="csY577" fmla="*/ 149314 h 4561547"/>
                  <a:gd name="csX578" fmla="*/ 8499128 w 8823220"/>
                  <a:gd name="csY578" fmla="*/ 170417 h 4561547"/>
                  <a:gd name="csX579" fmla="*/ 8513833 w 8823220"/>
                  <a:gd name="csY579" fmla="*/ 192852 h 4561547"/>
                  <a:gd name="csX580" fmla="*/ 8528539 w 8823220"/>
                  <a:gd name="csY580" fmla="*/ 216606 h 4561547"/>
                  <a:gd name="csX581" fmla="*/ 8543244 w 8823220"/>
                  <a:gd name="csY581" fmla="*/ 241667 h 4561547"/>
                  <a:gd name="csX582" fmla="*/ 8557950 w 8823220"/>
                  <a:gd name="csY582" fmla="*/ 268015 h 4561547"/>
                  <a:gd name="csX583" fmla="*/ 8572655 w 8823220"/>
                  <a:gd name="csY583" fmla="*/ 295630 h 4561547"/>
                  <a:gd name="csX584" fmla="*/ 8587360 w 8823220"/>
                  <a:gd name="csY584" fmla="*/ 324500 h 4561547"/>
                  <a:gd name="csX585" fmla="*/ 8602065 w 8823220"/>
                  <a:gd name="csY585" fmla="*/ 354605 h 4561547"/>
                  <a:gd name="csX586" fmla="*/ 8616771 w 8823220"/>
                  <a:gd name="csY586" fmla="*/ 385926 h 4561547"/>
                  <a:gd name="csX587" fmla="*/ 8631476 w 8823220"/>
                  <a:gd name="csY587" fmla="*/ 418443 h 4561547"/>
                  <a:gd name="csX588" fmla="*/ 8646182 w 8823220"/>
                  <a:gd name="csY588" fmla="*/ 452138 h 4561547"/>
                  <a:gd name="csX589" fmla="*/ 8660887 w 8823220"/>
                  <a:gd name="csY589" fmla="*/ 486990 h 4561547"/>
                  <a:gd name="csX590" fmla="*/ 8675592 w 8823220"/>
                  <a:gd name="csY590" fmla="*/ 522974 h 4561547"/>
                  <a:gd name="csX591" fmla="*/ 8690297 w 8823220"/>
                  <a:gd name="csY591" fmla="*/ 560064 h 4561547"/>
                  <a:gd name="csX592" fmla="*/ 8705003 w 8823220"/>
                  <a:gd name="csY592" fmla="*/ 598247 h 4561547"/>
                  <a:gd name="csX593" fmla="*/ 8719708 w 8823220"/>
                  <a:gd name="csY593" fmla="*/ 637490 h 4561547"/>
                  <a:gd name="csX594" fmla="*/ 8734414 w 8823220"/>
                  <a:gd name="csY594" fmla="*/ 677768 h 4561547"/>
                  <a:gd name="csX595" fmla="*/ 8749119 w 8823220"/>
                  <a:gd name="csY595" fmla="*/ 719055 h 4561547"/>
                  <a:gd name="csX596" fmla="*/ 8763825 w 8823220"/>
                  <a:gd name="csY596" fmla="*/ 761338 h 4561547"/>
                  <a:gd name="csX597" fmla="*/ 8778530 w 8823220"/>
                  <a:gd name="csY597" fmla="*/ 804572 h 4561547"/>
                  <a:gd name="csX598" fmla="*/ 8793235 w 8823220"/>
                  <a:gd name="csY598" fmla="*/ 848743 h 4561547"/>
                  <a:gd name="csX599" fmla="*/ 8807940 w 8823220"/>
                  <a:gd name="csY599" fmla="*/ 893820 h 4561547"/>
                  <a:gd name="csX600" fmla="*/ 8822646 w 8823220"/>
                  <a:gd name="csY600" fmla="*/ 939770 h 456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  <a:cxn ang="0">
                    <a:pos x="csX572" y="csY572"/>
                  </a:cxn>
                  <a:cxn ang="0">
                    <a:pos x="csX573" y="csY573"/>
                  </a:cxn>
                  <a:cxn ang="0">
                    <a:pos x="csX574" y="csY574"/>
                  </a:cxn>
                  <a:cxn ang="0">
                    <a:pos x="csX575" y="csY575"/>
                  </a:cxn>
                  <a:cxn ang="0">
                    <a:pos x="csX576" y="csY576"/>
                  </a:cxn>
                  <a:cxn ang="0">
                    <a:pos x="csX577" y="csY577"/>
                  </a:cxn>
                  <a:cxn ang="0">
                    <a:pos x="csX578" y="csY578"/>
                  </a:cxn>
                  <a:cxn ang="0">
                    <a:pos x="csX579" y="csY579"/>
                  </a:cxn>
                  <a:cxn ang="0">
                    <a:pos x="csX580" y="csY580"/>
                  </a:cxn>
                  <a:cxn ang="0">
                    <a:pos x="csX581" y="csY581"/>
                  </a:cxn>
                  <a:cxn ang="0">
                    <a:pos x="csX582" y="csY582"/>
                  </a:cxn>
                  <a:cxn ang="0">
                    <a:pos x="csX583" y="csY583"/>
                  </a:cxn>
                  <a:cxn ang="0">
                    <a:pos x="csX584" y="csY584"/>
                  </a:cxn>
                  <a:cxn ang="0">
                    <a:pos x="csX585" y="csY585"/>
                  </a:cxn>
                  <a:cxn ang="0">
                    <a:pos x="csX586" y="csY586"/>
                  </a:cxn>
                  <a:cxn ang="0">
                    <a:pos x="csX587" y="csY587"/>
                  </a:cxn>
                  <a:cxn ang="0">
                    <a:pos x="csX588" y="csY588"/>
                  </a:cxn>
                  <a:cxn ang="0">
                    <a:pos x="csX589" y="csY589"/>
                  </a:cxn>
                  <a:cxn ang="0">
                    <a:pos x="csX590" y="csY590"/>
                  </a:cxn>
                  <a:cxn ang="0">
                    <a:pos x="csX591" y="csY591"/>
                  </a:cxn>
                  <a:cxn ang="0">
                    <a:pos x="csX592" y="csY592"/>
                  </a:cxn>
                  <a:cxn ang="0">
                    <a:pos x="csX593" y="csY593"/>
                  </a:cxn>
                  <a:cxn ang="0">
                    <a:pos x="csX594" y="csY594"/>
                  </a:cxn>
                  <a:cxn ang="0">
                    <a:pos x="csX595" y="csY595"/>
                  </a:cxn>
                  <a:cxn ang="0">
                    <a:pos x="csX596" y="csY596"/>
                  </a:cxn>
                  <a:cxn ang="0">
                    <a:pos x="csX597" y="csY597"/>
                  </a:cxn>
                  <a:cxn ang="0">
                    <a:pos x="csX598" y="csY598"/>
                  </a:cxn>
                  <a:cxn ang="0">
                    <a:pos x="csX599" y="csY599"/>
                  </a:cxn>
                  <a:cxn ang="0">
                    <a:pos x="csX600" y="csY600"/>
                  </a:cxn>
                </a:cxnLst>
                <a:rect l="l" t="t" r="r" b="b"/>
                <a:pathLst>
                  <a:path w="8823220" h="4561547">
                    <a:moveTo>
                      <a:pt x="-575" y="2280481"/>
                    </a:moveTo>
                    <a:lnTo>
                      <a:pt x="14131" y="2223162"/>
                    </a:lnTo>
                    <a:lnTo>
                      <a:pt x="28836" y="2165874"/>
                    </a:lnTo>
                    <a:lnTo>
                      <a:pt x="43541" y="2108665"/>
                    </a:lnTo>
                    <a:lnTo>
                      <a:pt x="58247" y="2051559"/>
                    </a:lnTo>
                    <a:lnTo>
                      <a:pt x="72952" y="1994602"/>
                    </a:lnTo>
                    <a:lnTo>
                      <a:pt x="87657" y="1937825"/>
                    </a:lnTo>
                    <a:lnTo>
                      <a:pt x="102363" y="1881263"/>
                    </a:lnTo>
                    <a:lnTo>
                      <a:pt x="117068" y="1824952"/>
                    </a:lnTo>
                    <a:lnTo>
                      <a:pt x="131774" y="1768926"/>
                    </a:lnTo>
                    <a:lnTo>
                      <a:pt x="146479" y="1713230"/>
                    </a:lnTo>
                    <a:lnTo>
                      <a:pt x="161184" y="1657890"/>
                    </a:lnTo>
                    <a:lnTo>
                      <a:pt x="175890" y="1602944"/>
                    </a:lnTo>
                    <a:lnTo>
                      <a:pt x="190595" y="1548425"/>
                    </a:lnTo>
                    <a:lnTo>
                      <a:pt x="205300" y="1494365"/>
                    </a:lnTo>
                    <a:lnTo>
                      <a:pt x="220006" y="1440803"/>
                    </a:lnTo>
                    <a:lnTo>
                      <a:pt x="234711" y="1387778"/>
                    </a:lnTo>
                    <a:lnTo>
                      <a:pt x="249416" y="1335308"/>
                    </a:lnTo>
                    <a:lnTo>
                      <a:pt x="264122" y="1283441"/>
                    </a:lnTo>
                    <a:lnTo>
                      <a:pt x="278827" y="1232201"/>
                    </a:lnTo>
                    <a:lnTo>
                      <a:pt x="293533" y="1181620"/>
                    </a:lnTo>
                    <a:lnTo>
                      <a:pt x="308238" y="1131738"/>
                    </a:lnTo>
                    <a:lnTo>
                      <a:pt x="322943" y="1082580"/>
                    </a:lnTo>
                    <a:lnTo>
                      <a:pt x="337649" y="1034179"/>
                    </a:lnTo>
                    <a:lnTo>
                      <a:pt x="352354" y="986567"/>
                    </a:lnTo>
                    <a:lnTo>
                      <a:pt x="367059" y="939770"/>
                    </a:lnTo>
                    <a:lnTo>
                      <a:pt x="381765" y="893820"/>
                    </a:lnTo>
                    <a:lnTo>
                      <a:pt x="396470" y="848743"/>
                    </a:lnTo>
                    <a:lnTo>
                      <a:pt x="411176" y="804572"/>
                    </a:lnTo>
                    <a:lnTo>
                      <a:pt x="425881" y="761338"/>
                    </a:lnTo>
                    <a:lnTo>
                      <a:pt x="440586" y="719055"/>
                    </a:lnTo>
                    <a:lnTo>
                      <a:pt x="455292" y="677768"/>
                    </a:lnTo>
                    <a:lnTo>
                      <a:pt x="469997" y="637490"/>
                    </a:lnTo>
                    <a:lnTo>
                      <a:pt x="484702" y="598247"/>
                    </a:lnTo>
                    <a:lnTo>
                      <a:pt x="499408" y="560064"/>
                    </a:lnTo>
                    <a:lnTo>
                      <a:pt x="514113" y="522974"/>
                    </a:lnTo>
                    <a:lnTo>
                      <a:pt x="528819" y="486990"/>
                    </a:lnTo>
                    <a:lnTo>
                      <a:pt x="543524" y="452138"/>
                    </a:lnTo>
                    <a:lnTo>
                      <a:pt x="558229" y="418443"/>
                    </a:lnTo>
                    <a:lnTo>
                      <a:pt x="572935" y="385926"/>
                    </a:lnTo>
                    <a:lnTo>
                      <a:pt x="587640" y="354605"/>
                    </a:lnTo>
                    <a:lnTo>
                      <a:pt x="602345" y="324500"/>
                    </a:lnTo>
                    <a:lnTo>
                      <a:pt x="617051" y="295630"/>
                    </a:lnTo>
                    <a:lnTo>
                      <a:pt x="631756" y="268015"/>
                    </a:lnTo>
                    <a:lnTo>
                      <a:pt x="646462" y="241667"/>
                    </a:lnTo>
                    <a:lnTo>
                      <a:pt x="661167" y="216606"/>
                    </a:lnTo>
                    <a:lnTo>
                      <a:pt x="675872" y="192852"/>
                    </a:lnTo>
                    <a:lnTo>
                      <a:pt x="690578" y="170417"/>
                    </a:lnTo>
                    <a:lnTo>
                      <a:pt x="705283" y="149314"/>
                    </a:lnTo>
                    <a:lnTo>
                      <a:pt x="719988" y="129557"/>
                    </a:lnTo>
                    <a:lnTo>
                      <a:pt x="734694" y="111164"/>
                    </a:lnTo>
                    <a:lnTo>
                      <a:pt x="749399" y="94135"/>
                    </a:lnTo>
                    <a:lnTo>
                      <a:pt x="764104" y="78485"/>
                    </a:lnTo>
                    <a:lnTo>
                      <a:pt x="778810" y="64231"/>
                    </a:lnTo>
                    <a:lnTo>
                      <a:pt x="793515" y="51374"/>
                    </a:lnTo>
                    <a:lnTo>
                      <a:pt x="808220" y="39927"/>
                    </a:lnTo>
                    <a:lnTo>
                      <a:pt x="822926" y="29890"/>
                    </a:lnTo>
                    <a:lnTo>
                      <a:pt x="837631" y="21282"/>
                    </a:lnTo>
                    <a:lnTo>
                      <a:pt x="852337" y="14097"/>
                    </a:lnTo>
                    <a:lnTo>
                      <a:pt x="867042" y="8341"/>
                    </a:lnTo>
                    <a:lnTo>
                      <a:pt x="881747" y="4027"/>
                    </a:lnTo>
                    <a:lnTo>
                      <a:pt x="896453" y="1143"/>
                    </a:lnTo>
                    <a:lnTo>
                      <a:pt x="911158" y="-293"/>
                    </a:lnTo>
                    <a:lnTo>
                      <a:pt x="925863" y="-293"/>
                    </a:lnTo>
                    <a:lnTo>
                      <a:pt x="940569" y="1143"/>
                    </a:lnTo>
                    <a:lnTo>
                      <a:pt x="955274" y="4027"/>
                    </a:lnTo>
                    <a:lnTo>
                      <a:pt x="969980" y="8341"/>
                    </a:lnTo>
                    <a:lnTo>
                      <a:pt x="984685" y="14097"/>
                    </a:lnTo>
                    <a:lnTo>
                      <a:pt x="999390" y="21282"/>
                    </a:lnTo>
                    <a:lnTo>
                      <a:pt x="1014096" y="29890"/>
                    </a:lnTo>
                    <a:lnTo>
                      <a:pt x="1028801" y="39927"/>
                    </a:lnTo>
                    <a:lnTo>
                      <a:pt x="1043506" y="51374"/>
                    </a:lnTo>
                    <a:lnTo>
                      <a:pt x="1058212" y="64231"/>
                    </a:lnTo>
                    <a:lnTo>
                      <a:pt x="1072917" y="78485"/>
                    </a:lnTo>
                    <a:lnTo>
                      <a:pt x="1087623" y="94135"/>
                    </a:lnTo>
                    <a:lnTo>
                      <a:pt x="1102328" y="111164"/>
                    </a:lnTo>
                    <a:lnTo>
                      <a:pt x="1117033" y="129557"/>
                    </a:lnTo>
                    <a:lnTo>
                      <a:pt x="1131739" y="149314"/>
                    </a:lnTo>
                    <a:lnTo>
                      <a:pt x="1146444" y="170417"/>
                    </a:lnTo>
                    <a:lnTo>
                      <a:pt x="1161149" y="192852"/>
                    </a:lnTo>
                    <a:lnTo>
                      <a:pt x="1175855" y="216606"/>
                    </a:lnTo>
                    <a:lnTo>
                      <a:pt x="1190560" y="241667"/>
                    </a:lnTo>
                    <a:lnTo>
                      <a:pt x="1205266" y="268015"/>
                    </a:lnTo>
                    <a:lnTo>
                      <a:pt x="1219971" y="295630"/>
                    </a:lnTo>
                    <a:lnTo>
                      <a:pt x="1234676" y="324500"/>
                    </a:lnTo>
                    <a:lnTo>
                      <a:pt x="1249382" y="354605"/>
                    </a:lnTo>
                    <a:lnTo>
                      <a:pt x="1264087" y="385926"/>
                    </a:lnTo>
                    <a:lnTo>
                      <a:pt x="1278792" y="418443"/>
                    </a:lnTo>
                    <a:lnTo>
                      <a:pt x="1293498" y="452138"/>
                    </a:lnTo>
                    <a:lnTo>
                      <a:pt x="1308203" y="486990"/>
                    </a:lnTo>
                    <a:lnTo>
                      <a:pt x="1322908" y="522974"/>
                    </a:lnTo>
                    <a:lnTo>
                      <a:pt x="1337614" y="560064"/>
                    </a:lnTo>
                    <a:lnTo>
                      <a:pt x="1352319" y="598247"/>
                    </a:lnTo>
                    <a:lnTo>
                      <a:pt x="1367024" y="637490"/>
                    </a:lnTo>
                    <a:lnTo>
                      <a:pt x="1381730" y="677768"/>
                    </a:lnTo>
                    <a:lnTo>
                      <a:pt x="1396435" y="719055"/>
                    </a:lnTo>
                    <a:lnTo>
                      <a:pt x="1411141" y="761338"/>
                    </a:lnTo>
                    <a:lnTo>
                      <a:pt x="1425846" y="804572"/>
                    </a:lnTo>
                    <a:lnTo>
                      <a:pt x="1440551" y="848743"/>
                    </a:lnTo>
                    <a:lnTo>
                      <a:pt x="1455257" y="893820"/>
                    </a:lnTo>
                    <a:lnTo>
                      <a:pt x="1469962" y="939770"/>
                    </a:lnTo>
                    <a:lnTo>
                      <a:pt x="1484667" y="986567"/>
                    </a:lnTo>
                    <a:lnTo>
                      <a:pt x="1499373" y="1034179"/>
                    </a:lnTo>
                    <a:lnTo>
                      <a:pt x="1514078" y="1082580"/>
                    </a:lnTo>
                    <a:lnTo>
                      <a:pt x="1528784" y="1131738"/>
                    </a:lnTo>
                    <a:lnTo>
                      <a:pt x="1543489" y="1181620"/>
                    </a:lnTo>
                    <a:lnTo>
                      <a:pt x="1558194" y="1232201"/>
                    </a:lnTo>
                    <a:lnTo>
                      <a:pt x="1572900" y="1283441"/>
                    </a:lnTo>
                    <a:lnTo>
                      <a:pt x="1587605" y="1335308"/>
                    </a:lnTo>
                    <a:lnTo>
                      <a:pt x="1602310" y="1387778"/>
                    </a:lnTo>
                    <a:lnTo>
                      <a:pt x="1617016" y="1440803"/>
                    </a:lnTo>
                    <a:lnTo>
                      <a:pt x="1631721" y="1494365"/>
                    </a:lnTo>
                    <a:lnTo>
                      <a:pt x="1646427" y="1548425"/>
                    </a:lnTo>
                    <a:lnTo>
                      <a:pt x="1661132" y="1602944"/>
                    </a:lnTo>
                    <a:lnTo>
                      <a:pt x="1675837" y="1657890"/>
                    </a:lnTo>
                    <a:lnTo>
                      <a:pt x="1690543" y="1713230"/>
                    </a:lnTo>
                    <a:lnTo>
                      <a:pt x="1705248" y="1768926"/>
                    </a:lnTo>
                    <a:lnTo>
                      <a:pt x="1719953" y="1824952"/>
                    </a:lnTo>
                    <a:lnTo>
                      <a:pt x="1734659" y="1881263"/>
                    </a:lnTo>
                    <a:lnTo>
                      <a:pt x="1749364" y="1937825"/>
                    </a:lnTo>
                    <a:lnTo>
                      <a:pt x="1764070" y="1994602"/>
                    </a:lnTo>
                    <a:lnTo>
                      <a:pt x="1778775" y="2051559"/>
                    </a:lnTo>
                    <a:lnTo>
                      <a:pt x="1793480" y="2108665"/>
                    </a:lnTo>
                    <a:lnTo>
                      <a:pt x="1808186" y="2165874"/>
                    </a:lnTo>
                    <a:lnTo>
                      <a:pt x="1822891" y="2223162"/>
                    </a:lnTo>
                    <a:lnTo>
                      <a:pt x="1837596" y="2280481"/>
                    </a:lnTo>
                    <a:lnTo>
                      <a:pt x="1852302" y="2337800"/>
                    </a:lnTo>
                    <a:lnTo>
                      <a:pt x="1867007" y="2395088"/>
                    </a:lnTo>
                    <a:lnTo>
                      <a:pt x="1881712" y="2452297"/>
                    </a:lnTo>
                    <a:lnTo>
                      <a:pt x="1896418" y="2509403"/>
                    </a:lnTo>
                    <a:lnTo>
                      <a:pt x="1911123" y="2566360"/>
                    </a:lnTo>
                    <a:lnTo>
                      <a:pt x="1925828" y="2623136"/>
                    </a:lnTo>
                    <a:lnTo>
                      <a:pt x="1940534" y="2679699"/>
                    </a:lnTo>
                    <a:lnTo>
                      <a:pt x="1955239" y="2736010"/>
                    </a:lnTo>
                    <a:lnTo>
                      <a:pt x="1969944" y="2792036"/>
                    </a:lnTo>
                    <a:lnTo>
                      <a:pt x="1984650" y="2847732"/>
                    </a:lnTo>
                    <a:lnTo>
                      <a:pt x="1999355" y="2903072"/>
                    </a:lnTo>
                    <a:lnTo>
                      <a:pt x="2014061" y="2958018"/>
                    </a:lnTo>
                    <a:lnTo>
                      <a:pt x="2028766" y="3012537"/>
                    </a:lnTo>
                    <a:lnTo>
                      <a:pt x="2043472" y="3066597"/>
                    </a:lnTo>
                    <a:lnTo>
                      <a:pt x="2058177" y="3120159"/>
                    </a:lnTo>
                    <a:lnTo>
                      <a:pt x="2072882" y="3173184"/>
                    </a:lnTo>
                    <a:lnTo>
                      <a:pt x="2087588" y="3225653"/>
                    </a:lnTo>
                    <a:lnTo>
                      <a:pt x="2102293" y="3277521"/>
                    </a:lnTo>
                    <a:lnTo>
                      <a:pt x="2116998" y="3328761"/>
                    </a:lnTo>
                    <a:lnTo>
                      <a:pt x="2131704" y="3379342"/>
                    </a:lnTo>
                    <a:lnTo>
                      <a:pt x="2146409" y="3429224"/>
                    </a:lnTo>
                    <a:lnTo>
                      <a:pt x="2161114" y="3478381"/>
                    </a:lnTo>
                    <a:lnTo>
                      <a:pt x="2175820" y="3526782"/>
                    </a:lnTo>
                    <a:lnTo>
                      <a:pt x="2190525" y="3574394"/>
                    </a:lnTo>
                    <a:lnTo>
                      <a:pt x="2205231" y="3621192"/>
                    </a:lnTo>
                    <a:lnTo>
                      <a:pt x="2219936" y="3667142"/>
                    </a:lnTo>
                    <a:lnTo>
                      <a:pt x="2234641" y="3712219"/>
                    </a:lnTo>
                    <a:lnTo>
                      <a:pt x="2249347" y="3756390"/>
                    </a:lnTo>
                    <a:lnTo>
                      <a:pt x="2264052" y="3799624"/>
                    </a:lnTo>
                    <a:lnTo>
                      <a:pt x="2278757" y="3841907"/>
                    </a:lnTo>
                    <a:lnTo>
                      <a:pt x="2293463" y="3883194"/>
                    </a:lnTo>
                    <a:lnTo>
                      <a:pt x="2308168" y="3923472"/>
                    </a:lnTo>
                    <a:lnTo>
                      <a:pt x="2322873" y="3962715"/>
                    </a:lnTo>
                    <a:lnTo>
                      <a:pt x="2337579" y="4000898"/>
                    </a:lnTo>
                    <a:lnTo>
                      <a:pt x="2352284" y="4037988"/>
                    </a:lnTo>
                    <a:lnTo>
                      <a:pt x="2366989" y="4073972"/>
                    </a:lnTo>
                    <a:lnTo>
                      <a:pt x="2381695" y="4108817"/>
                    </a:lnTo>
                    <a:lnTo>
                      <a:pt x="2396401" y="4142518"/>
                    </a:lnTo>
                    <a:lnTo>
                      <a:pt x="2411106" y="4175036"/>
                    </a:lnTo>
                    <a:lnTo>
                      <a:pt x="2425811" y="4206357"/>
                    </a:lnTo>
                    <a:lnTo>
                      <a:pt x="2440517" y="4236462"/>
                    </a:lnTo>
                    <a:lnTo>
                      <a:pt x="2455222" y="4265332"/>
                    </a:lnTo>
                    <a:lnTo>
                      <a:pt x="2469927" y="4292947"/>
                    </a:lnTo>
                    <a:lnTo>
                      <a:pt x="2484633" y="4319295"/>
                    </a:lnTo>
                    <a:lnTo>
                      <a:pt x="2499338" y="4344356"/>
                    </a:lnTo>
                    <a:lnTo>
                      <a:pt x="2514043" y="4368110"/>
                    </a:lnTo>
                    <a:lnTo>
                      <a:pt x="2528749" y="4390545"/>
                    </a:lnTo>
                    <a:lnTo>
                      <a:pt x="2543454" y="4411648"/>
                    </a:lnTo>
                    <a:lnTo>
                      <a:pt x="2558159" y="4431405"/>
                    </a:lnTo>
                    <a:lnTo>
                      <a:pt x="2572865" y="4449798"/>
                    </a:lnTo>
                    <a:lnTo>
                      <a:pt x="2587570" y="4466826"/>
                    </a:lnTo>
                    <a:lnTo>
                      <a:pt x="2602275" y="4482477"/>
                    </a:lnTo>
                    <a:lnTo>
                      <a:pt x="2616981" y="4496731"/>
                    </a:lnTo>
                    <a:lnTo>
                      <a:pt x="2631686" y="4509588"/>
                    </a:lnTo>
                    <a:lnTo>
                      <a:pt x="2646392" y="4521035"/>
                    </a:lnTo>
                    <a:lnTo>
                      <a:pt x="2661097" y="4531072"/>
                    </a:lnTo>
                    <a:lnTo>
                      <a:pt x="2675802" y="4539680"/>
                    </a:lnTo>
                    <a:lnTo>
                      <a:pt x="2690508" y="4546866"/>
                    </a:lnTo>
                    <a:lnTo>
                      <a:pt x="2705213" y="4552621"/>
                    </a:lnTo>
                    <a:lnTo>
                      <a:pt x="2719918" y="4556935"/>
                    </a:lnTo>
                    <a:lnTo>
                      <a:pt x="2734624" y="4559819"/>
                    </a:lnTo>
                    <a:lnTo>
                      <a:pt x="2749329" y="4561255"/>
                    </a:lnTo>
                    <a:lnTo>
                      <a:pt x="2764035" y="4561255"/>
                    </a:lnTo>
                    <a:lnTo>
                      <a:pt x="2778740" y="4559819"/>
                    </a:lnTo>
                    <a:lnTo>
                      <a:pt x="2793445" y="4556935"/>
                    </a:lnTo>
                    <a:lnTo>
                      <a:pt x="2808151" y="4552621"/>
                    </a:lnTo>
                    <a:lnTo>
                      <a:pt x="2822856" y="4546866"/>
                    </a:lnTo>
                    <a:lnTo>
                      <a:pt x="2837561" y="4539680"/>
                    </a:lnTo>
                    <a:lnTo>
                      <a:pt x="2852267" y="4531072"/>
                    </a:lnTo>
                    <a:lnTo>
                      <a:pt x="2866972" y="4521035"/>
                    </a:lnTo>
                    <a:lnTo>
                      <a:pt x="2881678" y="4509588"/>
                    </a:lnTo>
                    <a:lnTo>
                      <a:pt x="2896383" y="4496731"/>
                    </a:lnTo>
                    <a:lnTo>
                      <a:pt x="2911088" y="4482477"/>
                    </a:lnTo>
                    <a:lnTo>
                      <a:pt x="2925794" y="4466826"/>
                    </a:lnTo>
                    <a:lnTo>
                      <a:pt x="2940499" y="4449798"/>
                    </a:lnTo>
                    <a:lnTo>
                      <a:pt x="2955204" y="4431405"/>
                    </a:lnTo>
                    <a:lnTo>
                      <a:pt x="2969910" y="4411648"/>
                    </a:lnTo>
                    <a:lnTo>
                      <a:pt x="2984615" y="4390545"/>
                    </a:lnTo>
                    <a:lnTo>
                      <a:pt x="2999320" y="4368110"/>
                    </a:lnTo>
                    <a:lnTo>
                      <a:pt x="3014026" y="4344356"/>
                    </a:lnTo>
                    <a:lnTo>
                      <a:pt x="3028731" y="4319295"/>
                    </a:lnTo>
                    <a:lnTo>
                      <a:pt x="3043436" y="4292947"/>
                    </a:lnTo>
                    <a:lnTo>
                      <a:pt x="3058142" y="4265332"/>
                    </a:lnTo>
                    <a:lnTo>
                      <a:pt x="3072847" y="4236462"/>
                    </a:lnTo>
                    <a:lnTo>
                      <a:pt x="3087552" y="4206357"/>
                    </a:lnTo>
                    <a:lnTo>
                      <a:pt x="3102258" y="4175036"/>
                    </a:lnTo>
                    <a:lnTo>
                      <a:pt x="3116963" y="4142518"/>
                    </a:lnTo>
                    <a:lnTo>
                      <a:pt x="3131669" y="4108817"/>
                    </a:lnTo>
                    <a:lnTo>
                      <a:pt x="3146374" y="4073972"/>
                    </a:lnTo>
                    <a:lnTo>
                      <a:pt x="3161080" y="4037988"/>
                    </a:lnTo>
                    <a:lnTo>
                      <a:pt x="3175785" y="4000898"/>
                    </a:lnTo>
                    <a:lnTo>
                      <a:pt x="3190490" y="3962715"/>
                    </a:lnTo>
                    <a:lnTo>
                      <a:pt x="3205196" y="3923472"/>
                    </a:lnTo>
                    <a:lnTo>
                      <a:pt x="3219901" y="3883194"/>
                    </a:lnTo>
                    <a:lnTo>
                      <a:pt x="3234606" y="3841907"/>
                    </a:lnTo>
                    <a:lnTo>
                      <a:pt x="3249312" y="3799624"/>
                    </a:lnTo>
                    <a:lnTo>
                      <a:pt x="3264017" y="3756390"/>
                    </a:lnTo>
                    <a:lnTo>
                      <a:pt x="3278722" y="3712219"/>
                    </a:lnTo>
                    <a:lnTo>
                      <a:pt x="3293428" y="3667142"/>
                    </a:lnTo>
                    <a:lnTo>
                      <a:pt x="3308133" y="3621192"/>
                    </a:lnTo>
                    <a:lnTo>
                      <a:pt x="3322838" y="3574394"/>
                    </a:lnTo>
                    <a:lnTo>
                      <a:pt x="3337544" y="3526782"/>
                    </a:lnTo>
                    <a:lnTo>
                      <a:pt x="3352249" y="3478381"/>
                    </a:lnTo>
                    <a:lnTo>
                      <a:pt x="3366955" y="3429224"/>
                    </a:lnTo>
                    <a:lnTo>
                      <a:pt x="3381660" y="3379342"/>
                    </a:lnTo>
                    <a:lnTo>
                      <a:pt x="3396365" y="3328761"/>
                    </a:lnTo>
                    <a:lnTo>
                      <a:pt x="3411071" y="3277521"/>
                    </a:lnTo>
                    <a:lnTo>
                      <a:pt x="3425776" y="3225653"/>
                    </a:lnTo>
                    <a:lnTo>
                      <a:pt x="3440481" y="3173184"/>
                    </a:lnTo>
                    <a:lnTo>
                      <a:pt x="3455187" y="3120159"/>
                    </a:lnTo>
                    <a:lnTo>
                      <a:pt x="3469892" y="3066597"/>
                    </a:lnTo>
                    <a:lnTo>
                      <a:pt x="3484597" y="3012537"/>
                    </a:lnTo>
                    <a:lnTo>
                      <a:pt x="3499303" y="2958018"/>
                    </a:lnTo>
                    <a:lnTo>
                      <a:pt x="3514008" y="2903072"/>
                    </a:lnTo>
                    <a:lnTo>
                      <a:pt x="3528714" y="2847732"/>
                    </a:lnTo>
                    <a:lnTo>
                      <a:pt x="3543419" y="2792036"/>
                    </a:lnTo>
                    <a:lnTo>
                      <a:pt x="3558125" y="2736010"/>
                    </a:lnTo>
                    <a:lnTo>
                      <a:pt x="3572830" y="2679699"/>
                    </a:lnTo>
                    <a:lnTo>
                      <a:pt x="3587535" y="2623136"/>
                    </a:lnTo>
                    <a:lnTo>
                      <a:pt x="3602241" y="2566360"/>
                    </a:lnTo>
                    <a:lnTo>
                      <a:pt x="3616946" y="2509403"/>
                    </a:lnTo>
                    <a:lnTo>
                      <a:pt x="3631651" y="2452297"/>
                    </a:lnTo>
                    <a:lnTo>
                      <a:pt x="3646357" y="2395088"/>
                    </a:lnTo>
                    <a:lnTo>
                      <a:pt x="3661062" y="2337800"/>
                    </a:lnTo>
                    <a:lnTo>
                      <a:pt x="3675767" y="2280481"/>
                    </a:lnTo>
                    <a:lnTo>
                      <a:pt x="3690473" y="2223162"/>
                    </a:lnTo>
                    <a:lnTo>
                      <a:pt x="3705178" y="2165874"/>
                    </a:lnTo>
                    <a:lnTo>
                      <a:pt x="3719883" y="2108665"/>
                    </a:lnTo>
                    <a:lnTo>
                      <a:pt x="3734589" y="2051559"/>
                    </a:lnTo>
                    <a:lnTo>
                      <a:pt x="3749294" y="1994602"/>
                    </a:lnTo>
                    <a:lnTo>
                      <a:pt x="3763999" y="1937825"/>
                    </a:lnTo>
                    <a:lnTo>
                      <a:pt x="3778705" y="1881263"/>
                    </a:lnTo>
                    <a:lnTo>
                      <a:pt x="3793410" y="1824952"/>
                    </a:lnTo>
                    <a:lnTo>
                      <a:pt x="3808116" y="1768926"/>
                    </a:lnTo>
                    <a:lnTo>
                      <a:pt x="3822821" y="1713230"/>
                    </a:lnTo>
                    <a:lnTo>
                      <a:pt x="3837526" y="1657890"/>
                    </a:lnTo>
                    <a:lnTo>
                      <a:pt x="3852232" y="1602944"/>
                    </a:lnTo>
                    <a:lnTo>
                      <a:pt x="3866937" y="1548425"/>
                    </a:lnTo>
                    <a:lnTo>
                      <a:pt x="3881643" y="1494365"/>
                    </a:lnTo>
                    <a:lnTo>
                      <a:pt x="3896348" y="1440803"/>
                    </a:lnTo>
                    <a:lnTo>
                      <a:pt x="3911053" y="1387778"/>
                    </a:lnTo>
                    <a:lnTo>
                      <a:pt x="3925759" y="1335308"/>
                    </a:lnTo>
                    <a:lnTo>
                      <a:pt x="3940464" y="1283441"/>
                    </a:lnTo>
                    <a:lnTo>
                      <a:pt x="3955169" y="1232201"/>
                    </a:lnTo>
                    <a:lnTo>
                      <a:pt x="3969875" y="1181620"/>
                    </a:lnTo>
                    <a:lnTo>
                      <a:pt x="3984580" y="1131738"/>
                    </a:lnTo>
                    <a:lnTo>
                      <a:pt x="3999285" y="1082580"/>
                    </a:lnTo>
                    <a:lnTo>
                      <a:pt x="4013991" y="1034179"/>
                    </a:lnTo>
                    <a:lnTo>
                      <a:pt x="4028696" y="986567"/>
                    </a:lnTo>
                    <a:lnTo>
                      <a:pt x="4043402" y="939770"/>
                    </a:lnTo>
                    <a:lnTo>
                      <a:pt x="4058107" y="893820"/>
                    </a:lnTo>
                    <a:lnTo>
                      <a:pt x="4072812" y="848743"/>
                    </a:lnTo>
                    <a:lnTo>
                      <a:pt x="4087518" y="804572"/>
                    </a:lnTo>
                    <a:lnTo>
                      <a:pt x="4102223" y="761338"/>
                    </a:lnTo>
                    <a:lnTo>
                      <a:pt x="4116928" y="719055"/>
                    </a:lnTo>
                    <a:lnTo>
                      <a:pt x="4131634" y="677768"/>
                    </a:lnTo>
                    <a:lnTo>
                      <a:pt x="4146339" y="637490"/>
                    </a:lnTo>
                    <a:lnTo>
                      <a:pt x="4161044" y="598247"/>
                    </a:lnTo>
                    <a:lnTo>
                      <a:pt x="4175750" y="560064"/>
                    </a:lnTo>
                    <a:lnTo>
                      <a:pt x="4190455" y="522974"/>
                    </a:lnTo>
                    <a:lnTo>
                      <a:pt x="4205161" y="486990"/>
                    </a:lnTo>
                    <a:lnTo>
                      <a:pt x="4219866" y="452138"/>
                    </a:lnTo>
                    <a:lnTo>
                      <a:pt x="4234572" y="418443"/>
                    </a:lnTo>
                    <a:lnTo>
                      <a:pt x="4249277" y="385926"/>
                    </a:lnTo>
                    <a:lnTo>
                      <a:pt x="4263982" y="354605"/>
                    </a:lnTo>
                    <a:lnTo>
                      <a:pt x="4278688" y="324500"/>
                    </a:lnTo>
                    <a:lnTo>
                      <a:pt x="4293393" y="295630"/>
                    </a:lnTo>
                    <a:lnTo>
                      <a:pt x="4308098" y="268015"/>
                    </a:lnTo>
                    <a:lnTo>
                      <a:pt x="4322804" y="241667"/>
                    </a:lnTo>
                    <a:lnTo>
                      <a:pt x="4337509" y="216606"/>
                    </a:lnTo>
                    <a:lnTo>
                      <a:pt x="4352214" y="192852"/>
                    </a:lnTo>
                    <a:lnTo>
                      <a:pt x="4366920" y="170417"/>
                    </a:lnTo>
                    <a:lnTo>
                      <a:pt x="4381625" y="149314"/>
                    </a:lnTo>
                    <a:lnTo>
                      <a:pt x="4396331" y="129557"/>
                    </a:lnTo>
                    <a:lnTo>
                      <a:pt x="4411036" y="111164"/>
                    </a:lnTo>
                    <a:lnTo>
                      <a:pt x="4425741" y="94135"/>
                    </a:lnTo>
                    <a:lnTo>
                      <a:pt x="4440447" y="78485"/>
                    </a:lnTo>
                    <a:lnTo>
                      <a:pt x="4455152" y="64231"/>
                    </a:lnTo>
                    <a:lnTo>
                      <a:pt x="4469857" y="51374"/>
                    </a:lnTo>
                    <a:lnTo>
                      <a:pt x="4484563" y="39927"/>
                    </a:lnTo>
                    <a:lnTo>
                      <a:pt x="4499268" y="29890"/>
                    </a:lnTo>
                    <a:lnTo>
                      <a:pt x="4513973" y="21282"/>
                    </a:lnTo>
                    <a:lnTo>
                      <a:pt x="4528679" y="14097"/>
                    </a:lnTo>
                    <a:lnTo>
                      <a:pt x="4543384" y="8341"/>
                    </a:lnTo>
                    <a:lnTo>
                      <a:pt x="4558089" y="4027"/>
                    </a:lnTo>
                    <a:lnTo>
                      <a:pt x="4572795" y="1143"/>
                    </a:lnTo>
                    <a:lnTo>
                      <a:pt x="4587500" y="-293"/>
                    </a:lnTo>
                    <a:lnTo>
                      <a:pt x="4602206" y="-293"/>
                    </a:lnTo>
                    <a:lnTo>
                      <a:pt x="4616911" y="1143"/>
                    </a:lnTo>
                    <a:lnTo>
                      <a:pt x="4631617" y="4027"/>
                    </a:lnTo>
                    <a:lnTo>
                      <a:pt x="4646322" y="8341"/>
                    </a:lnTo>
                    <a:lnTo>
                      <a:pt x="4661027" y="14097"/>
                    </a:lnTo>
                    <a:lnTo>
                      <a:pt x="4675733" y="21282"/>
                    </a:lnTo>
                    <a:lnTo>
                      <a:pt x="4690438" y="29890"/>
                    </a:lnTo>
                    <a:lnTo>
                      <a:pt x="4705143" y="39927"/>
                    </a:lnTo>
                    <a:lnTo>
                      <a:pt x="4719849" y="51374"/>
                    </a:lnTo>
                    <a:lnTo>
                      <a:pt x="4734554" y="64231"/>
                    </a:lnTo>
                    <a:lnTo>
                      <a:pt x="4749259" y="78485"/>
                    </a:lnTo>
                    <a:lnTo>
                      <a:pt x="4763965" y="94135"/>
                    </a:lnTo>
                    <a:lnTo>
                      <a:pt x="4778670" y="111164"/>
                    </a:lnTo>
                    <a:lnTo>
                      <a:pt x="4793375" y="129557"/>
                    </a:lnTo>
                    <a:lnTo>
                      <a:pt x="4808081" y="149314"/>
                    </a:lnTo>
                    <a:lnTo>
                      <a:pt x="4822786" y="170417"/>
                    </a:lnTo>
                    <a:lnTo>
                      <a:pt x="4837491" y="192852"/>
                    </a:lnTo>
                    <a:lnTo>
                      <a:pt x="4852197" y="216606"/>
                    </a:lnTo>
                    <a:lnTo>
                      <a:pt x="4866902" y="241667"/>
                    </a:lnTo>
                    <a:lnTo>
                      <a:pt x="4881608" y="268015"/>
                    </a:lnTo>
                    <a:lnTo>
                      <a:pt x="4896313" y="295630"/>
                    </a:lnTo>
                    <a:lnTo>
                      <a:pt x="4911018" y="324500"/>
                    </a:lnTo>
                    <a:lnTo>
                      <a:pt x="4925724" y="354605"/>
                    </a:lnTo>
                    <a:lnTo>
                      <a:pt x="4940429" y="385926"/>
                    </a:lnTo>
                    <a:lnTo>
                      <a:pt x="4955134" y="418443"/>
                    </a:lnTo>
                    <a:lnTo>
                      <a:pt x="4969840" y="452138"/>
                    </a:lnTo>
                    <a:lnTo>
                      <a:pt x="4984545" y="486990"/>
                    </a:lnTo>
                    <a:lnTo>
                      <a:pt x="4999251" y="522974"/>
                    </a:lnTo>
                    <a:lnTo>
                      <a:pt x="5013956" y="560064"/>
                    </a:lnTo>
                    <a:lnTo>
                      <a:pt x="5028661" y="598247"/>
                    </a:lnTo>
                    <a:lnTo>
                      <a:pt x="5043366" y="637490"/>
                    </a:lnTo>
                    <a:lnTo>
                      <a:pt x="5058072" y="677768"/>
                    </a:lnTo>
                    <a:lnTo>
                      <a:pt x="5072777" y="719055"/>
                    </a:lnTo>
                    <a:lnTo>
                      <a:pt x="5087483" y="761338"/>
                    </a:lnTo>
                    <a:lnTo>
                      <a:pt x="5102188" y="804572"/>
                    </a:lnTo>
                    <a:lnTo>
                      <a:pt x="5116894" y="848743"/>
                    </a:lnTo>
                    <a:lnTo>
                      <a:pt x="5131599" y="893820"/>
                    </a:lnTo>
                    <a:lnTo>
                      <a:pt x="5146304" y="939770"/>
                    </a:lnTo>
                    <a:lnTo>
                      <a:pt x="5161010" y="986567"/>
                    </a:lnTo>
                    <a:lnTo>
                      <a:pt x="5175715" y="1034179"/>
                    </a:lnTo>
                    <a:lnTo>
                      <a:pt x="5190421" y="1082580"/>
                    </a:lnTo>
                    <a:lnTo>
                      <a:pt x="5205126" y="1131738"/>
                    </a:lnTo>
                    <a:lnTo>
                      <a:pt x="5219831" y="1181620"/>
                    </a:lnTo>
                    <a:lnTo>
                      <a:pt x="5234536" y="1232201"/>
                    </a:lnTo>
                    <a:lnTo>
                      <a:pt x="5249242" y="1283441"/>
                    </a:lnTo>
                    <a:lnTo>
                      <a:pt x="5263947" y="1335308"/>
                    </a:lnTo>
                    <a:lnTo>
                      <a:pt x="5278653" y="1387778"/>
                    </a:lnTo>
                    <a:lnTo>
                      <a:pt x="5293358" y="1440803"/>
                    </a:lnTo>
                    <a:lnTo>
                      <a:pt x="5308064" y="1494365"/>
                    </a:lnTo>
                    <a:lnTo>
                      <a:pt x="5322768" y="1548425"/>
                    </a:lnTo>
                    <a:lnTo>
                      <a:pt x="5337474" y="1602944"/>
                    </a:lnTo>
                    <a:lnTo>
                      <a:pt x="5352179" y="1657890"/>
                    </a:lnTo>
                    <a:lnTo>
                      <a:pt x="5366885" y="1713230"/>
                    </a:lnTo>
                    <a:lnTo>
                      <a:pt x="5381590" y="1768926"/>
                    </a:lnTo>
                    <a:lnTo>
                      <a:pt x="5396296" y="1824952"/>
                    </a:lnTo>
                    <a:lnTo>
                      <a:pt x="5411001" y="1881263"/>
                    </a:lnTo>
                    <a:lnTo>
                      <a:pt x="5425706" y="1937825"/>
                    </a:lnTo>
                    <a:lnTo>
                      <a:pt x="5440411" y="1994602"/>
                    </a:lnTo>
                    <a:lnTo>
                      <a:pt x="5455117" y="2051559"/>
                    </a:lnTo>
                    <a:lnTo>
                      <a:pt x="5469822" y="2108665"/>
                    </a:lnTo>
                    <a:lnTo>
                      <a:pt x="5484528" y="2165874"/>
                    </a:lnTo>
                    <a:lnTo>
                      <a:pt x="5499233" y="2223162"/>
                    </a:lnTo>
                    <a:lnTo>
                      <a:pt x="5513938" y="2280481"/>
                    </a:lnTo>
                    <a:lnTo>
                      <a:pt x="5528644" y="2337800"/>
                    </a:lnTo>
                    <a:lnTo>
                      <a:pt x="5543349" y="2395088"/>
                    </a:lnTo>
                    <a:lnTo>
                      <a:pt x="5558055" y="2452297"/>
                    </a:lnTo>
                    <a:lnTo>
                      <a:pt x="5572760" y="2509403"/>
                    </a:lnTo>
                    <a:lnTo>
                      <a:pt x="5587466" y="2566360"/>
                    </a:lnTo>
                    <a:lnTo>
                      <a:pt x="5602171" y="2623136"/>
                    </a:lnTo>
                    <a:lnTo>
                      <a:pt x="5616876" y="2679699"/>
                    </a:lnTo>
                    <a:lnTo>
                      <a:pt x="5631581" y="2736010"/>
                    </a:lnTo>
                    <a:lnTo>
                      <a:pt x="5646287" y="2792036"/>
                    </a:lnTo>
                    <a:lnTo>
                      <a:pt x="5660992" y="2847732"/>
                    </a:lnTo>
                    <a:lnTo>
                      <a:pt x="5675698" y="2903072"/>
                    </a:lnTo>
                    <a:lnTo>
                      <a:pt x="5690403" y="2958018"/>
                    </a:lnTo>
                    <a:lnTo>
                      <a:pt x="5705108" y="3012537"/>
                    </a:lnTo>
                    <a:lnTo>
                      <a:pt x="5719813" y="3066597"/>
                    </a:lnTo>
                    <a:lnTo>
                      <a:pt x="5734519" y="3120159"/>
                    </a:lnTo>
                    <a:lnTo>
                      <a:pt x="5749224" y="3173184"/>
                    </a:lnTo>
                    <a:lnTo>
                      <a:pt x="5763930" y="3225653"/>
                    </a:lnTo>
                    <a:lnTo>
                      <a:pt x="5778635" y="3277521"/>
                    </a:lnTo>
                    <a:lnTo>
                      <a:pt x="5793341" y="3328761"/>
                    </a:lnTo>
                    <a:lnTo>
                      <a:pt x="5808045" y="3379342"/>
                    </a:lnTo>
                    <a:lnTo>
                      <a:pt x="5822751" y="3429224"/>
                    </a:lnTo>
                    <a:lnTo>
                      <a:pt x="5837456" y="3478381"/>
                    </a:lnTo>
                    <a:lnTo>
                      <a:pt x="5852162" y="3526782"/>
                    </a:lnTo>
                    <a:lnTo>
                      <a:pt x="5866867" y="3574394"/>
                    </a:lnTo>
                    <a:lnTo>
                      <a:pt x="5881573" y="3621192"/>
                    </a:lnTo>
                    <a:lnTo>
                      <a:pt x="5896278" y="3667142"/>
                    </a:lnTo>
                    <a:lnTo>
                      <a:pt x="5910983" y="3712219"/>
                    </a:lnTo>
                    <a:lnTo>
                      <a:pt x="5925689" y="3756390"/>
                    </a:lnTo>
                    <a:lnTo>
                      <a:pt x="5940394" y="3799624"/>
                    </a:lnTo>
                    <a:lnTo>
                      <a:pt x="5955100" y="3841907"/>
                    </a:lnTo>
                    <a:lnTo>
                      <a:pt x="5969805" y="3883194"/>
                    </a:lnTo>
                    <a:lnTo>
                      <a:pt x="5984510" y="3923472"/>
                    </a:lnTo>
                    <a:lnTo>
                      <a:pt x="5999215" y="3962715"/>
                    </a:lnTo>
                    <a:lnTo>
                      <a:pt x="6013921" y="4000898"/>
                    </a:lnTo>
                    <a:lnTo>
                      <a:pt x="6028626" y="4037988"/>
                    </a:lnTo>
                    <a:lnTo>
                      <a:pt x="6043332" y="4073972"/>
                    </a:lnTo>
                    <a:lnTo>
                      <a:pt x="6058037" y="4108817"/>
                    </a:lnTo>
                    <a:lnTo>
                      <a:pt x="6072743" y="4142518"/>
                    </a:lnTo>
                    <a:lnTo>
                      <a:pt x="6087448" y="4175036"/>
                    </a:lnTo>
                    <a:lnTo>
                      <a:pt x="6102153" y="4206357"/>
                    </a:lnTo>
                    <a:lnTo>
                      <a:pt x="6116858" y="4236462"/>
                    </a:lnTo>
                    <a:lnTo>
                      <a:pt x="6131564" y="4265332"/>
                    </a:lnTo>
                    <a:lnTo>
                      <a:pt x="6146269" y="4292947"/>
                    </a:lnTo>
                    <a:lnTo>
                      <a:pt x="6160975" y="4319295"/>
                    </a:lnTo>
                    <a:lnTo>
                      <a:pt x="6175680" y="4344356"/>
                    </a:lnTo>
                    <a:lnTo>
                      <a:pt x="6190385" y="4368110"/>
                    </a:lnTo>
                    <a:lnTo>
                      <a:pt x="6205090" y="4390545"/>
                    </a:lnTo>
                    <a:lnTo>
                      <a:pt x="6219796" y="4411648"/>
                    </a:lnTo>
                    <a:lnTo>
                      <a:pt x="6234501" y="4431405"/>
                    </a:lnTo>
                    <a:lnTo>
                      <a:pt x="6249207" y="4449798"/>
                    </a:lnTo>
                    <a:lnTo>
                      <a:pt x="6263913" y="4466826"/>
                    </a:lnTo>
                    <a:lnTo>
                      <a:pt x="6278618" y="4482477"/>
                    </a:lnTo>
                    <a:lnTo>
                      <a:pt x="6293323" y="4496731"/>
                    </a:lnTo>
                    <a:lnTo>
                      <a:pt x="6308028" y="4509588"/>
                    </a:lnTo>
                    <a:lnTo>
                      <a:pt x="6322734" y="4521035"/>
                    </a:lnTo>
                    <a:lnTo>
                      <a:pt x="6337439" y="4531072"/>
                    </a:lnTo>
                    <a:lnTo>
                      <a:pt x="6352145" y="4539680"/>
                    </a:lnTo>
                    <a:lnTo>
                      <a:pt x="6366850" y="4546866"/>
                    </a:lnTo>
                    <a:lnTo>
                      <a:pt x="6381555" y="4552621"/>
                    </a:lnTo>
                    <a:lnTo>
                      <a:pt x="6396260" y="4556935"/>
                    </a:lnTo>
                    <a:lnTo>
                      <a:pt x="6410966" y="4559819"/>
                    </a:lnTo>
                    <a:lnTo>
                      <a:pt x="6425671" y="4561255"/>
                    </a:lnTo>
                    <a:lnTo>
                      <a:pt x="6440377" y="4561255"/>
                    </a:lnTo>
                    <a:lnTo>
                      <a:pt x="6455082" y="4559819"/>
                    </a:lnTo>
                    <a:lnTo>
                      <a:pt x="6469788" y="4556935"/>
                    </a:lnTo>
                    <a:lnTo>
                      <a:pt x="6484492" y="4552621"/>
                    </a:lnTo>
                    <a:lnTo>
                      <a:pt x="6499198" y="4546866"/>
                    </a:lnTo>
                    <a:lnTo>
                      <a:pt x="6513903" y="4539680"/>
                    </a:lnTo>
                    <a:lnTo>
                      <a:pt x="6528609" y="4531072"/>
                    </a:lnTo>
                    <a:lnTo>
                      <a:pt x="6543314" y="4521035"/>
                    </a:lnTo>
                    <a:lnTo>
                      <a:pt x="6558020" y="4509588"/>
                    </a:lnTo>
                    <a:lnTo>
                      <a:pt x="6572725" y="4496731"/>
                    </a:lnTo>
                    <a:lnTo>
                      <a:pt x="6587430" y="4482477"/>
                    </a:lnTo>
                    <a:lnTo>
                      <a:pt x="6602135" y="4466826"/>
                    </a:lnTo>
                    <a:lnTo>
                      <a:pt x="6616841" y="4449798"/>
                    </a:lnTo>
                    <a:lnTo>
                      <a:pt x="6631547" y="4431405"/>
                    </a:lnTo>
                    <a:lnTo>
                      <a:pt x="6646252" y="4411648"/>
                    </a:lnTo>
                    <a:lnTo>
                      <a:pt x="6660957" y="4390545"/>
                    </a:lnTo>
                    <a:lnTo>
                      <a:pt x="6675662" y="4368110"/>
                    </a:lnTo>
                    <a:lnTo>
                      <a:pt x="6690368" y="4344356"/>
                    </a:lnTo>
                    <a:lnTo>
                      <a:pt x="6705073" y="4319295"/>
                    </a:lnTo>
                    <a:lnTo>
                      <a:pt x="6719779" y="4292947"/>
                    </a:lnTo>
                    <a:lnTo>
                      <a:pt x="6734484" y="4265332"/>
                    </a:lnTo>
                    <a:lnTo>
                      <a:pt x="6749190" y="4236462"/>
                    </a:lnTo>
                    <a:lnTo>
                      <a:pt x="6763895" y="4206357"/>
                    </a:lnTo>
                    <a:lnTo>
                      <a:pt x="6778600" y="4175036"/>
                    </a:lnTo>
                    <a:lnTo>
                      <a:pt x="6793305" y="4142518"/>
                    </a:lnTo>
                    <a:lnTo>
                      <a:pt x="6808011" y="4108817"/>
                    </a:lnTo>
                    <a:lnTo>
                      <a:pt x="6822716" y="4073972"/>
                    </a:lnTo>
                    <a:lnTo>
                      <a:pt x="6837422" y="4037988"/>
                    </a:lnTo>
                    <a:lnTo>
                      <a:pt x="6852127" y="4000898"/>
                    </a:lnTo>
                    <a:lnTo>
                      <a:pt x="6866832" y="3962715"/>
                    </a:lnTo>
                    <a:lnTo>
                      <a:pt x="6881537" y="3923472"/>
                    </a:lnTo>
                    <a:lnTo>
                      <a:pt x="6896243" y="3883194"/>
                    </a:lnTo>
                    <a:lnTo>
                      <a:pt x="6910948" y="3841907"/>
                    </a:lnTo>
                    <a:lnTo>
                      <a:pt x="6925654" y="3799624"/>
                    </a:lnTo>
                    <a:lnTo>
                      <a:pt x="6940359" y="3756390"/>
                    </a:lnTo>
                    <a:lnTo>
                      <a:pt x="6955065" y="3712219"/>
                    </a:lnTo>
                    <a:lnTo>
                      <a:pt x="6969769" y="3667142"/>
                    </a:lnTo>
                    <a:lnTo>
                      <a:pt x="6984475" y="3621192"/>
                    </a:lnTo>
                    <a:lnTo>
                      <a:pt x="6999181" y="3574394"/>
                    </a:lnTo>
                    <a:lnTo>
                      <a:pt x="7013886" y="3526782"/>
                    </a:lnTo>
                    <a:lnTo>
                      <a:pt x="7028592" y="3478381"/>
                    </a:lnTo>
                    <a:lnTo>
                      <a:pt x="7043297" y="3429224"/>
                    </a:lnTo>
                    <a:lnTo>
                      <a:pt x="7058002" y="3379342"/>
                    </a:lnTo>
                    <a:lnTo>
                      <a:pt x="7072707" y="3328761"/>
                    </a:lnTo>
                    <a:lnTo>
                      <a:pt x="7087413" y="3277521"/>
                    </a:lnTo>
                    <a:lnTo>
                      <a:pt x="7102118" y="3225653"/>
                    </a:lnTo>
                    <a:lnTo>
                      <a:pt x="7116824" y="3173184"/>
                    </a:lnTo>
                    <a:lnTo>
                      <a:pt x="7131529" y="3120159"/>
                    </a:lnTo>
                    <a:lnTo>
                      <a:pt x="7146234" y="3066597"/>
                    </a:lnTo>
                    <a:lnTo>
                      <a:pt x="7160939" y="3012537"/>
                    </a:lnTo>
                    <a:lnTo>
                      <a:pt x="7175645" y="2958018"/>
                    </a:lnTo>
                    <a:lnTo>
                      <a:pt x="7190350" y="2903072"/>
                    </a:lnTo>
                    <a:lnTo>
                      <a:pt x="7205056" y="2847732"/>
                    </a:lnTo>
                    <a:lnTo>
                      <a:pt x="7219761" y="2792036"/>
                    </a:lnTo>
                    <a:lnTo>
                      <a:pt x="7234467" y="2736010"/>
                    </a:lnTo>
                    <a:lnTo>
                      <a:pt x="7249172" y="2679699"/>
                    </a:lnTo>
                    <a:lnTo>
                      <a:pt x="7263877" y="2623136"/>
                    </a:lnTo>
                    <a:lnTo>
                      <a:pt x="7278582" y="2566360"/>
                    </a:lnTo>
                    <a:lnTo>
                      <a:pt x="7293288" y="2509403"/>
                    </a:lnTo>
                    <a:lnTo>
                      <a:pt x="7307993" y="2452297"/>
                    </a:lnTo>
                    <a:lnTo>
                      <a:pt x="7322699" y="2395088"/>
                    </a:lnTo>
                    <a:lnTo>
                      <a:pt x="7337404" y="2337800"/>
                    </a:lnTo>
                    <a:lnTo>
                      <a:pt x="7352109" y="2280481"/>
                    </a:lnTo>
                    <a:lnTo>
                      <a:pt x="7366815" y="2223162"/>
                    </a:lnTo>
                    <a:lnTo>
                      <a:pt x="7381520" y="2165874"/>
                    </a:lnTo>
                    <a:lnTo>
                      <a:pt x="7396226" y="2108665"/>
                    </a:lnTo>
                    <a:lnTo>
                      <a:pt x="7410931" y="2051559"/>
                    </a:lnTo>
                    <a:lnTo>
                      <a:pt x="7425637" y="1994602"/>
                    </a:lnTo>
                    <a:lnTo>
                      <a:pt x="7440342" y="1937825"/>
                    </a:lnTo>
                    <a:lnTo>
                      <a:pt x="7455047" y="1881263"/>
                    </a:lnTo>
                    <a:lnTo>
                      <a:pt x="7469752" y="1824952"/>
                    </a:lnTo>
                    <a:lnTo>
                      <a:pt x="7484458" y="1768926"/>
                    </a:lnTo>
                    <a:lnTo>
                      <a:pt x="7499163" y="1713230"/>
                    </a:lnTo>
                    <a:lnTo>
                      <a:pt x="7513869" y="1657890"/>
                    </a:lnTo>
                    <a:lnTo>
                      <a:pt x="7528574" y="1602944"/>
                    </a:lnTo>
                    <a:lnTo>
                      <a:pt x="7543279" y="1548425"/>
                    </a:lnTo>
                    <a:lnTo>
                      <a:pt x="7557984" y="1494365"/>
                    </a:lnTo>
                    <a:lnTo>
                      <a:pt x="7572690" y="1440803"/>
                    </a:lnTo>
                    <a:lnTo>
                      <a:pt x="7587395" y="1387778"/>
                    </a:lnTo>
                    <a:lnTo>
                      <a:pt x="7602101" y="1335308"/>
                    </a:lnTo>
                    <a:lnTo>
                      <a:pt x="7616806" y="1283441"/>
                    </a:lnTo>
                    <a:lnTo>
                      <a:pt x="7631512" y="1232201"/>
                    </a:lnTo>
                    <a:lnTo>
                      <a:pt x="7646216" y="1181620"/>
                    </a:lnTo>
                    <a:lnTo>
                      <a:pt x="7660922" y="1131738"/>
                    </a:lnTo>
                    <a:lnTo>
                      <a:pt x="7675627" y="1082580"/>
                    </a:lnTo>
                    <a:lnTo>
                      <a:pt x="7690333" y="1034179"/>
                    </a:lnTo>
                    <a:lnTo>
                      <a:pt x="7705038" y="986567"/>
                    </a:lnTo>
                    <a:lnTo>
                      <a:pt x="7719744" y="939770"/>
                    </a:lnTo>
                    <a:lnTo>
                      <a:pt x="7734449" y="893820"/>
                    </a:lnTo>
                    <a:lnTo>
                      <a:pt x="7749154" y="848743"/>
                    </a:lnTo>
                    <a:lnTo>
                      <a:pt x="7763860" y="804572"/>
                    </a:lnTo>
                    <a:lnTo>
                      <a:pt x="7778565" y="761338"/>
                    </a:lnTo>
                    <a:lnTo>
                      <a:pt x="7793271" y="719055"/>
                    </a:lnTo>
                    <a:lnTo>
                      <a:pt x="7807976" y="677768"/>
                    </a:lnTo>
                    <a:lnTo>
                      <a:pt x="7822681" y="637490"/>
                    </a:lnTo>
                    <a:lnTo>
                      <a:pt x="7837386" y="598247"/>
                    </a:lnTo>
                    <a:lnTo>
                      <a:pt x="7852092" y="560064"/>
                    </a:lnTo>
                    <a:lnTo>
                      <a:pt x="7866797" y="522974"/>
                    </a:lnTo>
                    <a:lnTo>
                      <a:pt x="7881503" y="486990"/>
                    </a:lnTo>
                    <a:lnTo>
                      <a:pt x="7896208" y="452138"/>
                    </a:lnTo>
                    <a:lnTo>
                      <a:pt x="7910914" y="418443"/>
                    </a:lnTo>
                    <a:lnTo>
                      <a:pt x="7925619" y="385926"/>
                    </a:lnTo>
                    <a:lnTo>
                      <a:pt x="7940324" y="354605"/>
                    </a:lnTo>
                    <a:lnTo>
                      <a:pt x="7955029" y="324500"/>
                    </a:lnTo>
                    <a:lnTo>
                      <a:pt x="7969735" y="295630"/>
                    </a:lnTo>
                    <a:lnTo>
                      <a:pt x="7984440" y="268015"/>
                    </a:lnTo>
                    <a:lnTo>
                      <a:pt x="7999146" y="241667"/>
                    </a:lnTo>
                    <a:lnTo>
                      <a:pt x="8013851" y="216606"/>
                    </a:lnTo>
                    <a:lnTo>
                      <a:pt x="8028556" y="192852"/>
                    </a:lnTo>
                    <a:lnTo>
                      <a:pt x="8043261" y="170417"/>
                    </a:lnTo>
                    <a:lnTo>
                      <a:pt x="8057967" y="149314"/>
                    </a:lnTo>
                    <a:lnTo>
                      <a:pt x="8072672" y="129557"/>
                    </a:lnTo>
                    <a:lnTo>
                      <a:pt x="8087378" y="111164"/>
                    </a:lnTo>
                    <a:lnTo>
                      <a:pt x="8102084" y="94135"/>
                    </a:lnTo>
                    <a:lnTo>
                      <a:pt x="8116789" y="78485"/>
                    </a:lnTo>
                    <a:lnTo>
                      <a:pt x="8131494" y="64231"/>
                    </a:lnTo>
                    <a:lnTo>
                      <a:pt x="8146199" y="51374"/>
                    </a:lnTo>
                    <a:lnTo>
                      <a:pt x="8160905" y="39927"/>
                    </a:lnTo>
                    <a:lnTo>
                      <a:pt x="8175610" y="29890"/>
                    </a:lnTo>
                    <a:lnTo>
                      <a:pt x="8190316" y="21282"/>
                    </a:lnTo>
                    <a:lnTo>
                      <a:pt x="8205021" y="14097"/>
                    </a:lnTo>
                    <a:lnTo>
                      <a:pt x="8219726" y="8341"/>
                    </a:lnTo>
                    <a:lnTo>
                      <a:pt x="8234431" y="4027"/>
                    </a:lnTo>
                    <a:lnTo>
                      <a:pt x="8249137" y="1143"/>
                    </a:lnTo>
                    <a:lnTo>
                      <a:pt x="8263842" y="-293"/>
                    </a:lnTo>
                    <a:lnTo>
                      <a:pt x="8278548" y="-293"/>
                    </a:lnTo>
                    <a:lnTo>
                      <a:pt x="8293253" y="1143"/>
                    </a:lnTo>
                    <a:lnTo>
                      <a:pt x="8307958" y="4027"/>
                    </a:lnTo>
                    <a:lnTo>
                      <a:pt x="8322663" y="8341"/>
                    </a:lnTo>
                    <a:lnTo>
                      <a:pt x="8337369" y="14097"/>
                    </a:lnTo>
                    <a:lnTo>
                      <a:pt x="8352074" y="21282"/>
                    </a:lnTo>
                    <a:lnTo>
                      <a:pt x="8366780" y="29890"/>
                    </a:lnTo>
                    <a:lnTo>
                      <a:pt x="8381485" y="39927"/>
                    </a:lnTo>
                    <a:lnTo>
                      <a:pt x="8396190" y="51374"/>
                    </a:lnTo>
                    <a:lnTo>
                      <a:pt x="8410895" y="64231"/>
                    </a:lnTo>
                    <a:lnTo>
                      <a:pt x="8425601" y="78485"/>
                    </a:lnTo>
                    <a:lnTo>
                      <a:pt x="8440306" y="94135"/>
                    </a:lnTo>
                    <a:lnTo>
                      <a:pt x="8455012" y="111164"/>
                    </a:lnTo>
                    <a:lnTo>
                      <a:pt x="8469717" y="129557"/>
                    </a:lnTo>
                    <a:lnTo>
                      <a:pt x="8484422" y="149314"/>
                    </a:lnTo>
                    <a:lnTo>
                      <a:pt x="8499128" y="170417"/>
                    </a:lnTo>
                    <a:lnTo>
                      <a:pt x="8513833" y="192852"/>
                    </a:lnTo>
                    <a:lnTo>
                      <a:pt x="8528539" y="216606"/>
                    </a:lnTo>
                    <a:lnTo>
                      <a:pt x="8543244" y="241667"/>
                    </a:lnTo>
                    <a:lnTo>
                      <a:pt x="8557950" y="268015"/>
                    </a:lnTo>
                    <a:lnTo>
                      <a:pt x="8572655" y="295630"/>
                    </a:lnTo>
                    <a:lnTo>
                      <a:pt x="8587360" y="324500"/>
                    </a:lnTo>
                    <a:lnTo>
                      <a:pt x="8602065" y="354605"/>
                    </a:lnTo>
                    <a:lnTo>
                      <a:pt x="8616771" y="385926"/>
                    </a:lnTo>
                    <a:lnTo>
                      <a:pt x="8631476" y="418443"/>
                    </a:lnTo>
                    <a:lnTo>
                      <a:pt x="8646182" y="452138"/>
                    </a:lnTo>
                    <a:lnTo>
                      <a:pt x="8660887" y="486990"/>
                    </a:lnTo>
                    <a:lnTo>
                      <a:pt x="8675592" y="522974"/>
                    </a:lnTo>
                    <a:lnTo>
                      <a:pt x="8690297" y="560064"/>
                    </a:lnTo>
                    <a:lnTo>
                      <a:pt x="8705003" y="598247"/>
                    </a:lnTo>
                    <a:lnTo>
                      <a:pt x="8719708" y="637490"/>
                    </a:lnTo>
                    <a:lnTo>
                      <a:pt x="8734414" y="677768"/>
                    </a:lnTo>
                    <a:lnTo>
                      <a:pt x="8749119" y="719055"/>
                    </a:lnTo>
                    <a:lnTo>
                      <a:pt x="8763825" y="761338"/>
                    </a:lnTo>
                    <a:lnTo>
                      <a:pt x="8778530" y="804572"/>
                    </a:lnTo>
                    <a:lnTo>
                      <a:pt x="8793235" y="848743"/>
                    </a:lnTo>
                    <a:lnTo>
                      <a:pt x="8807940" y="893820"/>
                    </a:lnTo>
                    <a:lnTo>
                      <a:pt x="8822646" y="939770"/>
                    </a:lnTo>
                  </a:path>
                </a:pathLst>
              </a:custGeom>
              <a:noFill/>
              <a:ln w="38507" cap="flat">
                <a:solidFill>
                  <a:srgbClr val="8CA68C"/>
                </a:solidFill>
                <a:prstDash val="solid"/>
                <a:round/>
              </a:ln>
            </p:spPr>
          </p:sp>
          <p:sp>
            <p:nvSpPr>
              <p:cNvPr id="17" name="任意多边形: 形状 16">
                <a:extLst>
                  <a:ext uri="{FF2B5EF4-FFF2-40B4-BE49-F238E27FC236}">
                    <a16:creationId xmlns:a16="http://schemas.microsoft.com/office/drawing/2014/main" id="{4D59A1A3-54E2-9FB3-8A32-8C8EA2DE4424}"/>
                  </a:ext>
                </a:extLst>
              </p:cNvPr>
              <p:cNvSpPr/>
              <p:nvPr/>
            </p:nvSpPr>
            <p:spPr>
              <a:xfrm>
                <a:off x="2014589" y="950632"/>
                <a:ext cx="8823220" cy="5898759"/>
              </a:xfrm>
              <a:custGeom>
                <a:avLst/>
                <a:gdLst>
                  <a:gd name="csX0" fmla="*/ -575 w 8823220"/>
                  <a:gd name="csY0" fmla="*/ 2280662 h 4561910"/>
                  <a:gd name="csX1" fmla="*/ 14131 w 8823220"/>
                  <a:gd name="csY1" fmla="*/ 2173215 h 4561910"/>
                  <a:gd name="csX2" fmla="*/ 28836 w 8823220"/>
                  <a:gd name="csY2" fmla="*/ 2066007 h 4561910"/>
                  <a:gd name="csX3" fmla="*/ 43541 w 8823220"/>
                  <a:gd name="csY3" fmla="*/ 1959271 h 4561910"/>
                  <a:gd name="csX4" fmla="*/ 58247 w 8823220"/>
                  <a:gd name="csY4" fmla="*/ 1853253 h 4561910"/>
                  <a:gd name="csX5" fmla="*/ 72952 w 8823220"/>
                  <a:gd name="csY5" fmla="*/ 1748186 h 4561910"/>
                  <a:gd name="csX6" fmla="*/ 87657 w 8823220"/>
                  <a:gd name="csY6" fmla="*/ 1644295 h 4561910"/>
                  <a:gd name="csX7" fmla="*/ 102363 w 8823220"/>
                  <a:gd name="csY7" fmla="*/ 1541821 h 4561910"/>
                  <a:gd name="csX8" fmla="*/ 117068 w 8823220"/>
                  <a:gd name="csY8" fmla="*/ 1440984 h 4561910"/>
                  <a:gd name="csX9" fmla="*/ 131774 w 8823220"/>
                  <a:gd name="csY9" fmla="*/ 1342015 h 4561910"/>
                  <a:gd name="csX10" fmla="*/ 146479 w 8823220"/>
                  <a:gd name="csY10" fmla="*/ 1245129 h 4561910"/>
                  <a:gd name="csX11" fmla="*/ 161184 w 8823220"/>
                  <a:gd name="csY11" fmla="*/ 1150545 h 4561910"/>
                  <a:gd name="csX12" fmla="*/ 175890 w 8823220"/>
                  <a:gd name="csY12" fmla="*/ 1058464 h 4561910"/>
                  <a:gd name="csX13" fmla="*/ 190595 w 8823220"/>
                  <a:gd name="csY13" fmla="*/ 969099 h 4561910"/>
                  <a:gd name="csX14" fmla="*/ 205300 w 8823220"/>
                  <a:gd name="csY14" fmla="*/ 882645 h 4561910"/>
                  <a:gd name="csX15" fmla="*/ 220006 w 8823220"/>
                  <a:gd name="csY15" fmla="*/ 799301 h 4561910"/>
                  <a:gd name="csX16" fmla="*/ 234711 w 8823220"/>
                  <a:gd name="csY16" fmla="*/ 719236 h 4561910"/>
                  <a:gd name="csX17" fmla="*/ 249416 w 8823220"/>
                  <a:gd name="csY17" fmla="*/ 642644 h 4561910"/>
                  <a:gd name="csX18" fmla="*/ 264122 w 8823220"/>
                  <a:gd name="csY18" fmla="*/ 569693 h 4561910"/>
                  <a:gd name="csX19" fmla="*/ 278827 w 8823220"/>
                  <a:gd name="csY19" fmla="*/ 500532 h 4561910"/>
                  <a:gd name="csX20" fmla="*/ 293533 w 8823220"/>
                  <a:gd name="csY20" fmla="*/ 435329 h 4561910"/>
                  <a:gd name="csX21" fmla="*/ 308238 w 8823220"/>
                  <a:gd name="csY21" fmla="*/ 374220 h 4561910"/>
                  <a:gd name="csX22" fmla="*/ 322943 w 8823220"/>
                  <a:gd name="csY22" fmla="*/ 317347 h 4561910"/>
                  <a:gd name="csX23" fmla="*/ 337649 w 8823220"/>
                  <a:gd name="csY23" fmla="*/ 264833 h 4561910"/>
                  <a:gd name="csX24" fmla="*/ 352354 w 8823220"/>
                  <a:gd name="csY24" fmla="*/ 216787 h 4561910"/>
                  <a:gd name="csX25" fmla="*/ 367059 w 8823220"/>
                  <a:gd name="csY25" fmla="*/ 173334 h 4561910"/>
                  <a:gd name="csX26" fmla="*/ 381765 w 8823220"/>
                  <a:gd name="csY26" fmla="*/ 134556 h 4561910"/>
                  <a:gd name="csX27" fmla="*/ 396470 w 8823220"/>
                  <a:gd name="csY27" fmla="*/ 100538 h 4561910"/>
                  <a:gd name="csX28" fmla="*/ 411176 w 8823220"/>
                  <a:gd name="csY28" fmla="*/ 71364 h 4561910"/>
                  <a:gd name="csX29" fmla="*/ 425881 w 8823220"/>
                  <a:gd name="csY29" fmla="*/ 47099 h 4561910"/>
                  <a:gd name="csX30" fmla="*/ 440586 w 8823220"/>
                  <a:gd name="csY30" fmla="*/ 27788 h 4561910"/>
                  <a:gd name="csX31" fmla="*/ 455292 w 8823220"/>
                  <a:gd name="csY31" fmla="*/ 13482 h 4561910"/>
                  <a:gd name="csX32" fmla="*/ 469997 w 8823220"/>
                  <a:gd name="csY32" fmla="*/ 4208 h 4561910"/>
                  <a:gd name="csX33" fmla="*/ 484702 w 8823220"/>
                  <a:gd name="csY33" fmla="*/ -15 h 4561910"/>
                  <a:gd name="csX34" fmla="*/ 499408 w 8823220"/>
                  <a:gd name="csY34" fmla="*/ 832 h 4561910"/>
                  <a:gd name="csX35" fmla="*/ 514113 w 8823220"/>
                  <a:gd name="csY35" fmla="*/ 6737 h 4561910"/>
                  <a:gd name="csX36" fmla="*/ 528819 w 8823220"/>
                  <a:gd name="csY36" fmla="*/ 17692 h 4561910"/>
                  <a:gd name="csX37" fmla="*/ 543524 w 8823220"/>
                  <a:gd name="csY37" fmla="*/ 33673 h 4561910"/>
                  <a:gd name="csX38" fmla="*/ 558229 w 8823220"/>
                  <a:gd name="csY38" fmla="*/ 54640 h 4561910"/>
                  <a:gd name="csX39" fmla="*/ 572935 w 8823220"/>
                  <a:gd name="csY39" fmla="*/ 80548 h 4561910"/>
                  <a:gd name="csX40" fmla="*/ 587640 w 8823220"/>
                  <a:gd name="csY40" fmla="*/ 111345 h 4561910"/>
                  <a:gd name="csX41" fmla="*/ 602345 w 8823220"/>
                  <a:gd name="csY41" fmla="*/ 146954 h 4561910"/>
                  <a:gd name="csX42" fmla="*/ 617051 w 8823220"/>
                  <a:gd name="csY42" fmla="*/ 187303 h 4561910"/>
                  <a:gd name="csX43" fmla="*/ 631756 w 8823220"/>
                  <a:gd name="csY43" fmla="*/ 232302 h 4561910"/>
                  <a:gd name="csX44" fmla="*/ 646462 w 8823220"/>
                  <a:gd name="csY44" fmla="*/ 281842 h 4561910"/>
                  <a:gd name="csX45" fmla="*/ 661167 w 8823220"/>
                  <a:gd name="csY45" fmla="*/ 335824 h 4561910"/>
                  <a:gd name="csX46" fmla="*/ 675872 w 8823220"/>
                  <a:gd name="csY46" fmla="*/ 394126 h 4561910"/>
                  <a:gd name="csX47" fmla="*/ 690578 w 8823220"/>
                  <a:gd name="csY47" fmla="*/ 456613 h 4561910"/>
                  <a:gd name="csX48" fmla="*/ 705283 w 8823220"/>
                  <a:gd name="csY48" fmla="*/ 523155 h 4561910"/>
                  <a:gd name="csX49" fmla="*/ 719988 w 8823220"/>
                  <a:gd name="csY49" fmla="*/ 593596 h 4561910"/>
                  <a:gd name="csX50" fmla="*/ 734694 w 8823220"/>
                  <a:gd name="csY50" fmla="*/ 667783 h 4561910"/>
                  <a:gd name="csX51" fmla="*/ 749399 w 8823220"/>
                  <a:gd name="csY51" fmla="*/ 745552 h 4561910"/>
                  <a:gd name="csX52" fmla="*/ 764104 w 8823220"/>
                  <a:gd name="csY52" fmla="*/ 826722 h 4561910"/>
                  <a:gd name="csX53" fmla="*/ 778810 w 8823220"/>
                  <a:gd name="csY53" fmla="*/ 911127 h 4561910"/>
                  <a:gd name="csX54" fmla="*/ 793515 w 8823220"/>
                  <a:gd name="csY54" fmla="*/ 998577 h 4561910"/>
                  <a:gd name="csX55" fmla="*/ 808220 w 8823220"/>
                  <a:gd name="csY55" fmla="*/ 1088867 h 4561910"/>
                  <a:gd name="csX56" fmla="*/ 822926 w 8823220"/>
                  <a:gd name="csY56" fmla="*/ 1181801 h 4561910"/>
                  <a:gd name="csX57" fmla="*/ 837631 w 8823220"/>
                  <a:gd name="csY57" fmla="*/ 1277181 h 4561910"/>
                  <a:gd name="csX58" fmla="*/ 852337 w 8823220"/>
                  <a:gd name="csY58" fmla="*/ 1374785 h 4561910"/>
                  <a:gd name="csX59" fmla="*/ 867042 w 8823220"/>
                  <a:gd name="csY59" fmla="*/ 1474400 h 4561910"/>
                  <a:gd name="csX60" fmla="*/ 881747 w 8823220"/>
                  <a:gd name="csY60" fmla="*/ 1575807 h 4561910"/>
                  <a:gd name="csX61" fmla="*/ 896453 w 8823220"/>
                  <a:gd name="csY61" fmla="*/ 1678779 h 4561910"/>
                  <a:gd name="csX62" fmla="*/ 911158 w 8823220"/>
                  <a:gd name="csY62" fmla="*/ 1783089 h 4561910"/>
                  <a:gd name="csX63" fmla="*/ 925863 w 8823220"/>
                  <a:gd name="csY63" fmla="*/ 1888500 h 4561910"/>
                  <a:gd name="csX64" fmla="*/ 940569 w 8823220"/>
                  <a:gd name="csY64" fmla="*/ 1994783 h 4561910"/>
                  <a:gd name="csX65" fmla="*/ 955274 w 8823220"/>
                  <a:gd name="csY65" fmla="*/ 2101700 h 4561910"/>
                  <a:gd name="csX66" fmla="*/ 969980 w 8823220"/>
                  <a:gd name="csY66" fmla="*/ 2209018 h 4561910"/>
                  <a:gd name="csX67" fmla="*/ 984685 w 8823220"/>
                  <a:gd name="csY67" fmla="*/ 2316491 h 4561910"/>
                  <a:gd name="csX68" fmla="*/ 999390 w 8823220"/>
                  <a:gd name="csY68" fmla="*/ 2423886 h 4561910"/>
                  <a:gd name="csX69" fmla="*/ 1014096 w 8823220"/>
                  <a:gd name="csY69" fmla="*/ 2530959 h 4561910"/>
                  <a:gd name="csX70" fmla="*/ 1028801 w 8823220"/>
                  <a:gd name="csY70" fmla="*/ 2637481 h 4561910"/>
                  <a:gd name="csX71" fmla="*/ 1043506 w 8823220"/>
                  <a:gd name="csY71" fmla="*/ 2743214 h 4561910"/>
                  <a:gd name="csX72" fmla="*/ 1058212 w 8823220"/>
                  <a:gd name="csY72" fmla="*/ 2847913 h 4561910"/>
                  <a:gd name="csX73" fmla="*/ 1072917 w 8823220"/>
                  <a:gd name="csY73" fmla="*/ 2951357 h 4561910"/>
                  <a:gd name="csX74" fmla="*/ 1087623 w 8823220"/>
                  <a:gd name="csY74" fmla="*/ 3053307 h 4561910"/>
                  <a:gd name="csX75" fmla="*/ 1102328 w 8823220"/>
                  <a:gd name="csY75" fmla="*/ 3153543 h 4561910"/>
                  <a:gd name="csX76" fmla="*/ 1117033 w 8823220"/>
                  <a:gd name="csY76" fmla="*/ 3251846 h 4561910"/>
                  <a:gd name="csX77" fmla="*/ 1131739 w 8823220"/>
                  <a:gd name="csY77" fmla="*/ 3347988 h 4561910"/>
                  <a:gd name="csX78" fmla="*/ 1146444 w 8823220"/>
                  <a:gd name="csY78" fmla="*/ 3441763 h 4561910"/>
                  <a:gd name="csX79" fmla="*/ 1161149 w 8823220"/>
                  <a:gd name="csY79" fmla="*/ 3532959 h 4561910"/>
                  <a:gd name="csX80" fmla="*/ 1175855 w 8823220"/>
                  <a:gd name="csY80" fmla="*/ 3621373 h 4561910"/>
                  <a:gd name="csX81" fmla="*/ 1190560 w 8823220"/>
                  <a:gd name="csY81" fmla="*/ 3706812 h 4561910"/>
                  <a:gd name="csX82" fmla="*/ 1205266 w 8823220"/>
                  <a:gd name="csY82" fmla="*/ 3789088 h 4561910"/>
                  <a:gd name="csX83" fmla="*/ 1219971 w 8823220"/>
                  <a:gd name="csY83" fmla="*/ 3868009 h 4561910"/>
                  <a:gd name="csX84" fmla="*/ 1234676 w 8823220"/>
                  <a:gd name="csY84" fmla="*/ 3943410 h 4561910"/>
                  <a:gd name="csX85" fmla="*/ 1249382 w 8823220"/>
                  <a:gd name="csY85" fmla="*/ 4015113 h 4561910"/>
                  <a:gd name="csX86" fmla="*/ 1264087 w 8823220"/>
                  <a:gd name="csY86" fmla="*/ 4082974 h 4561910"/>
                  <a:gd name="csX87" fmla="*/ 1278792 w 8823220"/>
                  <a:gd name="csY87" fmla="*/ 4146826 h 4561910"/>
                  <a:gd name="csX88" fmla="*/ 1293498 w 8823220"/>
                  <a:gd name="csY88" fmla="*/ 4206538 h 4561910"/>
                  <a:gd name="csX89" fmla="*/ 1308203 w 8823220"/>
                  <a:gd name="csY89" fmla="*/ 4261975 h 4561910"/>
                  <a:gd name="csX90" fmla="*/ 1322908 w 8823220"/>
                  <a:gd name="csY90" fmla="*/ 4313009 h 4561910"/>
                  <a:gd name="csX91" fmla="*/ 1337614 w 8823220"/>
                  <a:gd name="csY91" fmla="*/ 4359534 h 4561910"/>
                  <a:gd name="csX92" fmla="*/ 1352319 w 8823220"/>
                  <a:gd name="csY92" fmla="*/ 4401442 h 4561910"/>
                  <a:gd name="csX93" fmla="*/ 1367024 w 8823220"/>
                  <a:gd name="csY93" fmla="*/ 4438642 h 4561910"/>
                  <a:gd name="csX94" fmla="*/ 1381730 w 8823220"/>
                  <a:gd name="csY94" fmla="*/ 4471049 h 4561910"/>
                  <a:gd name="csX95" fmla="*/ 1396435 w 8823220"/>
                  <a:gd name="csY95" fmla="*/ 4498594 h 4561910"/>
                  <a:gd name="csX96" fmla="*/ 1411141 w 8823220"/>
                  <a:gd name="csY96" fmla="*/ 4521216 h 4561910"/>
                  <a:gd name="csX97" fmla="*/ 1425846 w 8823220"/>
                  <a:gd name="csY97" fmla="*/ 4538865 h 4561910"/>
                  <a:gd name="csX98" fmla="*/ 1440551 w 8823220"/>
                  <a:gd name="csY98" fmla="*/ 4551496 h 4561910"/>
                  <a:gd name="csX99" fmla="*/ 1455257 w 8823220"/>
                  <a:gd name="csY99" fmla="*/ 4559089 h 4561910"/>
                  <a:gd name="csX100" fmla="*/ 1469962 w 8823220"/>
                  <a:gd name="csY100" fmla="*/ 4561617 h 4561910"/>
                  <a:gd name="csX101" fmla="*/ 1484667 w 8823220"/>
                  <a:gd name="csY101" fmla="*/ 4559089 h 4561910"/>
                  <a:gd name="csX102" fmla="*/ 1499373 w 8823220"/>
                  <a:gd name="csY102" fmla="*/ 4551496 h 4561910"/>
                  <a:gd name="csX103" fmla="*/ 1514078 w 8823220"/>
                  <a:gd name="csY103" fmla="*/ 4538865 h 4561910"/>
                  <a:gd name="csX104" fmla="*/ 1528784 w 8823220"/>
                  <a:gd name="csY104" fmla="*/ 4521216 h 4561910"/>
                  <a:gd name="csX105" fmla="*/ 1543489 w 8823220"/>
                  <a:gd name="csY105" fmla="*/ 4498594 h 4561910"/>
                  <a:gd name="csX106" fmla="*/ 1558194 w 8823220"/>
                  <a:gd name="csY106" fmla="*/ 4471049 h 4561910"/>
                  <a:gd name="csX107" fmla="*/ 1572900 w 8823220"/>
                  <a:gd name="csY107" fmla="*/ 4438642 h 4561910"/>
                  <a:gd name="csX108" fmla="*/ 1587605 w 8823220"/>
                  <a:gd name="csY108" fmla="*/ 4401442 h 4561910"/>
                  <a:gd name="csX109" fmla="*/ 1602310 w 8823220"/>
                  <a:gd name="csY109" fmla="*/ 4359534 h 4561910"/>
                  <a:gd name="csX110" fmla="*/ 1617016 w 8823220"/>
                  <a:gd name="csY110" fmla="*/ 4313009 h 4561910"/>
                  <a:gd name="csX111" fmla="*/ 1631721 w 8823220"/>
                  <a:gd name="csY111" fmla="*/ 4261975 h 4561910"/>
                  <a:gd name="csX112" fmla="*/ 1646427 w 8823220"/>
                  <a:gd name="csY112" fmla="*/ 4206538 h 4561910"/>
                  <a:gd name="csX113" fmla="*/ 1661132 w 8823220"/>
                  <a:gd name="csY113" fmla="*/ 4146826 h 4561910"/>
                  <a:gd name="csX114" fmla="*/ 1675837 w 8823220"/>
                  <a:gd name="csY114" fmla="*/ 4082974 h 4561910"/>
                  <a:gd name="csX115" fmla="*/ 1690543 w 8823220"/>
                  <a:gd name="csY115" fmla="*/ 4015113 h 4561910"/>
                  <a:gd name="csX116" fmla="*/ 1705248 w 8823220"/>
                  <a:gd name="csY116" fmla="*/ 3943410 h 4561910"/>
                  <a:gd name="csX117" fmla="*/ 1719953 w 8823220"/>
                  <a:gd name="csY117" fmla="*/ 3868009 h 4561910"/>
                  <a:gd name="csX118" fmla="*/ 1734659 w 8823220"/>
                  <a:gd name="csY118" fmla="*/ 3789088 h 4561910"/>
                  <a:gd name="csX119" fmla="*/ 1749364 w 8823220"/>
                  <a:gd name="csY119" fmla="*/ 3706812 h 4561910"/>
                  <a:gd name="csX120" fmla="*/ 1764070 w 8823220"/>
                  <a:gd name="csY120" fmla="*/ 3621373 h 4561910"/>
                  <a:gd name="csX121" fmla="*/ 1778775 w 8823220"/>
                  <a:gd name="csY121" fmla="*/ 3532959 h 4561910"/>
                  <a:gd name="csX122" fmla="*/ 1793480 w 8823220"/>
                  <a:gd name="csY122" fmla="*/ 3441763 h 4561910"/>
                  <a:gd name="csX123" fmla="*/ 1808186 w 8823220"/>
                  <a:gd name="csY123" fmla="*/ 3347988 h 4561910"/>
                  <a:gd name="csX124" fmla="*/ 1822891 w 8823220"/>
                  <a:gd name="csY124" fmla="*/ 3251846 h 4561910"/>
                  <a:gd name="csX125" fmla="*/ 1837596 w 8823220"/>
                  <a:gd name="csY125" fmla="*/ 3153543 h 4561910"/>
                  <a:gd name="csX126" fmla="*/ 1852302 w 8823220"/>
                  <a:gd name="csY126" fmla="*/ 3053307 h 4561910"/>
                  <a:gd name="csX127" fmla="*/ 1867007 w 8823220"/>
                  <a:gd name="csY127" fmla="*/ 2951357 h 4561910"/>
                  <a:gd name="csX128" fmla="*/ 1881712 w 8823220"/>
                  <a:gd name="csY128" fmla="*/ 2847913 h 4561910"/>
                  <a:gd name="csX129" fmla="*/ 1896418 w 8823220"/>
                  <a:gd name="csY129" fmla="*/ 2743214 h 4561910"/>
                  <a:gd name="csX130" fmla="*/ 1911123 w 8823220"/>
                  <a:gd name="csY130" fmla="*/ 2637481 h 4561910"/>
                  <a:gd name="csX131" fmla="*/ 1925828 w 8823220"/>
                  <a:gd name="csY131" fmla="*/ 2530959 h 4561910"/>
                  <a:gd name="csX132" fmla="*/ 1940534 w 8823220"/>
                  <a:gd name="csY132" fmla="*/ 2423886 h 4561910"/>
                  <a:gd name="csX133" fmla="*/ 1955239 w 8823220"/>
                  <a:gd name="csY133" fmla="*/ 2316491 h 4561910"/>
                  <a:gd name="csX134" fmla="*/ 1969944 w 8823220"/>
                  <a:gd name="csY134" fmla="*/ 2209018 h 4561910"/>
                  <a:gd name="csX135" fmla="*/ 1984650 w 8823220"/>
                  <a:gd name="csY135" fmla="*/ 2101700 h 4561910"/>
                  <a:gd name="csX136" fmla="*/ 1999355 w 8823220"/>
                  <a:gd name="csY136" fmla="*/ 1994783 h 4561910"/>
                  <a:gd name="csX137" fmla="*/ 2014061 w 8823220"/>
                  <a:gd name="csY137" fmla="*/ 1888500 h 4561910"/>
                  <a:gd name="csX138" fmla="*/ 2028766 w 8823220"/>
                  <a:gd name="csY138" fmla="*/ 1783089 h 4561910"/>
                  <a:gd name="csX139" fmla="*/ 2043472 w 8823220"/>
                  <a:gd name="csY139" fmla="*/ 1678779 h 4561910"/>
                  <a:gd name="csX140" fmla="*/ 2058177 w 8823220"/>
                  <a:gd name="csY140" fmla="*/ 1575807 h 4561910"/>
                  <a:gd name="csX141" fmla="*/ 2072882 w 8823220"/>
                  <a:gd name="csY141" fmla="*/ 1474400 h 4561910"/>
                  <a:gd name="csX142" fmla="*/ 2087588 w 8823220"/>
                  <a:gd name="csY142" fmla="*/ 1374785 h 4561910"/>
                  <a:gd name="csX143" fmla="*/ 2102293 w 8823220"/>
                  <a:gd name="csY143" fmla="*/ 1277181 h 4561910"/>
                  <a:gd name="csX144" fmla="*/ 2116998 w 8823220"/>
                  <a:gd name="csY144" fmla="*/ 1181801 h 4561910"/>
                  <a:gd name="csX145" fmla="*/ 2131704 w 8823220"/>
                  <a:gd name="csY145" fmla="*/ 1088867 h 4561910"/>
                  <a:gd name="csX146" fmla="*/ 2146409 w 8823220"/>
                  <a:gd name="csY146" fmla="*/ 998577 h 4561910"/>
                  <a:gd name="csX147" fmla="*/ 2161114 w 8823220"/>
                  <a:gd name="csY147" fmla="*/ 911127 h 4561910"/>
                  <a:gd name="csX148" fmla="*/ 2175820 w 8823220"/>
                  <a:gd name="csY148" fmla="*/ 826722 h 4561910"/>
                  <a:gd name="csX149" fmla="*/ 2190525 w 8823220"/>
                  <a:gd name="csY149" fmla="*/ 745552 h 4561910"/>
                  <a:gd name="csX150" fmla="*/ 2205231 w 8823220"/>
                  <a:gd name="csY150" fmla="*/ 667783 h 4561910"/>
                  <a:gd name="csX151" fmla="*/ 2219936 w 8823220"/>
                  <a:gd name="csY151" fmla="*/ 593596 h 4561910"/>
                  <a:gd name="csX152" fmla="*/ 2234641 w 8823220"/>
                  <a:gd name="csY152" fmla="*/ 523155 h 4561910"/>
                  <a:gd name="csX153" fmla="*/ 2249347 w 8823220"/>
                  <a:gd name="csY153" fmla="*/ 456613 h 4561910"/>
                  <a:gd name="csX154" fmla="*/ 2264052 w 8823220"/>
                  <a:gd name="csY154" fmla="*/ 394126 h 4561910"/>
                  <a:gd name="csX155" fmla="*/ 2278757 w 8823220"/>
                  <a:gd name="csY155" fmla="*/ 335824 h 4561910"/>
                  <a:gd name="csX156" fmla="*/ 2293463 w 8823220"/>
                  <a:gd name="csY156" fmla="*/ 281842 h 4561910"/>
                  <a:gd name="csX157" fmla="*/ 2308168 w 8823220"/>
                  <a:gd name="csY157" fmla="*/ 232302 h 4561910"/>
                  <a:gd name="csX158" fmla="*/ 2322873 w 8823220"/>
                  <a:gd name="csY158" fmla="*/ 187303 h 4561910"/>
                  <a:gd name="csX159" fmla="*/ 2337579 w 8823220"/>
                  <a:gd name="csY159" fmla="*/ 146954 h 4561910"/>
                  <a:gd name="csX160" fmla="*/ 2352284 w 8823220"/>
                  <a:gd name="csY160" fmla="*/ 111345 h 4561910"/>
                  <a:gd name="csX161" fmla="*/ 2366989 w 8823220"/>
                  <a:gd name="csY161" fmla="*/ 80548 h 4561910"/>
                  <a:gd name="csX162" fmla="*/ 2381695 w 8823220"/>
                  <a:gd name="csY162" fmla="*/ 54640 h 4561910"/>
                  <a:gd name="csX163" fmla="*/ 2396401 w 8823220"/>
                  <a:gd name="csY163" fmla="*/ 33673 h 4561910"/>
                  <a:gd name="csX164" fmla="*/ 2411106 w 8823220"/>
                  <a:gd name="csY164" fmla="*/ 17692 h 4561910"/>
                  <a:gd name="csX165" fmla="*/ 2425811 w 8823220"/>
                  <a:gd name="csY165" fmla="*/ 6737 h 4561910"/>
                  <a:gd name="csX166" fmla="*/ 2440517 w 8823220"/>
                  <a:gd name="csY166" fmla="*/ 832 h 4561910"/>
                  <a:gd name="csX167" fmla="*/ 2455222 w 8823220"/>
                  <a:gd name="csY167" fmla="*/ -15 h 4561910"/>
                  <a:gd name="csX168" fmla="*/ 2469927 w 8823220"/>
                  <a:gd name="csY168" fmla="*/ 4208 h 4561910"/>
                  <a:gd name="csX169" fmla="*/ 2484633 w 8823220"/>
                  <a:gd name="csY169" fmla="*/ 13482 h 4561910"/>
                  <a:gd name="csX170" fmla="*/ 2499338 w 8823220"/>
                  <a:gd name="csY170" fmla="*/ 27788 h 4561910"/>
                  <a:gd name="csX171" fmla="*/ 2514043 w 8823220"/>
                  <a:gd name="csY171" fmla="*/ 47099 h 4561910"/>
                  <a:gd name="csX172" fmla="*/ 2528749 w 8823220"/>
                  <a:gd name="csY172" fmla="*/ 71364 h 4561910"/>
                  <a:gd name="csX173" fmla="*/ 2543454 w 8823220"/>
                  <a:gd name="csY173" fmla="*/ 100538 h 4561910"/>
                  <a:gd name="csX174" fmla="*/ 2558159 w 8823220"/>
                  <a:gd name="csY174" fmla="*/ 134556 h 4561910"/>
                  <a:gd name="csX175" fmla="*/ 2572865 w 8823220"/>
                  <a:gd name="csY175" fmla="*/ 173334 h 4561910"/>
                  <a:gd name="csX176" fmla="*/ 2587570 w 8823220"/>
                  <a:gd name="csY176" fmla="*/ 216787 h 4561910"/>
                  <a:gd name="csX177" fmla="*/ 2602275 w 8823220"/>
                  <a:gd name="csY177" fmla="*/ 264833 h 4561910"/>
                  <a:gd name="csX178" fmla="*/ 2616981 w 8823220"/>
                  <a:gd name="csY178" fmla="*/ 317347 h 4561910"/>
                  <a:gd name="csX179" fmla="*/ 2631686 w 8823220"/>
                  <a:gd name="csY179" fmla="*/ 374220 h 4561910"/>
                  <a:gd name="csX180" fmla="*/ 2646392 w 8823220"/>
                  <a:gd name="csY180" fmla="*/ 435329 h 4561910"/>
                  <a:gd name="csX181" fmla="*/ 2661097 w 8823220"/>
                  <a:gd name="csY181" fmla="*/ 500532 h 4561910"/>
                  <a:gd name="csX182" fmla="*/ 2675802 w 8823220"/>
                  <a:gd name="csY182" fmla="*/ 569693 h 4561910"/>
                  <a:gd name="csX183" fmla="*/ 2690508 w 8823220"/>
                  <a:gd name="csY183" fmla="*/ 642644 h 4561910"/>
                  <a:gd name="csX184" fmla="*/ 2705213 w 8823220"/>
                  <a:gd name="csY184" fmla="*/ 719236 h 4561910"/>
                  <a:gd name="csX185" fmla="*/ 2719918 w 8823220"/>
                  <a:gd name="csY185" fmla="*/ 799301 h 4561910"/>
                  <a:gd name="csX186" fmla="*/ 2734624 w 8823220"/>
                  <a:gd name="csY186" fmla="*/ 882645 h 4561910"/>
                  <a:gd name="csX187" fmla="*/ 2749329 w 8823220"/>
                  <a:gd name="csY187" fmla="*/ 969099 h 4561910"/>
                  <a:gd name="csX188" fmla="*/ 2764035 w 8823220"/>
                  <a:gd name="csY188" fmla="*/ 1058464 h 4561910"/>
                  <a:gd name="csX189" fmla="*/ 2778740 w 8823220"/>
                  <a:gd name="csY189" fmla="*/ 1150545 h 4561910"/>
                  <a:gd name="csX190" fmla="*/ 2793445 w 8823220"/>
                  <a:gd name="csY190" fmla="*/ 1245129 h 4561910"/>
                  <a:gd name="csX191" fmla="*/ 2808151 w 8823220"/>
                  <a:gd name="csY191" fmla="*/ 1342015 h 4561910"/>
                  <a:gd name="csX192" fmla="*/ 2822856 w 8823220"/>
                  <a:gd name="csY192" fmla="*/ 1440984 h 4561910"/>
                  <a:gd name="csX193" fmla="*/ 2837561 w 8823220"/>
                  <a:gd name="csY193" fmla="*/ 1541821 h 4561910"/>
                  <a:gd name="csX194" fmla="*/ 2852267 w 8823220"/>
                  <a:gd name="csY194" fmla="*/ 1644295 h 4561910"/>
                  <a:gd name="csX195" fmla="*/ 2866972 w 8823220"/>
                  <a:gd name="csY195" fmla="*/ 1748186 h 4561910"/>
                  <a:gd name="csX196" fmla="*/ 2881678 w 8823220"/>
                  <a:gd name="csY196" fmla="*/ 1853253 h 4561910"/>
                  <a:gd name="csX197" fmla="*/ 2896383 w 8823220"/>
                  <a:gd name="csY197" fmla="*/ 1959271 h 4561910"/>
                  <a:gd name="csX198" fmla="*/ 2911088 w 8823220"/>
                  <a:gd name="csY198" fmla="*/ 2066007 h 4561910"/>
                  <a:gd name="csX199" fmla="*/ 2925794 w 8823220"/>
                  <a:gd name="csY199" fmla="*/ 2173215 h 4561910"/>
                  <a:gd name="csX200" fmla="*/ 2940499 w 8823220"/>
                  <a:gd name="csY200" fmla="*/ 2280662 h 4561910"/>
                  <a:gd name="csX201" fmla="*/ 2955204 w 8823220"/>
                  <a:gd name="csY201" fmla="*/ 2388109 h 4561910"/>
                  <a:gd name="csX202" fmla="*/ 2969910 w 8823220"/>
                  <a:gd name="csY202" fmla="*/ 2495317 h 4561910"/>
                  <a:gd name="csX203" fmla="*/ 2984615 w 8823220"/>
                  <a:gd name="csY203" fmla="*/ 2602053 h 4561910"/>
                  <a:gd name="csX204" fmla="*/ 2999320 w 8823220"/>
                  <a:gd name="csY204" fmla="*/ 2708071 h 4561910"/>
                  <a:gd name="csX205" fmla="*/ 3014026 w 8823220"/>
                  <a:gd name="csY205" fmla="*/ 2813138 h 4561910"/>
                  <a:gd name="csX206" fmla="*/ 3028731 w 8823220"/>
                  <a:gd name="csY206" fmla="*/ 2917029 h 4561910"/>
                  <a:gd name="csX207" fmla="*/ 3043436 w 8823220"/>
                  <a:gd name="csY207" fmla="*/ 3019502 h 4561910"/>
                  <a:gd name="csX208" fmla="*/ 3058142 w 8823220"/>
                  <a:gd name="csY208" fmla="*/ 3120340 h 4561910"/>
                  <a:gd name="csX209" fmla="*/ 3072847 w 8823220"/>
                  <a:gd name="csY209" fmla="*/ 3219309 h 4561910"/>
                  <a:gd name="csX210" fmla="*/ 3087552 w 8823220"/>
                  <a:gd name="csY210" fmla="*/ 3316195 h 4561910"/>
                  <a:gd name="csX211" fmla="*/ 3102258 w 8823220"/>
                  <a:gd name="csY211" fmla="*/ 3410779 h 4561910"/>
                  <a:gd name="csX212" fmla="*/ 3116963 w 8823220"/>
                  <a:gd name="csY212" fmla="*/ 3502860 h 4561910"/>
                  <a:gd name="csX213" fmla="*/ 3131669 w 8823220"/>
                  <a:gd name="csY213" fmla="*/ 3592225 h 4561910"/>
                  <a:gd name="csX214" fmla="*/ 3146374 w 8823220"/>
                  <a:gd name="csY214" fmla="*/ 3678679 h 4561910"/>
                  <a:gd name="csX215" fmla="*/ 3161080 w 8823220"/>
                  <a:gd name="csY215" fmla="*/ 3762023 h 4561910"/>
                  <a:gd name="csX216" fmla="*/ 3175785 w 8823220"/>
                  <a:gd name="csY216" fmla="*/ 3842088 h 4561910"/>
                  <a:gd name="csX217" fmla="*/ 3190490 w 8823220"/>
                  <a:gd name="csY217" fmla="*/ 3918680 h 4561910"/>
                  <a:gd name="csX218" fmla="*/ 3205196 w 8823220"/>
                  <a:gd name="csY218" fmla="*/ 3991630 h 4561910"/>
                  <a:gd name="csX219" fmla="*/ 3219901 w 8823220"/>
                  <a:gd name="csY219" fmla="*/ 4060792 h 4561910"/>
                  <a:gd name="csX220" fmla="*/ 3234606 w 8823220"/>
                  <a:gd name="csY220" fmla="*/ 4125994 h 4561910"/>
                  <a:gd name="csX221" fmla="*/ 3249312 w 8823220"/>
                  <a:gd name="csY221" fmla="*/ 4187104 h 4561910"/>
                  <a:gd name="csX222" fmla="*/ 3264017 w 8823220"/>
                  <a:gd name="csY222" fmla="*/ 4243977 h 4561910"/>
                  <a:gd name="csX223" fmla="*/ 3278722 w 8823220"/>
                  <a:gd name="csY223" fmla="*/ 4296492 h 4561910"/>
                  <a:gd name="csX224" fmla="*/ 3293428 w 8823220"/>
                  <a:gd name="csY224" fmla="*/ 4344537 h 4561910"/>
                  <a:gd name="csX225" fmla="*/ 3308133 w 8823220"/>
                  <a:gd name="csY225" fmla="*/ 4387990 h 4561910"/>
                  <a:gd name="csX226" fmla="*/ 3322838 w 8823220"/>
                  <a:gd name="csY226" fmla="*/ 4426768 h 4561910"/>
                  <a:gd name="csX227" fmla="*/ 3337544 w 8823220"/>
                  <a:gd name="csY227" fmla="*/ 4460786 h 4561910"/>
                  <a:gd name="csX228" fmla="*/ 3352249 w 8823220"/>
                  <a:gd name="csY228" fmla="*/ 4489960 h 4561910"/>
                  <a:gd name="csX229" fmla="*/ 3366955 w 8823220"/>
                  <a:gd name="csY229" fmla="*/ 4514225 h 4561910"/>
                  <a:gd name="csX230" fmla="*/ 3381660 w 8823220"/>
                  <a:gd name="csY230" fmla="*/ 4533536 h 4561910"/>
                  <a:gd name="csX231" fmla="*/ 3396365 w 8823220"/>
                  <a:gd name="csY231" fmla="*/ 4547842 h 4561910"/>
                  <a:gd name="csX232" fmla="*/ 3411071 w 8823220"/>
                  <a:gd name="csY232" fmla="*/ 4557116 h 4561910"/>
                  <a:gd name="csX233" fmla="*/ 3425776 w 8823220"/>
                  <a:gd name="csY233" fmla="*/ 4561339 h 4561910"/>
                  <a:gd name="csX234" fmla="*/ 3440481 w 8823220"/>
                  <a:gd name="csY234" fmla="*/ 4560492 h 4561910"/>
                  <a:gd name="csX235" fmla="*/ 3455187 w 8823220"/>
                  <a:gd name="csY235" fmla="*/ 4554587 h 4561910"/>
                  <a:gd name="csX236" fmla="*/ 3469892 w 8823220"/>
                  <a:gd name="csY236" fmla="*/ 4543632 h 4561910"/>
                  <a:gd name="csX237" fmla="*/ 3484597 w 8823220"/>
                  <a:gd name="csY237" fmla="*/ 4527651 h 4561910"/>
                  <a:gd name="csX238" fmla="*/ 3499303 w 8823220"/>
                  <a:gd name="csY238" fmla="*/ 4506684 h 4561910"/>
                  <a:gd name="csX239" fmla="*/ 3514008 w 8823220"/>
                  <a:gd name="csY239" fmla="*/ 4480776 h 4561910"/>
                  <a:gd name="csX240" fmla="*/ 3528714 w 8823220"/>
                  <a:gd name="csY240" fmla="*/ 4449979 h 4561910"/>
                  <a:gd name="csX241" fmla="*/ 3543419 w 8823220"/>
                  <a:gd name="csY241" fmla="*/ 4414370 h 4561910"/>
                  <a:gd name="csX242" fmla="*/ 3558125 w 8823220"/>
                  <a:gd name="csY242" fmla="*/ 4374021 h 4561910"/>
                  <a:gd name="csX243" fmla="*/ 3572830 w 8823220"/>
                  <a:gd name="csY243" fmla="*/ 4329022 h 4561910"/>
                  <a:gd name="csX244" fmla="*/ 3587535 w 8823220"/>
                  <a:gd name="csY244" fmla="*/ 4279483 h 4561910"/>
                  <a:gd name="csX245" fmla="*/ 3602241 w 8823220"/>
                  <a:gd name="csY245" fmla="*/ 4225500 h 4561910"/>
                  <a:gd name="csX246" fmla="*/ 3616946 w 8823220"/>
                  <a:gd name="csY246" fmla="*/ 4167198 h 4561910"/>
                  <a:gd name="csX247" fmla="*/ 3631651 w 8823220"/>
                  <a:gd name="csY247" fmla="*/ 4104711 h 4561910"/>
                  <a:gd name="csX248" fmla="*/ 3646357 w 8823220"/>
                  <a:gd name="csY248" fmla="*/ 4038169 h 4561910"/>
                  <a:gd name="csX249" fmla="*/ 3661062 w 8823220"/>
                  <a:gd name="csY249" fmla="*/ 3967727 h 4561910"/>
                  <a:gd name="csX250" fmla="*/ 3675767 w 8823220"/>
                  <a:gd name="csY250" fmla="*/ 3893541 h 4561910"/>
                  <a:gd name="csX251" fmla="*/ 3690473 w 8823220"/>
                  <a:gd name="csY251" fmla="*/ 3815773 h 4561910"/>
                  <a:gd name="csX252" fmla="*/ 3705178 w 8823220"/>
                  <a:gd name="csY252" fmla="*/ 3734602 h 4561910"/>
                  <a:gd name="csX253" fmla="*/ 3719883 w 8823220"/>
                  <a:gd name="csY253" fmla="*/ 3650197 h 4561910"/>
                  <a:gd name="csX254" fmla="*/ 3734589 w 8823220"/>
                  <a:gd name="csY254" fmla="*/ 3562747 h 4561910"/>
                  <a:gd name="csX255" fmla="*/ 3749294 w 8823220"/>
                  <a:gd name="csY255" fmla="*/ 3472457 h 4561910"/>
                  <a:gd name="csX256" fmla="*/ 3763999 w 8823220"/>
                  <a:gd name="csY256" fmla="*/ 3379523 h 4561910"/>
                  <a:gd name="csX257" fmla="*/ 3778705 w 8823220"/>
                  <a:gd name="csY257" fmla="*/ 3284143 h 4561910"/>
                  <a:gd name="csX258" fmla="*/ 3793410 w 8823220"/>
                  <a:gd name="csY258" fmla="*/ 3186539 h 4561910"/>
                  <a:gd name="csX259" fmla="*/ 3808116 w 8823220"/>
                  <a:gd name="csY259" fmla="*/ 3086924 h 4561910"/>
                  <a:gd name="csX260" fmla="*/ 3822821 w 8823220"/>
                  <a:gd name="csY260" fmla="*/ 2985517 h 4561910"/>
                  <a:gd name="csX261" fmla="*/ 3837526 w 8823220"/>
                  <a:gd name="csY261" fmla="*/ 2882545 h 4561910"/>
                  <a:gd name="csX262" fmla="*/ 3852232 w 8823220"/>
                  <a:gd name="csY262" fmla="*/ 2778235 h 4561910"/>
                  <a:gd name="csX263" fmla="*/ 3866937 w 8823220"/>
                  <a:gd name="csY263" fmla="*/ 2672824 h 4561910"/>
                  <a:gd name="csX264" fmla="*/ 3881643 w 8823220"/>
                  <a:gd name="csY264" fmla="*/ 2566541 h 4561910"/>
                  <a:gd name="csX265" fmla="*/ 3896348 w 8823220"/>
                  <a:gd name="csY265" fmla="*/ 2459624 h 4561910"/>
                  <a:gd name="csX266" fmla="*/ 3911053 w 8823220"/>
                  <a:gd name="csY266" fmla="*/ 2352306 h 4561910"/>
                  <a:gd name="csX267" fmla="*/ 3925759 w 8823220"/>
                  <a:gd name="csY267" fmla="*/ 2244833 h 4561910"/>
                  <a:gd name="csX268" fmla="*/ 3940464 w 8823220"/>
                  <a:gd name="csY268" fmla="*/ 2137438 h 4561910"/>
                  <a:gd name="csX269" fmla="*/ 3955169 w 8823220"/>
                  <a:gd name="csY269" fmla="*/ 2030366 h 4561910"/>
                  <a:gd name="csX270" fmla="*/ 3969875 w 8823220"/>
                  <a:gd name="csY270" fmla="*/ 1923843 h 4561910"/>
                  <a:gd name="csX271" fmla="*/ 3984580 w 8823220"/>
                  <a:gd name="csY271" fmla="*/ 1818110 h 4561910"/>
                  <a:gd name="csX272" fmla="*/ 3999285 w 8823220"/>
                  <a:gd name="csY272" fmla="*/ 1713411 h 4561910"/>
                  <a:gd name="csX273" fmla="*/ 4013991 w 8823220"/>
                  <a:gd name="csY273" fmla="*/ 1609967 h 4561910"/>
                  <a:gd name="csX274" fmla="*/ 4028696 w 8823220"/>
                  <a:gd name="csY274" fmla="*/ 1508017 h 4561910"/>
                  <a:gd name="csX275" fmla="*/ 4043402 w 8823220"/>
                  <a:gd name="csY275" fmla="*/ 1407774 h 4561910"/>
                  <a:gd name="csX276" fmla="*/ 4058107 w 8823220"/>
                  <a:gd name="csY276" fmla="*/ 1309478 h 4561910"/>
                  <a:gd name="csX277" fmla="*/ 4072812 w 8823220"/>
                  <a:gd name="csY277" fmla="*/ 1213336 h 4561910"/>
                  <a:gd name="csX278" fmla="*/ 4087518 w 8823220"/>
                  <a:gd name="csY278" fmla="*/ 1119560 h 4561910"/>
                  <a:gd name="csX279" fmla="*/ 4102223 w 8823220"/>
                  <a:gd name="csY279" fmla="*/ 1028365 h 4561910"/>
                  <a:gd name="csX280" fmla="*/ 4116928 w 8823220"/>
                  <a:gd name="csY280" fmla="*/ 939951 h 4561910"/>
                  <a:gd name="csX281" fmla="*/ 4131634 w 8823220"/>
                  <a:gd name="csY281" fmla="*/ 854512 h 4561910"/>
                  <a:gd name="csX282" fmla="*/ 4146339 w 8823220"/>
                  <a:gd name="csY282" fmla="*/ 772236 h 4561910"/>
                  <a:gd name="csX283" fmla="*/ 4161044 w 8823220"/>
                  <a:gd name="csY283" fmla="*/ 693315 h 4561910"/>
                  <a:gd name="csX284" fmla="*/ 4175750 w 8823220"/>
                  <a:gd name="csY284" fmla="*/ 617913 h 4561910"/>
                  <a:gd name="csX285" fmla="*/ 4190455 w 8823220"/>
                  <a:gd name="csY285" fmla="*/ 546211 h 4561910"/>
                  <a:gd name="csX286" fmla="*/ 4205161 w 8823220"/>
                  <a:gd name="csY286" fmla="*/ 478350 h 4561910"/>
                  <a:gd name="csX287" fmla="*/ 4219866 w 8823220"/>
                  <a:gd name="csY287" fmla="*/ 414498 h 4561910"/>
                  <a:gd name="csX288" fmla="*/ 4234572 w 8823220"/>
                  <a:gd name="csY288" fmla="*/ 354786 h 4561910"/>
                  <a:gd name="csX289" fmla="*/ 4249277 w 8823220"/>
                  <a:gd name="csY289" fmla="*/ 299349 h 4561910"/>
                  <a:gd name="csX290" fmla="*/ 4263982 w 8823220"/>
                  <a:gd name="csY290" fmla="*/ 248315 h 4561910"/>
                  <a:gd name="csX291" fmla="*/ 4278688 w 8823220"/>
                  <a:gd name="csY291" fmla="*/ 201790 h 4561910"/>
                  <a:gd name="csX292" fmla="*/ 4293393 w 8823220"/>
                  <a:gd name="csY292" fmla="*/ 159882 h 4561910"/>
                  <a:gd name="csX293" fmla="*/ 4308098 w 8823220"/>
                  <a:gd name="csY293" fmla="*/ 122682 h 4561910"/>
                  <a:gd name="csX294" fmla="*/ 4322804 w 8823220"/>
                  <a:gd name="csY294" fmla="*/ 90275 h 4561910"/>
                  <a:gd name="csX295" fmla="*/ 4337509 w 8823220"/>
                  <a:gd name="csY295" fmla="*/ 62730 h 4561910"/>
                  <a:gd name="csX296" fmla="*/ 4352214 w 8823220"/>
                  <a:gd name="csY296" fmla="*/ 40108 h 4561910"/>
                  <a:gd name="csX297" fmla="*/ 4366920 w 8823220"/>
                  <a:gd name="csY297" fmla="*/ 22459 h 4561910"/>
                  <a:gd name="csX298" fmla="*/ 4381625 w 8823220"/>
                  <a:gd name="csY298" fmla="*/ 9828 h 4561910"/>
                  <a:gd name="csX299" fmla="*/ 4396331 w 8823220"/>
                  <a:gd name="csY299" fmla="*/ 2236 h 4561910"/>
                  <a:gd name="csX300" fmla="*/ 4411036 w 8823220"/>
                  <a:gd name="csY300" fmla="*/ -293 h 4561910"/>
                  <a:gd name="csX301" fmla="*/ 4425741 w 8823220"/>
                  <a:gd name="csY301" fmla="*/ 2236 h 4561910"/>
                  <a:gd name="csX302" fmla="*/ 4440447 w 8823220"/>
                  <a:gd name="csY302" fmla="*/ 9828 h 4561910"/>
                  <a:gd name="csX303" fmla="*/ 4455152 w 8823220"/>
                  <a:gd name="csY303" fmla="*/ 22459 h 4561910"/>
                  <a:gd name="csX304" fmla="*/ 4469857 w 8823220"/>
                  <a:gd name="csY304" fmla="*/ 40108 h 4561910"/>
                  <a:gd name="csX305" fmla="*/ 4484563 w 8823220"/>
                  <a:gd name="csY305" fmla="*/ 62730 h 4561910"/>
                  <a:gd name="csX306" fmla="*/ 4499268 w 8823220"/>
                  <a:gd name="csY306" fmla="*/ 90275 h 4561910"/>
                  <a:gd name="csX307" fmla="*/ 4513973 w 8823220"/>
                  <a:gd name="csY307" fmla="*/ 122682 h 4561910"/>
                  <a:gd name="csX308" fmla="*/ 4528679 w 8823220"/>
                  <a:gd name="csY308" fmla="*/ 159882 h 4561910"/>
                  <a:gd name="csX309" fmla="*/ 4543384 w 8823220"/>
                  <a:gd name="csY309" fmla="*/ 201790 h 4561910"/>
                  <a:gd name="csX310" fmla="*/ 4558089 w 8823220"/>
                  <a:gd name="csY310" fmla="*/ 248315 h 4561910"/>
                  <a:gd name="csX311" fmla="*/ 4572795 w 8823220"/>
                  <a:gd name="csY311" fmla="*/ 299349 h 4561910"/>
                  <a:gd name="csX312" fmla="*/ 4587500 w 8823220"/>
                  <a:gd name="csY312" fmla="*/ 354786 h 4561910"/>
                  <a:gd name="csX313" fmla="*/ 4602206 w 8823220"/>
                  <a:gd name="csY313" fmla="*/ 414498 h 4561910"/>
                  <a:gd name="csX314" fmla="*/ 4616911 w 8823220"/>
                  <a:gd name="csY314" fmla="*/ 478350 h 4561910"/>
                  <a:gd name="csX315" fmla="*/ 4631617 w 8823220"/>
                  <a:gd name="csY315" fmla="*/ 546211 h 4561910"/>
                  <a:gd name="csX316" fmla="*/ 4646322 w 8823220"/>
                  <a:gd name="csY316" fmla="*/ 617913 h 4561910"/>
                  <a:gd name="csX317" fmla="*/ 4661027 w 8823220"/>
                  <a:gd name="csY317" fmla="*/ 693315 h 4561910"/>
                  <a:gd name="csX318" fmla="*/ 4675733 w 8823220"/>
                  <a:gd name="csY318" fmla="*/ 772236 h 4561910"/>
                  <a:gd name="csX319" fmla="*/ 4690438 w 8823220"/>
                  <a:gd name="csY319" fmla="*/ 854512 h 4561910"/>
                  <a:gd name="csX320" fmla="*/ 4705143 w 8823220"/>
                  <a:gd name="csY320" fmla="*/ 939951 h 4561910"/>
                  <a:gd name="csX321" fmla="*/ 4719849 w 8823220"/>
                  <a:gd name="csY321" fmla="*/ 1028365 h 4561910"/>
                  <a:gd name="csX322" fmla="*/ 4734554 w 8823220"/>
                  <a:gd name="csY322" fmla="*/ 1119560 h 4561910"/>
                  <a:gd name="csX323" fmla="*/ 4749259 w 8823220"/>
                  <a:gd name="csY323" fmla="*/ 1213336 h 4561910"/>
                  <a:gd name="csX324" fmla="*/ 4763965 w 8823220"/>
                  <a:gd name="csY324" fmla="*/ 1309478 h 4561910"/>
                  <a:gd name="csX325" fmla="*/ 4778670 w 8823220"/>
                  <a:gd name="csY325" fmla="*/ 1407774 h 4561910"/>
                  <a:gd name="csX326" fmla="*/ 4793375 w 8823220"/>
                  <a:gd name="csY326" fmla="*/ 1508017 h 4561910"/>
                  <a:gd name="csX327" fmla="*/ 4808081 w 8823220"/>
                  <a:gd name="csY327" fmla="*/ 1609967 h 4561910"/>
                  <a:gd name="csX328" fmla="*/ 4822786 w 8823220"/>
                  <a:gd name="csY328" fmla="*/ 1713411 h 4561910"/>
                  <a:gd name="csX329" fmla="*/ 4837491 w 8823220"/>
                  <a:gd name="csY329" fmla="*/ 1818110 h 4561910"/>
                  <a:gd name="csX330" fmla="*/ 4852197 w 8823220"/>
                  <a:gd name="csY330" fmla="*/ 1923843 h 4561910"/>
                  <a:gd name="csX331" fmla="*/ 4866902 w 8823220"/>
                  <a:gd name="csY331" fmla="*/ 2030366 h 4561910"/>
                  <a:gd name="csX332" fmla="*/ 4881608 w 8823220"/>
                  <a:gd name="csY332" fmla="*/ 2137438 h 4561910"/>
                  <a:gd name="csX333" fmla="*/ 4896313 w 8823220"/>
                  <a:gd name="csY333" fmla="*/ 2244833 h 4561910"/>
                  <a:gd name="csX334" fmla="*/ 4911018 w 8823220"/>
                  <a:gd name="csY334" fmla="*/ 2352306 h 4561910"/>
                  <a:gd name="csX335" fmla="*/ 4925724 w 8823220"/>
                  <a:gd name="csY335" fmla="*/ 2459624 h 4561910"/>
                  <a:gd name="csX336" fmla="*/ 4940429 w 8823220"/>
                  <a:gd name="csY336" fmla="*/ 2566541 h 4561910"/>
                  <a:gd name="csX337" fmla="*/ 4955134 w 8823220"/>
                  <a:gd name="csY337" fmla="*/ 2672824 h 4561910"/>
                  <a:gd name="csX338" fmla="*/ 4969840 w 8823220"/>
                  <a:gd name="csY338" fmla="*/ 2778235 h 4561910"/>
                  <a:gd name="csX339" fmla="*/ 4984545 w 8823220"/>
                  <a:gd name="csY339" fmla="*/ 2882545 h 4561910"/>
                  <a:gd name="csX340" fmla="*/ 4999251 w 8823220"/>
                  <a:gd name="csY340" fmla="*/ 2985517 h 4561910"/>
                  <a:gd name="csX341" fmla="*/ 5013956 w 8823220"/>
                  <a:gd name="csY341" fmla="*/ 3086924 h 4561910"/>
                  <a:gd name="csX342" fmla="*/ 5028661 w 8823220"/>
                  <a:gd name="csY342" fmla="*/ 3186539 h 4561910"/>
                  <a:gd name="csX343" fmla="*/ 5043366 w 8823220"/>
                  <a:gd name="csY343" fmla="*/ 3284143 h 4561910"/>
                  <a:gd name="csX344" fmla="*/ 5058072 w 8823220"/>
                  <a:gd name="csY344" fmla="*/ 3379523 h 4561910"/>
                  <a:gd name="csX345" fmla="*/ 5072777 w 8823220"/>
                  <a:gd name="csY345" fmla="*/ 3472457 h 4561910"/>
                  <a:gd name="csX346" fmla="*/ 5087483 w 8823220"/>
                  <a:gd name="csY346" fmla="*/ 3562747 h 4561910"/>
                  <a:gd name="csX347" fmla="*/ 5102188 w 8823220"/>
                  <a:gd name="csY347" fmla="*/ 3650197 h 4561910"/>
                  <a:gd name="csX348" fmla="*/ 5116894 w 8823220"/>
                  <a:gd name="csY348" fmla="*/ 3734602 h 4561910"/>
                  <a:gd name="csX349" fmla="*/ 5131599 w 8823220"/>
                  <a:gd name="csY349" fmla="*/ 3815773 h 4561910"/>
                  <a:gd name="csX350" fmla="*/ 5146304 w 8823220"/>
                  <a:gd name="csY350" fmla="*/ 3893541 h 4561910"/>
                  <a:gd name="csX351" fmla="*/ 5161010 w 8823220"/>
                  <a:gd name="csY351" fmla="*/ 3967727 h 4561910"/>
                  <a:gd name="csX352" fmla="*/ 5175715 w 8823220"/>
                  <a:gd name="csY352" fmla="*/ 4038169 h 4561910"/>
                  <a:gd name="csX353" fmla="*/ 5190421 w 8823220"/>
                  <a:gd name="csY353" fmla="*/ 4104711 h 4561910"/>
                  <a:gd name="csX354" fmla="*/ 5205126 w 8823220"/>
                  <a:gd name="csY354" fmla="*/ 4167198 h 4561910"/>
                  <a:gd name="csX355" fmla="*/ 5219831 w 8823220"/>
                  <a:gd name="csY355" fmla="*/ 4225500 h 4561910"/>
                  <a:gd name="csX356" fmla="*/ 5234536 w 8823220"/>
                  <a:gd name="csY356" fmla="*/ 4279483 h 4561910"/>
                  <a:gd name="csX357" fmla="*/ 5249242 w 8823220"/>
                  <a:gd name="csY357" fmla="*/ 4329022 h 4561910"/>
                  <a:gd name="csX358" fmla="*/ 5263947 w 8823220"/>
                  <a:gd name="csY358" fmla="*/ 4374021 h 4561910"/>
                  <a:gd name="csX359" fmla="*/ 5278653 w 8823220"/>
                  <a:gd name="csY359" fmla="*/ 4414370 h 4561910"/>
                  <a:gd name="csX360" fmla="*/ 5293358 w 8823220"/>
                  <a:gd name="csY360" fmla="*/ 4449979 h 4561910"/>
                  <a:gd name="csX361" fmla="*/ 5308064 w 8823220"/>
                  <a:gd name="csY361" fmla="*/ 4480776 h 4561910"/>
                  <a:gd name="csX362" fmla="*/ 5322768 w 8823220"/>
                  <a:gd name="csY362" fmla="*/ 4506684 h 4561910"/>
                  <a:gd name="csX363" fmla="*/ 5337474 w 8823220"/>
                  <a:gd name="csY363" fmla="*/ 4527651 h 4561910"/>
                  <a:gd name="csX364" fmla="*/ 5352179 w 8823220"/>
                  <a:gd name="csY364" fmla="*/ 4543632 h 4561910"/>
                  <a:gd name="csX365" fmla="*/ 5366885 w 8823220"/>
                  <a:gd name="csY365" fmla="*/ 4554587 h 4561910"/>
                  <a:gd name="csX366" fmla="*/ 5381590 w 8823220"/>
                  <a:gd name="csY366" fmla="*/ 4560492 h 4561910"/>
                  <a:gd name="csX367" fmla="*/ 5396296 w 8823220"/>
                  <a:gd name="csY367" fmla="*/ 4561339 h 4561910"/>
                  <a:gd name="csX368" fmla="*/ 5411001 w 8823220"/>
                  <a:gd name="csY368" fmla="*/ 4557116 h 4561910"/>
                  <a:gd name="csX369" fmla="*/ 5425706 w 8823220"/>
                  <a:gd name="csY369" fmla="*/ 4547842 h 4561910"/>
                  <a:gd name="csX370" fmla="*/ 5440411 w 8823220"/>
                  <a:gd name="csY370" fmla="*/ 4533536 h 4561910"/>
                  <a:gd name="csX371" fmla="*/ 5455117 w 8823220"/>
                  <a:gd name="csY371" fmla="*/ 4514225 h 4561910"/>
                  <a:gd name="csX372" fmla="*/ 5469822 w 8823220"/>
                  <a:gd name="csY372" fmla="*/ 4489960 h 4561910"/>
                  <a:gd name="csX373" fmla="*/ 5484528 w 8823220"/>
                  <a:gd name="csY373" fmla="*/ 4460786 h 4561910"/>
                  <a:gd name="csX374" fmla="*/ 5499233 w 8823220"/>
                  <a:gd name="csY374" fmla="*/ 4426768 h 4561910"/>
                  <a:gd name="csX375" fmla="*/ 5513938 w 8823220"/>
                  <a:gd name="csY375" fmla="*/ 4387990 h 4561910"/>
                  <a:gd name="csX376" fmla="*/ 5528644 w 8823220"/>
                  <a:gd name="csY376" fmla="*/ 4344537 h 4561910"/>
                  <a:gd name="csX377" fmla="*/ 5543349 w 8823220"/>
                  <a:gd name="csY377" fmla="*/ 4296492 h 4561910"/>
                  <a:gd name="csX378" fmla="*/ 5558055 w 8823220"/>
                  <a:gd name="csY378" fmla="*/ 4243977 h 4561910"/>
                  <a:gd name="csX379" fmla="*/ 5572760 w 8823220"/>
                  <a:gd name="csY379" fmla="*/ 4187104 h 4561910"/>
                  <a:gd name="csX380" fmla="*/ 5587466 w 8823220"/>
                  <a:gd name="csY380" fmla="*/ 4125994 h 4561910"/>
                  <a:gd name="csX381" fmla="*/ 5602171 w 8823220"/>
                  <a:gd name="csY381" fmla="*/ 4060792 h 4561910"/>
                  <a:gd name="csX382" fmla="*/ 5616876 w 8823220"/>
                  <a:gd name="csY382" fmla="*/ 3991630 h 4561910"/>
                  <a:gd name="csX383" fmla="*/ 5631581 w 8823220"/>
                  <a:gd name="csY383" fmla="*/ 3918680 h 4561910"/>
                  <a:gd name="csX384" fmla="*/ 5646287 w 8823220"/>
                  <a:gd name="csY384" fmla="*/ 3842088 h 4561910"/>
                  <a:gd name="csX385" fmla="*/ 5660992 w 8823220"/>
                  <a:gd name="csY385" fmla="*/ 3762023 h 4561910"/>
                  <a:gd name="csX386" fmla="*/ 5675698 w 8823220"/>
                  <a:gd name="csY386" fmla="*/ 3678679 h 4561910"/>
                  <a:gd name="csX387" fmla="*/ 5690403 w 8823220"/>
                  <a:gd name="csY387" fmla="*/ 3592225 h 4561910"/>
                  <a:gd name="csX388" fmla="*/ 5705108 w 8823220"/>
                  <a:gd name="csY388" fmla="*/ 3502860 h 4561910"/>
                  <a:gd name="csX389" fmla="*/ 5719813 w 8823220"/>
                  <a:gd name="csY389" fmla="*/ 3410779 h 4561910"/>
                  <a:gd name="csX390" fmla="*/ 5734519 w 8823220"/>
                  <a:gd name="csY390" fmla="*/ 3316195 h 4561910"/>
                  <a:gd name="csX391" fmla="*/ 5749224 w 8823220"/>
                  <a:gd name="csY391" fmla="*/ 3219309 h 4561910"/>
                  <a:gd name="csX392" fmla="*/ 5763930 w 8823220"/>
                  <a:gd name="csY392" fmla="*/ 3120340 h 4561910"/>
                  <a:gd name="csX393" fmla="*/ 5778635 w 8823220"/>
                  <a:gd name="csY393" fmla="*/ 3019502 h 4561910"/>
                  <a:gd name="csX394" fmla="*/ 5793341 w 8823220"/>
                  <a:gd name="csY394" fmla="*/ 2917029 h 4561910"/>
                  <a:gd name="csX395" fmla="*/ 5808045 w 8823220"/>
                  <a:gd name="csY395" fmla="*/ 2813138 h 4561910"/>
                  <a:gd name="csX396" fmla="*/ 5822751 w 8823220"/>
                  <a:gd name="csY396" fmla="*/ 2708071 h 4561910"/>
                  <a:gd name="csX397" fmla="*/ 5837456 w 8823220"/>
                  <a:gd name="csY397" fmla="*/ 2602053 h 4561910"/>
                  <a:gd name="csX398" fmla="*/ 5852162 w 8823220"/>
                  <a:gd name="csY398" fmla="*/ 2495317 h 4561910"/>
                  <a:gd name="csX399" fmla="*/ 5866867 w 8823220"/>
                  <a:gd name="csY399" fmla="*/ 2388109 h 4561910"/>
                  <a:gd name="csX400" fmla="*/ 5881573 w 8823220"/>
                  <a:gd name="csY400" fmla="*/ 2280662 h 4561910"/>
                  <a:gd name="csX401" fmla="*/ 5896278 w 8823220"/>
                  <a:gd name="csY401" fmla="*/ 2173215 h 4561910"/>
                  <a:gd name="csX402" fmla="*/ 5910983 w 8823220"/>
                  <a:gd name="csY402" fmla="*/ 2066007 h 4561910"/>
                  <a:gd name="csX403" fmla="*/ 5925689 w 8823220"/>
                  <a:gd name="csY403" fmla="*/ 1959271 h 4561910"/>
                  <a:gd name="csX404" fmla="*/ 5940394 w 8823220"/>
                  <a:gd name="csY404" fmla="*/ 1853253 h 4561910"/>
                  <a:gd name="csX405" fmla="*/ 5955100 w 8823220"/>
                  <a:gd name="csY405" fmla="*/ 1748186 h 4561910"/>
                  <a:gd name="csX406" fmla="*/ 5969805 w 8823220"/>
                  <a:gd name="csY406" fmla="*/ 1644295 h 4561910"/>
                  <a:gd name="csX407" fmla="*/ 5984510 w 8823220"/>
                  <a:gd name="csY407" fmla="*/ 1541821 h 4561910"/>
                  <a:gd name="csX408" fmla="*/ 5999215 w 8823220"/>
                  <a:gd name="csY408" fmla="*/ 1440984 h 4561910"/>
                  <a:gd name="csX409" fmla="*/ 6013921 w 8823220"/>
                  <a:gd name="csY409" fmla="*/ 1342015 h 4561910"/>
                  <a:gd name="csX410" fmla="*/ 6028626 w 8823220"/>
                  <a:gd name="csY410" fmla="*/ 1245129 h 4561910"/>
                  <a:gd name="csX411" fmla="*/ 6043332 w 8823220"/>
                  <a:gd name="csY411" fmla="*/ 1150545 h 4561910"/>
                  <a:gd name="csX412" fmla="*/ 6058037 w 8823220"/>
                  <a:gd name="csY412" fmla="*/ 1058464 h 4561910"/>
                  <a:gd name="csX413" fmla="*/ 6072743 w 8823220"/>
                  <a:gd name="csY413" fmla="*/ 969099 h 4561910"/>
                  <a:gd name="csX414" fmla="*/ 6087448 w 8823220"/>
                  <a:gd name="csY414" fmla="*/ 882645 h 4561910"/>
                  <a:gd name="csX415" fmla="*/ 6102153 w 8823220"/>
                  <a:gd name="csY415" fmla="*/ 799301 h 4561910"/>
                  <a:gd name="csX416" fmla="*/ 6116858 w 8823220"/>
                  <a:gd name="csY416" fmla="*/ 719236 h 4561910"/>
                  <a:gd name="csX417" fmla="*/ 6131564 w 8823220"/>
                  <a:gd name="csY417" fmla="*/ 642644 h 4561910"/>
                  <a:gd name="csX418" fmla="*/ 6146269 w 8823220"/>
                  <a:gd name="csY418" fmla="*/ 569693 h 4561910"/>
                  <a:gd name="csX419" fmla="*/ 6160975 w 8823220"/>
                  <a:gd name="csY419" fmla="*/ 500532 h 4561910"/>
                  <a:gd name="csX420" fmla="*/ 6175680 w 8823220"/>
                  <a:gd name="csY420" fmla="*/ 435329 h 4561910"/>
                  <a:gd name="csX421" fmla="*/ 6190385 w 8823220"/>
                  <a:gd name="csY421" fmla="*/ 374220 h 4561910"/>
                  <a:gd name="csX422" fmla="*/ 6205090 w 8823220"/>
                  <a:gd name="csY422" fmla="*/ 317347 h 4561910"/>
                  <a:gd name="csX423" fmla="*/ 6219796 w 8823220"/>
                  <a:gd name="csY423" fmla="*/ 264833 h 4561910"/>
                  <a:gd name="csX424" fmla="*/ 6234501 w 8823220"/>
                  <a:gd name="csY424" fmla="*/ 216787 h 4561910"/>
                  <a:gd name="csX425" fmla="*/ 6249207 w 8823220"/>
                  <a:gd name="csY425" fmla="*/ 173334 h 4561910"/>
                  <a:gd name="csX426" fmla="*/ 6263913 w 8823220"/>
                  <a:gd name="csY426" fmla="*/ 134556 h 4561910"/>
                  <a:gd name="csX427" fmla="*/ 6278618 w 8823220"/>
                  <a:gd name="csY427" fmla="*/ 100538 h 4561910"/>
                  <a:gd name="csX428" fmla="*/ 6293323 w 8823220"/>
                  <a:gd name="csY428" fmla="*/ 71364 h 4561910"/>
                  <a:gd name="csX429" fmla="*/ 6308028 w 8823220"/>
                  <a:gd name="csY429" fmla="*/ 47099 h 4561910"/>
                  <a:gd name="csX430" fmla="*/ 6322734 w 8823220"/>
                  <a:gd name="csY430" fmla="*/ 27788 h 4561910"/>
                  <a:gd name="csX431" fmla="*/ 6337439 w 8823220"/>
                  <a:gd name="csY431" fmla="*/ 13482 h 4561910"/>
                  <a:gd name="csX432" fmla="*/ 6352145 w 8823220"/>
                  <a:gd name="csY432" fmla="*/ 4208 h 4561910"/>
                  <a:gd name="csX433" fmla="*/ 6366850 w 8823220"/>
                  <a:gd name="csY433" fmla="*/ -15 h 4561910"/>
                  <a:gd name="csX434" fmla="*/ 6381555 w 8823220"/>
                  <a:gd name="csY434" fmla="*/ 832 h 4561910"/>
                  <a:gd name="csX435" fmla="*/ 6396260 w 8823220"/>
                  <a:gd name="csY435" fmla="*/ 6737 h 4561910"/>
                  <a:gd name="csX436" fmla="*/ 6410966 w 8823220"/>
                  <a:gd name="csY436" fmla="*/ 17692 h 4561910"/>
                  <a:gd name="csX437" fmla="*/ 6425671 w 8823220"/>
                  <a:gd name="csY437" fmla="*/ 33673 h 4561910"/>
                  <a:gd name="csX438" fmla="*/ 6440377 w 8823220"/>
                  <a:gd name="csY438" fmla="*/ 54640 h 4561910"/>
                  <a:gd name="csX439" fmla="*/ 6455082 w 8823220"/>
                  <a:gd name="csY439" fmla="*/ 80548 h 4561910"/>
                  <a:gd name="csX440" fmla="*/ 6469788 w 8823220"/>
                  <a:gd name="csY440" fmla="*/ 111345 h 4561910"/>
                  <a:gd name="csX441" fmla="*/ 6484492 w 8823220"/>
                  <a:gd name="csY441" fmla="*/ 146954 h 4561910"/>
                  <a:gd name="csX442" fmla="*/ 6499198 w 8823220"/>
                  <a:gd name="csY442" fmla="*/ 187303 h 4561910"/>
                  <a:gd name="csX443" fmla="*/ 6513903 w 8823220"/>
                  <a:gd name="csY443" fmla="*/ 232302 h 4561910"/>
                  <a:gd name="csX444" fmla="*/ 6528609 w 8823220"/>
                  <a:gd name="csY444" fmla="*/ 281842 h 4561910"/>
                  <a:gd name="csX445" fmla="*/ 6543314 w 8823220"/>
                  <a:gd name="csY445" fmla="*/ 335824 h 4561910"/>
                  <a:gd name="csX446" fmla="*/ 6558020 w 8823220"/>
                  <a:gd name="csY446" fmla="*/ 394126 h 4561910"/>
                  <a:gd name="csX447" fmla="*/ 6572725 w 8823220"/>
                  <a:gd name="csY447" fmla="*/ 456613 h 4561910"/>
                  <a:gd name="csX448" fmla="*/ 6587430 w 8823220"/>
                  <a:gd name="csY448" fmla="*/ 523155 h 4561910"/>
                  <a:gd name="csX449" fmla="*/ 6602135 w 8823220"/>
                  <a:gd name="csY449" fmla="*/ 593596 h 4561910"/>
                  <a:gd name="csX450" fmla="*/ 6616841 w 8823220"/>
                  <a:gd name="csY450" fmla="*/ 667783 h 4561910"/>
                  <a:gd name="csX451" fmla="*/ 6631547 w 8823220"/>
                  <a:gd name="csY451" fmla="*/ 745552 h 4561910"/>
                  <a:gd name="csX452" fmla="*/ 6646252 w 8823220"/>
                  <a:gd name="csY452" fmla="*/ 826722 h 4561910"/>
                  <a:gd name="csX453" fmla="*/ 6660957 w 8823220"/>
                  <a:gd name="csY453" fmla="*/ 911127 h 4561910"/>
                  <a:gd name="csX454" fmla="*/ 6675662 w 8823220"/>
                  <a:gd name="csY454" fmla="*/ 998577 h 4561910"/>
                  <a:gd name="csX455" fmla="*/ 6690368 w 8823220"/>
                  <a:gd name="csY455" fmla="*/ 1088867 h 4561910"/>
                  <a:gd name="csX456" fmla="*/ 6705073 w 8823220"/>
                  <a:gd name="csY456" fmla="*/ 1181801 h 4561910"/>
                  <a:gd name="csX457" fmla="*/ 6719779 w 8823220"/>
                  <a:gd name="csY457" fmla="*/ 1277181 h 4561910"/>
                  <a:gd name="csX458" fmla="*/ 6734484 w 8823220"/>
                  <a:gd name="csY458" fmla="*/ 1374785 h 4561910"/>
                  <a:gd name="csX459" fmla="*/ 6749190 w 8823220"/>
                  <a:gd name="csY459" fmla="*/ 1474400 h 4561910"/>
                  <a:gd name="csX460" fmla="*/ 6763895 w 8823220"/>
                  <a:gd name="csY460" fmla="*/ 1575807 h 4561910"/>
                  <a:gd name="csX461" fmla="*/ 6778600 w 8823220"/>
                  <a:gd name="csY461" fmla="*/ 1678779 h 4561910"/>
                  <a:gd name="csX462" fmla="*/ 6793305 w 8823220"/>
                  <a:gd name="csY462" fmla="*/ 1783089 h 4561910"/>
                  <a:gd name="csX463" fmla="*/ 6808011 w 8823220"/>
                  <a:gd name="csY463" fmla="*/ 1888500 h 4561910"/>
                  <a:gd name="csX464" fmla="*/ 6822716 w 8823220"/>
                  <a:gd name="csY464" fmla="*/ 1994783 h 4561910"/>
                  <a:gd name="csX465" fmla="*/ 6837422 w 8823220"/>
                  <a:gd name="csY465" fmla="*/ 2101700 h 4561910"/>
                  <a:gd name="csX466" fmla="*/ 6852127 w 8823220"/>
                  <a:gd name="csY466" fmla="*/ 2209018 h 4561910"/>
                  <a:gd name="csX467" fmla="*/ 6866832 w 8823220"/>
                  <a:gd name="csY467" fmla="*/ 2316491 h 4561910"/>
                  <a:gd name="csX468" fmla="*/ 6881537 w 8823220"/>
                  <a:gd name="csY468" fmla="*/ 2423886 h 4561910"/>
                  <a:gd name="csX469" fmla="*/ 6896243 w 8823220"/>
                  <a:gd name="csY469" fmla="*/ 2530959 h 4561910"/>
                  <a:gd name="csX470" fmla="*/ 6910948 w 8823220"/>
                  <a:gd name="csY470" fmla="*/ 2637481 h 4561910"/>
                  <a:gd name="csX471" fmla="*/ 6925654 w 8823220"/>
                  <a:gd name="csY471" fmla="*/ 2743214 h 4561910"/>
                  <a:gd name="csX472" fmla="*/ 6940359 w 8823220"/>
                  <a:gd name="csY472" fmla="*/ 2847913 h 4561910"/>
                  <a:gd name="csX473" fmla="*/ 6955065 w 8823220"/>
                  <a:gd name="csY473" fmla="*/ 2951357 h 4561910"/>
                  <a:gd name="csX474" fmla="*/ 6969769 w 8823220"/>
                  <a:gd name="csY474" fmla="*/ 3053307 h 4561910"/>
                  <a:gd name="csX475" fmla="*/ 6984475 w 8823220"/>
                  <a:gd name="csY475" fmla="*/ 3153543 h 4561910"/>
                  <a:gd name="csX476" fmla="*/ 6999181 w 8823220"/>
                  <a:gd name="csY476" fmla="*/ 3251846 h 4561910"/>
                  <a:gd name="csX477" fmla="*/ 7013886 w 8823220"/>
                  <a:gd name="csY477" fmla="*/ 3347988 h 4561910"/>
                  <a:gd name="csX478" fmla="*/ 7028592 w 8823220"/>
                  <a:gd name="csY478" fmla="*/ 3441763 h 4561910"/>
                  <a:gd name="csX479" fmla="*/ 7043297 w 8823220"/>
                  <a:gd name="csY479" fmla="*/ 3532959 h 4561910"/>
                  <a:gd name="csX480" fmla="*/ 7058002 w 8823220"/>
                  <a:gd name="csY480" fmla="*/ 3621373 h 4561910"/>
                  <a:gd name="csX481" fmla="*/ 7072707 w 8823220"/>
                  <a:gd name="csY481" fmla="*/ 3706812 h 4561910"/>
                  <a:gd name="csX482" fmla="*/ 7087413 w 8823220"/>
                  <a:gd name="csY482" fmla="*/ 3789088 h 4561910"/>
                  <a:gd name="csX483" fmla="*/ 7102118 w 8823220"/>
                  <a:gd name="csY483" fmla="*/ 3868009 h 4561910"/>
                  <a:gd name="csX484" fmla="*/ 7116824 w 8823220"/>
                  <a:gd name="csY484" fmla="*/ 3943410 h 4561910"/>
                  <a:gd name="csX485" fmla="*/ 7131529 w 8823220"/>
                  <a:gd name="csY485" fmla="*/ 4015113 h 4561910"/>
                  <a:gd name="csX486" fmla="*/ 7146234 w 8823220"/>
                  <a:gd name="csY486" fmla="*/ 4082974 h 4561910"/>
                  <a:gd name="csX487" fmla="*/ 7160939 w 8823220"/>
                  <a:gd name="csY487" fmla="*/ 4146826 h 4561910"/>
                  <a:gd name="csX488" fmla="*/ 7175645 w 8823220"/>
                  <a:gd name="csY488" fmla="*/ 4206538 h 4561910"/>
                  <a:gd name="csX489" fmla="*/ 7190350 w 8823220"/>
                  <a:gd name="csY489" fmla="*/ 4261975 h 4561910"/>
                  <a:gd name="csX490" fmla="*/ 7205056 w 8823220"/>
                  <a:gd name="csY490" fmla="*/ 4313009 h 4561910"/>
                  <a:gd name="csX491" fmla="*/ 7219761 w 8823220"/>
                  <a:gd name="csY491" fmla="*/ 4359534 h 4561910"/>
                  <a:gd name="csX492" fmla="*/ 7234467 w 8823220"/>
                  <a:gd name="csY492" fmla="*/ 4401442 h 4561910"/>
                  <a:gd name="csX493" fmla="*/ 7249172 w 8823220"/>
                  <a:gd name="csY493" fmla="*/ 4438642 h 4561910"/>
                  <a:gd name="csX494" fmla="*/ 7263877 w 8823220"/>
                  <a:gd name="csY494" fmla="*/ 4471049 h 4561910"/>
                  <a:gd name="csX495" fmla="*/ 7278582 w 8823220"/>
                  <a:gd name="csY495" fmla="*/ 4498594 h 4561910"/>
                  <a:gd name="csX496" fmla="*/ 7293288 w 8823220"/>
                  <a:gd name="csY496" fmla="*/ 4521216 h 4561910"/>
                  <a:gd name="csX497" fmla="*/ 7307993 w 8823220"/>
                  <a:gd name="csY497" fmla="*/ 4538865 h 4561910"/>
                  <a:gd name="csX498" fmla="*/ 7322699 w 8823220"/>
                  <a:gd name="csY498" fmla="*/ 4551496 h 4561910"/>
                  <a:gd name="csX499" fmla="*/ 7337404 w 8823220"/>
                  <a:gd name="csY499" fmla="*/ 4559089 h 4561910"/>
                  <a:gd name="csX500" fmla="*/ 7352109 w 8823220"/>
                  <a:gd name="csY500" fmla="*/ 4561617 h 4561910"/>
                  <a:gd name="csX501" fmla="*/ 7366815 w 8823220"/>
                  <a:gd name="csY501" fmla="*/ 4559089 h 4561910"/>
                  <a:gd name="csX502" fmla="*/ 7381520 w 8823220"/>
                  <a:gd name="csY502" fmla="*/ 4551496 h 4561910"/>
                  <a:gd name="csX503" fmla="*/ 7396226 w 8823220"/>
                  <a:gd name="csY503" fmla="*/ 4538865 h 4561910"/>
                  <a:gd name="csX504" fmla="*/ 7410931 w 8823220"/>
                  <a:gd name="csY504" fmla="*/ 4521216 h 4561910"/>
                  <a:gd name="csX505" fmla="*/ 7425637 w 8823220"/>
                  <a:gd name="csY505" fmla="*/ 4498594 h 4561910"/>
                  <a:gd name="csX506" fmla="*/ 7440342 w 8823220"/>
                  <a:gd name="csY506" fmla="*/ 4471049 h 4561910"/>
                  <a:gd name="csX507" fmla="*/ 7455047 w 8823220"/>
                  <a:gd name="csY507" fmla="*/ 4438642 h 4561910"/>
                  <a:gd name="csX508" fmla="*/ 7469752 w 8823220"/>
                  <a:gd name="csY508" fmla="*/ 4401442 h 4561910"/>
                  <a:gd name="csX509" fmla="*/ 7484458 w 8823220"/>
                  <a:gd name="csY509" fmla="*/ 4359534 h 4561910"/>
                  <a:gd name="csX510" fmla="*/ 7499163 w 8823220"/>
                  <a:gd name="csY510" fmla="*/ 4313009 h 4561910"/>
                  <a:gd name="csX511" fmla="*/ 7513869 w 8823220"/>
                  <a:gd name="csY511" fmla="*/ 4261975 h 4561910"/>
                  <a:gd name="csX512" fmla="*/ 7528574 w 8823220"/>
                  <a:gd name="csY512" fmla="*/ 4206538 h 4561910"/>
                  <a:gd name="csX513" fmla="*/ 7543279 w 8823220"/>
                  <a:gd name="csY513" fmla="*/ 4146826 h 4561910"/>
                  <a:gd name="csX514" fmla="*/ 7557984 w 8823220"/>
                  <a:gd name="csY514" fmla="*/ 4082974 h 4561910"/>
                  <a:gd name="csX515" fmla="*/ 7572690 w 8823220"/>
                  <a:gd name="csY515" fmla="*/ 4015113 h 4561910"/>
                  <a:gd name="csX516" fmla="*/ 7587395 w 8823220"/>
                  <a:gd name="csY516" fmla="*/ 3943410 h 4561910"/>
                  <a:gd name="csX517" fmla="*/ 7602101 w 8823220"/>
                  <a:gd name="csY517" fmla="*/ 3868009 h 4561910"/>
                  <a:gd name="csX518" fmla="*/ 7616806 w 8823220"/>
                  <a:gd name="csY518" fmla="*/ 3789088 h 4561910"/>
                  <a:gd name="csX519" fmla="*/ 7631512 w 8823220"/>
                  <a:gd name="csY519" fmla="*/ 3706812 h 4561910"/>
                  <a:gd name="csX520" fmla="*/ 7646216 w 8823220"/>
                  <a:gd name="csY520" fmla="*/ 3621373 h 4561910"/>
                  <a:gd name="csX521" fmla="*/ 7660922 w 8823220"/>
                  <a:gd name="csY521" fmla="*/ 3532959 h 4561910"/>
                  <a:gd name="csX522" fmla="*/ 7675627 w 8823220"/>
                  <a:gd name="csY522" fmla="*/ 3441763 h 4561910"/>
                  <a:gd name="csX523" fmla="*/ 7690333 w 8823220"/>
                  <a:gd name="csY523" fmla="*/ 3347988 h 4561910"/>
                  <a:gd name="csX524" fmla="*/ 7705038 w 8823220"/>
                  <a:gd name="csY524" fmla="*/ 3251846 h 4561910"/>
                  <a:gd name="csX525" fmla="*/ 7719744 w 8823220"/>
                  <a:gd name="csY525" fmla="*/ 3153543 h 4561910"/>
                  <a:gd name="csX526" fmla="*/ 7734449 w 8823220"/>
                  <a:gd name="csY526" fmla="*/ 3053307 h 4561910"/>
                  <a:gd name="csX527" fmla="*/ 7749154 w 8823220"/>
                  <a:gd name="csY527" fmla="*/ 2951357 h 4561910"/>
                  <a:gd name="csX528" fmla="*/ 7763860 w 8823220"/>
                  <a:gd name="csY528" fmla="*/ 2847913 h 4561910"/>
                  <a:gd name="csX529" fmla="*/ 7778565 w 8823220"/>
                  <a:gd name="csY529" fmla="*/ 2743214 h 4561910"/>
                  <a:gd name="csX530" fmla="*/ 7793271 w 8823220"/>
                  <a:gd name="csY530" fmla="*/ 2637481 h 4561910"/>
                  <a:gd name="csX531" fmla="*/ 7807976 w 8823220"/>
                  <a:gd name="csY531" fmla="*/ 2530959 h 4561910"/>
                  <a:gd name="csX532" fmla="*/ 7822681 w 8823220"/>
                  <a:gd name="csY532" fmla="*/ 2423886 h 4561910"/>
                  <a:gd name="csX533" fmla="*/ 7837386 w 8823220"/>
                  <a:gd name="csY533" fmla="*/ 2316491 h 4561910"/>
                  <a:gd name="csX534" fmla="*/ 7852092 w 8823220"/>
                  <a:gd name="csY534" fmla="*/ 2209018 h 4561910"/>
                  <a:gd name="csX535" fmla="*/ 7866797 w 8823220"/>
                  <a:gd name="csY535" fmla="*/ 2101700 h 4561910"/>
                  <a:gd name="csX536" fmla="*/ 7881503 w 8823220"/>
                  <a:gd name="csY536" fmla="*/ 1994783 h 4561910"/>
                  <a:gd name="csX537" fmla="*/ 7896208 w 8823220"/>
                  <a:gd name="csY537" fmla="*/ 1888500 h 4561910"/>
                  <a:gd name="csX538" fmla="*/ 7910914 w 8823220"/>
                  <a:gd name="csY538" fmla="*/ 1783089 h 4561910"/>
                  <a:gd name="csX539" fmla="*/ 7925619 w 8823220"/>
                  <a:gd name="csY539" fmla="*/ 1678779 h 4561910"/>
                  <a:gd name="csX540" fmla="*/ 7940324 w 8823220"/>
                  <a:gd name="csY540" fmla="*/ 1575807 h 4561910"/>
                  <a:gd name="csX541" fmla="*/ 7955029 w 8823220"/>
                  <a:gd name="csY541" fmla="*/ 1474400 h 4561910"/>
                  <a:gd name="csX542" fmla="*/ 7969735 w 8823220"/>
                  <a:gd name="csY542" fmla="*/ 1374785 h 4561910"/>
                  <a:gd name="csX543" fmla="*/ 7984440 w 8823220"/>
                  <a:gd name="csY543" fmla="*/ 1277181 h 4561910"/>
                  <a:gd name="csX544" fmla="*/ 7999146 w 8823220"/>
                  <a:gd name="csY544" fmla="*/ 1181801 h 4561910"/>
                  <a:gd name="csX545" fmla="*/ 8013851 w 8823220"/>
                  <a:gd name="csY545" fmla="*/ 1088867 h 4561910"/>
                  <a:gd name="csX546" fmla="*/ 8028556 w 8823220"/>
                  <a:gd name="csY546" fmla="*/ 998577 h 4561910"/>
                  <a:gd name="csX547" fmla="*/ 8043261 w 8823220"/>
                  <a:gd name="csY547" fmla="*/ 911127 h 4561910"/>
                  <a:gd name="csX548" fmla="*/ 8057967 w 8823220"/>
                  <a:gd name="csY548" fmla="*/ 826722 h 4561910"/>
                  <a:gd name="csX549" fmla="*/ 8072672 w 8823220"/>
                  <a:gd name="csY549" fmla="*/ 745552 h 4561910"/>
                  <a:gd name="csX550" fmla="*/ 8087378 w 8823220"/>
                  <a:gd name="csY550" fmla="*/ 667783 h 4561910"/>
                  <a:gd name="csX551" fmla="*/ 8102084 w 8823220"/>
                  <a:gd name="csY551" fmla="*/ 593596 h 4561910"/>
                  <a:gd name="csX552" fmla="*/ 8116789 w 8823220"/>
                  <a:gd name="csY552" fmla="*/ 523155 h 4561910"/>
                  <a:gd name="csX553" fmla="*/ 8131494 w 8823220"/>
                  <a:gd name="csY553" fmla="*/ 456613 h 4561910"/>
                  <a:gd name="csX554" fmla="*/ 8146199 w 8823220"/>
                  <a:gd name="csY554" fmla="*/ 394126 h 4561910"/>
                  <a:gd name="csX555" fmla="*/ 8160905 w 8823220"/>
                  <a:gd name="csY555" fmla="*/ 335824 h 4561910"/>
                  <a:gd name="csX556" fmla="*/ 8175610 w 8823220"/>
                  <a:gd name="csY556" fmla="*/ 281842 h 4561910"/>
                  <a:gd name="csX557" fmla="*/ 8190316 w 8823220"/>
                  <a:gd name="csY557" fmla="*/ 232302 h 4561910"/>
                  <a:gd name="csX558" fmla="*/ 8205021 w 8823220"/>
                  <a:gd name="csY558" fmla="*/ 187303 h 4561910"/>
                  <a:gd name="csX559" fmla="*/ 8219726 w 8823220"/>
                  <a:gd name="csY559" fmla="*/ 146954 h 4561910"/>
                  <a:gd name="csX560" fmla="*/ 8234431 w 8823220"/>
                  <a:gd name="csY560" fmla="*/ 111345 h 4561910"/>
                  <a:gd name="csX561" fmla="*/ 8249137 w 8823220"/>
                  <a:gd name="csY561" fmla="*/ 80548 h 4561910"/>
                  <a:gd name="csX562" fmla="*/ 8263842 w 8823220"/>
                  <a:gd name="csY562" fmla="*/ 54640 h 4561910"/>
                  <a:gd name="csX563" fmla="*/ 8278548 w 8823220"/>
                  <a:gd name="csY563" fmla="*/ 33673 h 4561910"/>
                  <a:gd name="csX564" fmla="*/ 8293253 w 8823220"/>
                  <a:gd name="csY564" fmla="*/ 17692 h 4561910"/>
                  <a:gd name="csX565" fmla="*/ 8307958 w 8823220"/>
                  <a:gd name="csY565" fmla="*/ 6737 h 4561910"/>
                  <a:gd name="csX566" fmla="*/ 8322663 w 8823220"/>
                  <a:gd name="csY566" fmla="*/ 832 h 4561910"/>
                  <a:gd name="csX567" fmla="*/ 8337369 w 8823220"/>
                  <a:gd name="csY567" fmla="*/ -15 h 4561910"/>
                  <a:gd name="csX568" fmla="*/ 8352074 w 8823220"/>
                  <a:gd name="csY568" fmla="*/ 4208 h 4561910"/>
                  <a:gd name="csX569" fmla="*/ 8366780 w 8823220"/>
                  <a:gd name="csY569" fmla="*/ 13482 h 4561910"/>
                  <a:gd name="csX570" fmla="*/ 8381485 w 8823220"/>
                  <a:gd name="csY570" fmla="*/ 27788 h 4561910"/>
                  <a:gd name="csX571" fmla="*/ 8396190 w 8823220"/>
                  <a:gd name="csY571" fmla="*/ 47099 h 4561910"/>
                  <a:gd name="csX572" fmla="*/ 8410895 w 8823220"/>
                  <a:gd name="csY572" fmla="*/ 71364 h 4561910"/>
                  <a:gd name="csX573" fmla="*/ 8425601 w 8823220"/>
                  <a:gd name="csY573" fmla="*/ 100538 h 4561910"/>
                  <a:gd name="csX574" fmla="*/ 8440306 w 8823220"/>
                  <a:gd name="csY574" fmla="*/ 134556 h 4561910"/>
                  <a:gd name="csX575" fmla="*/ 8455012 w 8823220"/>
                  <a:gd name="csY575" fmla="*/ 173334 h 4561910"/>
                  <a:gd name="csX576" fmla="*/ 8469717 w 8823220"/>
                  <a:gd name="csY576" fmla="*/ 216787 h 4561910"/>
                  <a:gd name="csX577" fmla="*/ 8484422 w 8823220"/>
                  <a:gd name="csY577" fmla="*/ 264833 h 4561910"/>
                  <a:gd name="csX578" fmla="*/ 8499128 w 8823220"/>
                  <a:gd name="csY578" fmla="*/ 317347 h 4561910"/>
                  <a:gd name="csX579" fmla="*/ 8513833 w 8823220"/>
                  <a:gd name="csY579" fmla="*/ 374220 h 4561910"/>
                  <a:gd name="csX580" fmla="*/ 8528539 w 8823220"/>
                  <a:gd name="csY580" fmla="*/ 435329 h 4561910"/>
                  <a:gd name="csX581" fmla="*/ 8543244 w 8823220"/>
                  <a:gd name="csY581" fmla="*/ 500532 h 4561910"/>
                  <a:gd name="csX582" fmla="*/ 8557950 w 8823220"/>
                  <a:gd name="csY582" fmla="*/ 569693 h 4561910"/>
                  <a:gd name="csX583" fmla="*/ 8572655 w 8823220"/>
                  <a:gd name="csY583" fmla="*/ 642644 h 4561910"/>
                  <a:gd name="csX584" fmla="*/ 8587360 w 8823220"/>
                  <a:gd name="csY584" fmla="*/ 719236 h 4561910"/>
                  <a:gd name="csX585" fmla="*/ 8602065 w 8823220"/>
                  <a:gd name="csY585" fmla="*/ 799301 h 4561910"/>
                  <a:gd name="csX586" fmla="*/ 8616771 w 8823220"/>
                  <a:gd name="csY586" fmla="*/ 882645 h 4561910"/>
                  <a:gd name="csX587" fmla="*/ 8631476 w 8823220"/>
                  <a:gd name="csY587" fmla="*/ 969099 h 4561910"/>
                  <a:gd name="csX588" fmla="*/ 8646182 w 8823220"/>
                  <a:gd name="csY588" fmla="*/ 1058464 h 4561910"/>
                  <a:gd name="csX589" fmla="*/ 8660887 w 8823220"/>
                  <a:gd name="csY589" fmla="*/ 1150545 h 4561910"/>
                  <a:gd name="csX590" fmla="*/ 8675592 w 8823220"/>
                  <a:gd name="csY590" fmla="*/ 1245129 h 4561910"/>
                  <a:gd name="csX591" fmla="*/ 8690297 w 8823220"/>
                  <a:gd name="csY591" fmla="*/ 1342015 h 4561910"/>
                  <a:gd name="csX592" fmla="*/ 8705003 w 8823220"/>
                  <a:gd name="csY592" fmla="*/ 1440984 h 4561910"/>
                  <a:gd name="csX593" fmla="*/ 8719708 w 8823220"/>
                  <a:gd name="csY593" fmla="*/ 1541821 h 4561910"/>
                  <a:gd name="csX594" fmla="*/ 8734414 w 8823220"/>
                  <a:gd name="csY594" fmla="*/ 1644295 h 4561910"/>
                  <a:gd name="csX595" fmla="*/ 8749119 w 8823220"/>
                  <a:gd name="csY595" fmla="*/ 1748186 h 4561910"/>
                  <a:gd name="csX596" fmla="*/ 8763825 w 8823220"/>
                  <a:gd name="csY596" fmla="*/ 1853253 h 4561910"/>
                  <a:gd name="csX597" fmla="*/ 8778530 w 8823220"/>
                  <a:gd name="csY597" fmla="*/ 1959271 h 4561910"/>
                  <a:gd name="csX598" fmla="*/ 8793235 w 8823220"/>
                  <a:gd name="csY598" fmla="*/ 2066007 h 4561910"/>
                  <a:gd name="csX599" fmla="*/ 8807940 w 8823220"/>
                  <a:gd name="csY599" fmla="*/ 2173215 h 4561910"/>
                  <a:gd name="csX600" fmla="*/ 8822646 w 8823220"/>
                  <a:gd name="csY600" fmla="*/ 2280662 h 45619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  <a:cxn ang="0">
                    <a:pos x="csX572" y="csY572"/>
                  </a:cxn>
                  <a:cxn ang="0">
                    <a:pos x="csX573" y="csY573"/>
                  </a:cxn>
                  <a:cxn ang="0">
                    <a:pos x="csX574" y="csY574"/>
                  </a:cxn>
                  <a:cxn ang="0">
                    <a:pos x="csX575" y="csY575"/>
                  </a:cxn>
                  <a:cxn ang="0">
                    <a:pos x="csX576" y="csY576"/>
                  </a:cxn>
                  <a:cxn ang="0">
                    <a:pos x="csX577" y="csY577"/>
                  </a:cxn>
                  <a:cxn ang="0">
                    <a:pos x="csX578" y="csY578"/>
                  </a:cxn>
                  <a:cxn ang="0">
                    <a:pos x="csX579" y="csY579"/>
                  </a:cxn>
                  <a:cxn ang="0">
                    <a:pos x="csX580" y="csY580"/>
                  </a:cxn>
                  <a:cxn ang="0">
                    <a:pos x="csX581" y="csY581"/>
                  </a:cxn>
                  <a:cxn ang="0">
                    <a:pos x="csX582" y="csY582"/>
                  </a:cxn>
                  <a:cxn ang="0">
                    <a:pos x="csX583" y="csY583"/>
                  </a:cxn>
                  <a:cxn ang="0">
                    <a:pos x="csX584" y="csY584"/>
                  </a:cxn>
                  <a:cxn ang="0">
                    <a:pos x="csX585" y="csY585"/>
                  </a:cxn>
                  <a:cxn ang="0">
                    <a:pos x="csX586" y="csY586"/>
                  </a:cxn>
                  <a:cxn ang="0">
                    <a:pos x="csX587" y="csY587"/>
                  </a:cxn>
                  <a:cxn ang="0">
                    <a:pos x="csX588" y="csY588"/>
                  </a:cxn>
                  <a:cxn ang="0">
                    <a:pos x="csX589" y="csY589"/>
                  </a:cxn>
                  <a:cxn ang="0">
                    <a:pos x="csX590" y="csY590"/>
                  </a:cxn>
                  <a:cxn ang="0">
                    <a:pos x="csX591" y="csY591"/>
                  </a:cxn>
                  <a:cxn ang="0">
                    <a:pos x="csX592" y="csY592"/>
                  </a:cxn>
                  <a:cxn ang="0">
                    <a:pos x="csX593" y="csY593"/>
                  </a:cxn>
                  <a:cxn ang="0">
                    <a:pos x="csX594" y="csY594"/>
                  </a:cxn>
                  <a:cxn ang="0">
                    <a:pos x="csX595" y="csY595"/>
                  </a:cxn>
                  <a:cxn ang="0">
                    <a:pos x="csX596" y="csY596"/>
                  </a:cxn>
                  <a:cxn ang="0">
                    <a:pos x="csX597" y="csY597"/>
                  </a:cxn>
                  <a:cxn ang="0">
                    <a:pos x="csX598" y="csY598"/>
                  </a:cxn>
                  <a:cxn ang="0">
                    <a:pos x="csX599" y="csY599"/>
                  </a:cxn>
                  <a:cxn ang="0">
                    <a:pos x="csX600" y="csY600"/>
                  </a:cxn>
                </a:cxnLst>
                <a:rect l="l" t="t" r="r" b="b"/>
                <a:pathLst>
                  <a:path w="8823220" h="4561910">
                    <a:moveTo>
                      <a:pt x="-575" y="2280662"/>
                    </a:moveTo>
                    <a:lnTo>
                      <a:pt x="14131" y="2173215"/>
                    </a:lnTo>
                    <a:lnTo>
                      <a:pt x="28836" y="2066007"/>
                    </a:lnTo>
                    <a:lnTo>
                      <a:pt x="43541" y="1959271"/>
                    </a:lnTo>
                    <a:lnTo>
                      <a:pt x="58247" y="1853253"/>
                    </a:lnTo>
                    <a:lnTo>
                      <a:pt x="72952" y="1748186"/>
                    </a:lnTo>
                    <a:lnTo>
                      <a:pt x="87657" y="1644295"/>
                    </a:lnTo>
                    <a:lnTo>
                      <a:pt x="102363" y="1541821"/>
                    </a:lnTo>
                    <a:lnTo>
                      <a:pt x="117068" y="1440984"/>
                    </a:lnTo>
                    <a:lnTo>
                      <a:pt x="131774" y="1342015"/>
                    </a:lnTo>
                    <a:lnTo>
                      <a:pt x="146479" y="1245129"/>
                    </a:lnTo>
                    <a:lnTo>
                      <a:pt x="161184" y="1150545"/>
                    </a:lnTo>
                    <a:lnTo>
                      <a:pt x="175890" y="1058464"/>
                    </a:lnTo>
                    <a:lnTo>
                      <a:pt x="190595" y="969099"/>
                    </a:lnTo>
                    <a:lnTo>
                      <a:pt x="205300" y="882645"/>
                    </a:lnTo>
                    <a:lnTo>
                      <a:pt x="220006" y="799301"/>
                    </a:lnTo>
                    <a:lnTo>
                      <a:pt x="234711" y="719236"/>
                    </a:lnTo>
                    <a:lnTo>
                      <a:pt x="249416" y="642644"/>
                    </a:lnTo>
                    <a:lnTo>
                      <a:pt x="264122" y="569693"/>
                    </a:lnTo>
                    <a:lnTo>
                      <a:pt x="278827" y="500532"/>
                    </a:lnTo>
                    <a:lnTo>
                      <a:pt x="293533" y="435329"/>
                    </a:lnTo>
                    <a:lnTo>
                      <a:pt x="308238" y="374220"/>
                    </a:lnTo>
                    <a:lnTo>
                      <a:pt x="322943" y="317347"/>
                    </a:lnTo>
                    <a:lnTo>
                      <a:pt x="337649" y="264833"/>
                    </a:lnTo>
                    <a:lnTo>
                      <a:pt x="352354" y="216787"/>
                    </a:lnTo>
                    <a:lnTo>
                      <a:pt x="367059" y="173334"/>
                    </a:lnTo>
                    <a:lnTo>
                      <a:pt x="381765" y="134556"/>
                    </a:lnTo>
                    <a:lnTo>
                      <a:pt x="396470" y="100538"/>
                    </a:lnTo>
                    <a:lnTo>
                      <a:pt x="411176" y="71364"/>
                    </a:lnTo>
                    <a:lnTo>
                      <a:pt x="425881" y="47099"/>
                    </a:lnTo>
                    <a:lnTo>
                      <a:pt x="440586" y="27788"/>
                    </a:lnTo>
                    <a:lnTo>
                      <a:pt x="455292" y="13482"/>
                    </a:lnTo>
                    <a:lnTo>
                      <a:pt x="469997" y="4208"/>
                    </a:lnTo>
                    <a:lnTo>
                      <a:pt x="484702" y="-15"/>
                    </a:lnTo>
                    <a:lnTo>
                      <a:pt x="499408" y="832"/>
                    </a:lnTo>
                    <a:lnTo>
                      <a:pt x="514113" y="6737"/>
                    </a:lnTo>
                    <a:lnTo>
                      <a:pt x="528819" y="17692"/>
                    </a:lnTo>
                    <a:lnTo>
                      <a:pt x="543524" y="33673"/>
                    </a:lnTo>
                    <a:lnTo>
                      <a:pt x="558229" y="54640"/>
                    </a:lnTo>
                    <a:lnTo>
                      <a:pt x="572935" y="80548"/>
                    </a:lnTo>
                    <a:lnTo>
                      <a:pt x="587640" y="111345"/>
                    </a:lnTo>
                    <a:lnTo>
                      <a:pt x="602345" y="146954"/>
                    </a:lnTo>
                    <a:lnTo>
                      <a:pt x="617051" y="187303"/>
                    </a:lnTo>
                    <a:lnTo>
                      <a:pt x="631756" y="232302"/>
                    </a:lnTo>
                    <a:lnTo>
                      <a:pt x="646462" y="281842"/>
                    </a:lnTo>
                    <a:lnTo>
                      <a:pt x="661167" y="335824"/>
                    </a:lnTo>
                    <a:lnTo>
                      <a:pt x="675872" y="394126"/>
                    </a:lnTo>
                    <a:lnTo>
                      <a:pt x="690578" y="456613"/>
                    </a:lnTo>
                    <a:lnTo>
                      <a:pt x="705283" y="523155"/>
                    </a:lnTo>
                    <a:lnTo>
                      <a:pt x="719988" y="593596"/>
                    </a:lnTo>
                    <a:lnTo>
                      <a:pt x="734694" y="667783"/>
                    </a:lnTo>
                    <a:lnTo>
                      <a:pt x="749399" y="745552"/>
                    </a:lnTo>
                    <a:lnTo>
                      <a:pt x="764104" y="826722"/>
                    </a:lnTo>
                    <a:lnTo>
                      <a:pt x="778810" y="911127"/>
                    </a:lnTo>
                    <a:lnTo>
                      <a:pt x="793515" y="998577"/>
                    </a:lnTo>
                    <a:lnTo>
                      <a:pt x="808220" y="1088867"/>
                    </a:lnTo>
                    <a:lnTo>
                      <a:pt x="822926" y="1181801"/>
                    </a:lnTo>
                    <a:lnTo>
                      <a:pt x="837631" y="1277181"/>
                    </a:lnTo>
                    <a:lnTo>
                      <a:pt x="852337" y="1374785"/>
                    </a:lnTo>
                    <a:lnTo>
                      <a:pt x="867042" y="1474400"/>
                    </a:lnTo>
                    <a:lnTo>
                      <a:pt x="881747" y="1575807"/>
                    </a:lnTo>
                    <a:lnTo>
                      <a:pt x="896453" y="1678779"/>
                    </a:lnTo>
                    <a:lnTo>
                      <a:pt x="911158" y="1783089"/>
                    </a:lnTo>
                    <a:lnTo>
                      <a:pt x="925863" y="1888500"/>
                    </a:lnTo>
                    <a:lnTo>
                      <a:pt x="940569" y="1994783"/>
                    </a:lnTo>
                    <a:lnTo>
                      <a:pt x="955274" y="2101700"/>
                    </a:lnTo>
                    <a:lnTo>
                      <a:pt x="969980" y="2209018"/>
                    </a:lnTo>
                    <a:lnTo>
                      <a:pt x="984685" y="2316491"/>
                    </a:lnTo>
                    <a:lnTo>
                      <a:pt x="999390" y="2423886"/>
                    </a:lnTo>
                    <a:lnTo>
                      <a:pt x="1014096" y="2530959"/>
                    </a:lnTo>
                    <a:lnTo>
                      <a:pt x="1028801" y="2637481"/>
                    </a:lnTo>
                    <a:lnTo>
                      <a:pt x="1043506" y="2743214"/>
                    </a:lnTo>
                    <a:lnTo>
                      <a:pt x="1058212" y="2847913"/>
                    </a:lnTo>
                    <a:lnTo>
                      <a:pt x="1072917" y="2951357"/>
                    </a:lnTo>
                    <a:lnTo>
                      <a:pt x="1087623" y="3053307"/>
                    </a:lnTo>
                    <a:lnTo>
                      <a:pt x="1102328" y="3153543"/>
                    </a:lnTo>
                    <a:lnTo>
                      <a:pt x="1117033" y="3251846"/>
                    </a:lnTo>
                    <a:lnTo>
                      <a:pt x="1131739" y="3347988"/>
                    </a:lnTo>
                    <a:lnTo>
                      <a:pt x="1146444" y="3441763"/>
                    </a:lnTo>
                    <a:lnTo>
                      <a:pt x="1161149" y="3532959"/>
                    </a:lnTo>
                    <a:lnTo>
                      <a:pt x="1175855" y="3621373"/>
                    </a:lnTo>
                    <a:lnTo>
                      <a:pt x="1190560" y="3706812"/>
                    </a:lnTo>
                    <a:lnTo>
                      <a:pt x="1205266" y="3789088"/>
                    </a:lnTo>
                    <a:lnTo>
                      <a:pt x="1219971" y="3868009"/>
                    </a:lnTo>
                    <a:lnTo>
                      <a:pt x="1234676" y="3943410"/>
                    </a:lnTo>
                    <a:lnTo>
                      <a:pt x="1249382" y="4015113"/>
                    </a:lnTo>
                    <a:lnTo>
                      <a:pt x="1264087" y="4082974"/>
                    </a:lnTo>
                    <a:lnTo>
                      <a:pt x="1278792" y="4146826"/>
                    </a:lnTo>
                    <a:lnTo>
                      <a:pt x="1293498" y="4206538"/>
                    </a:lnTo>
                    <a:lnTo>
                      <a:pt x="1308203" y="4261975"/>
                    </a:lnTo>
                    <a:lnTo>
                      <a:pt x="1322908" y="4313009"/>
                    </a:lnTo>
                    <a:lnTo>
                      <a:pt x="1337614" y="4359534"/>
                    </a:lnTo>
                    <a:lnTo>
                      <a:pt x="1352319" y="4401442"/>
                    </a:lnTo>
                    <a:lnTo>
                      <a:pt x="1367024" y="4438642"/>
                    </a:lnTo>
                    <a:lnTo>
                      <a:pt x="1381730" y="4471049"/>
                    </a:lnTo>
                    <a:lnTo>
                      <a:pt x="1396435" y="4498594"/>
                    </a:lnTo>
                    <a:lnTo>
                      <a:pt x="1411141" y="4521216"/>
                    </a:lnTo>
                    <a:lnTo>
                      <a:pt x="1425846" y="4538865"/>
                    </a:lnTo>
                    <a:lnTo>
                      <a:pt x="1440551" y="4551496"/>
                    </a:lnTo>
                    <a:lnTo>
                      <a:pt x="1455257" y="4559089"/>
                    </a:lnTo>
                    <a:lnTo>
                      <a:pt x="1469962" y="4561617"/>
                    </a:lnTo>
                    <a:lnTo>
                      <a:pt x="1484667" y="4559089"/>
                    </a:lnTo>
                    <a:lnTo>
                      <a:pt x="1499373" y="4551496"/>
                    </a:lnTo>
                    <a:lnTo>
                      <a:pt x="1514078" y="4538865"/>
                    </a:lnTo>
                    <a:lnTo>
                      <a:pt x="1528784" y="4521216"/>
                    </a:lnTo>
                    <a:lnTo>
                      <a:pt x="1543489" y="4498594"/>
                    </a:lnTo>
                    <a:lnTo>
                      <a:pt x="1558194" y="4471049"/>
                    </a:lnTo>
                    <a:lnTo>
                      <a:pt x="1572900" y="4438642"/>
                    </a:lnTo>
                    <a:lnTo>
                      <a:pt x="1587605" y="4401442"/>
                    </a:lnTo>
                    <a:lnTo>
                      <a:pt x="1602310" y="4359534"/>
                    </a:lnTo>
                    <a:lnTo>
                      <a:pt x="1617016" y="4313009"/>
                    </a:lnTo>
                    <a:lnTo>
                      <a:pt x="1631721" y="4261975"/>
                    </a:lnTo>
                    <a:lnTo>
                      <a:pt x="1646427" y="4206538"/>
                    </a:lnTo>
                    <a:lnTo>
                      <a:pt x="1661132" y="4146826"/>
                    </a:lnTo>
                    <a:lnTo>
                      <a:pt x="1675837" y="4082974"/>
                    </a:lnTo>
                    <a:lnTo>
                      <a:pt x="1690543" y="4015113"/>
                    </a:lnTo>
                    <a:lnTo>
                      <a:pt x="1705248" y="3943410"/>
                    </a:lnTo>
                    <a:lnTo>
                      <a:pt x="1719953" y="3868009"/>
                    </a:lnTo>
                    <a:lnTo>
                      <a:pt x="1734659" y="3789088"/>
                    </a:lnTo>
                    <a:lnTo>
                      <a:pt x="1749364" y="3706812"/>
                    </a:lnTo>
                    <a:lnTo>
                      <a:pt x="1764070" y="3621373"/>
                    </a:lnTo>
                    <a:lnTo>
                      <a:pt x="1778775" y="3532959"/>
                    </a:lnTo>
                    <a:lnTo>
                      <a:pt x="1793480" y="3441763"/>
                    </a:lnTo>
                    <a:lnTo>
                      <a:pt x="1808186" y="3347988"/>
                    </a:lnTo>
                    <a:lnTo>
                      <a:pt x="1822891" y="3251846"/>
                    </a:lnTo>
                    <a:lnTo>
                      <a:pt x="1837596" y="3153543"/>
                    </a:lnTo>
                    <a:lnTo>
                      <a:pt x="1852302" y="3053307"/>
                    </a:lnTo>
                    <a:lnTo>
                      <a:pt x="1867007" y="2951357"/>
                    </a:lnTo>
                    <a:lnTo>
                      <a:pt x="1881712" y="2847913"/>
                    </a:lnTo>
                    <a:lnTo>
                      <a:pt x="1896418" y="2743214"/>
                    </a:lnTo>
                    <a:lnTo>
                      <a:pt x="1911123" y="2637481"/>
                    </a:lnTo>
                    <a:lnTo>
                      <a:pt x="1925828" y="2530959"/>
                    </a:lnTo>
                    <a:lnTo>
                      <a:pt x="1940534" y="2423886"/>
                    </a:lnTo>
                    <a:lnTo>
                      <a:pt x="1955239" y="2316491"/>
                    </a:lnTo>
                    <a:lnTo>
                      <a:pt x="1969944" y="2209018"/>
                    </a:lnTo>
                    <a:lnTo>
                      <a:pt x="1984650" y="2101700"/>
                    </a:lnTo>
                    <a:lnTo>
                      <a:pt x="1999355" y="1994783"/>
                    </a:lnTo>
                    <a:lnTo>
                      <a:pt x="2014061" y="1888500"/>
                    </a:lnTo>
                    <a:lnTo>
                      <a:pt x="2028766" y="1783089"/>
                    </a:lnTo>
                    <a:lnTo>
                      <a:pt x="2043472" y="1678779"/>
                    </a:lnTo>
                    <a:lnTo>
                      <a:pt x="2058177" y="1575807"/>
                    </a:lnTo>
                    <a:lnTo>
                      <a:pt x="2072882" y="1474400"/>
                    </a:lnTo>
                    <a:lnTo>
                      <a:pt x="2087588" y="1374785"/>
                    </a:lnTo>
                    <a:lnTo>
                      <a:pt x="2102293" y="1277181"/>
                    </a:lnTo>
                    <a:lnTo>
                      <a:pt x="2116998" y="1181801"/>
                    </a:lnTo>
                    <a:lnTo>
                      <a:pt x="2131704" y="1088867"/>
                    </a:lnTo>
                    <a:lnTo>
                      <a:pt x="2146409" y="998577"/>
                    </a:lnTo>
                    <a:lnTo>
                      <a:pt x="2161114" y="911127"/>
                    </a:lnTo>
                    <a:lnTo>
                      <a:pt x="2175820" y="826722"/>
                    </a:lnTo>
                    <a:lnTo>
                      <a:pt x="2190525" y="745552"/>
                    </a:lnTo>
                    <a:lnTo>
                      <a:pt x="2205231" y="667783"/>
                    </a:lnTo>
                    <a:lnTo>
                      <a:pt x="2219936" y="593596"/>
                    </a:lnTo>
                    <a:lnTo>
                      <a:pt x="2234641" y="523155"/>
                    </a:lnTo>
                    <a:lnTo>
                      <a:pt x="2249347" y="456613"/>
                    </a:lnTo>
                    <a:lnTo>
                      <a:pt x="2264052" y="394126"/>
                    </a:lnTo>
                    <a:lnTo>
                      <a:pt x="2278757" y="335824"/>
                    </a:lnTo>
                    <a:lnTo>
                      <a:pt x="2293463" y="281842"/>
                    </a:lnTo>
                    <a:lnTo>
                      <a:pt x="2308168" y="232302"/>
                    </a:lnTo>
                    <a:lnTo>
                      <a:pt x="2322873" y="187303"/>
                    </a:lnTo>
                    <a:lnTo>
                      <a:pt x="2337579" y="146954"/>
                    </a:lnTo>
                    <a:lnTo>
                      <a:pt x="2352284" y="111345"/>
                    </a:lnTo>
                    <a:lnTo>
                      <a:pt x="2366989" y="80548"/>
                    </a:lnTo>
                    <a:lnTo>
                      <a:pt x="2381695" y="54640"/>
                    </a:lnTo>
                    <a:lnTo>
                      <a:pt x="2396401" y="33673"/>
                    </a:lnTo>
                    <a:lnTo>
                      <a:pt x="2411106" y="17692"/>
                    </a:lnTo>
                    <a:lnTo>
                      <a:pt x="2425811" y="6737"/>
                    </a:lnTo>
                    <a:lnTo>
                      <a:pt x="2440517" y="832"/>
                    </a:lnTo>
                    <a:lnTo>
                      <a:pt x="2455222" y="-15"/>
                    </a:lnTo>
                    <a:lnTo>
                      <a:pt x="2469927" y="4208"/>
                    </a:lnTo>
                    <a:lnTo>
                      <a:pt x="2484633" y="13482"/>
                    </a:lnTo>
                    <a:lnTo>
                      <a:pt x="2499338" y="27788"/>
                    </a:lnTo>
                    <a:lnTo>
                      <a:pt x="2514043" y="47099"/>
                    </a:lnTo>
                    <a:lnTo>
                      <a:pt x="2528749" y="71364"/>
                    </a:lnTo>
                    <a:lnTo>
                      <a:pt x="2543454" y="100538"/>
                    </a:lnTo>
                    <a:lnTo>
                      <a:pt x="2558159" y="134556"/>
                    </a:lnTo>
                    <a:lnTo>
                      <a:pt x="2572865" y="173334"/>
                    </a:lnTo>
                    <a:lnTo>
                      <a:pt x="2587570" y="216787"/>
                    </a:lnTo>
                    <a:lnTo>
                      <a:pt x="2602275" y="264833"/>
                    </a:lnTo>
                    <a:lnTo>
                      <a:pt x="2616981" y="317347"/>
                    </a:lnTo>
                    <a:lnTo>
                      <a:pt x="2631686" y="374220"/>
                    </a:lnTo>
                    <a:lnTo>
                      <a:pt x="2646392" y="435329"/>
                    </a:lnTo>
                    <a:lnTo>
                      <a:pt x="2661097" y="500532"/>
                    </a:lnTo>
                    <a:lnTo>
                      <a:pt x="2675802" y="569693"/>
                    </a:lnTo>
                    <a:lnTo>
                      <a:pt x="2690508" y="642644"/>
                    </a:lnTo>
                    <a:lnTo>
                      <a:pt x="2705213" y="719236"/>
                    </a:lnTo>
                    <a:lnTo>
                      <a:pt x="2719918" y="799301"/>
                    </a:lnTo>
                    <a:lnTo>
                      <a:pt x="2734624" y="882645"/>
                    </a:lnTo>
                    <a:lnTo>
                      <a:pt x="2749329" y="969099"/>
                    </a:lnTo>
                    <a:lnTo>
                      <a:pt x="2764035" y="1058464"/>
                    </a:lnTo>
                    <a:lnTo>
                      <a:pt x="2778740" y="1150545"/>
                    </a:lnTo>
                    <a:lnTo>
                      <a:pt x="2793445" y="1245129"/>
                    </a:lnTo>
                    <a:lnTo>
                      <a:pt x="2808151" y="1342015"/>
                    </a:lnTo>
                    <a:lnTo>
                      <a:pt x="2822856" y="1440984"/>
                    </a:lnTo>
                    <a:lnTo>
                      <a:pt x="2837561" y="1541821"/>
                    </a:lnTo>
                    <a:lnTo>
                      <a:pt x="2852267" y="1644295"/>
                    </a:lnTo>
                    <a:lnTo>
                      <a:pt x="2866972" y="1748186"/>
                    </a:lnTo>
                    <a:lnTo>
                      <a:pt x="2881678" y="1853253"/>
                    </a:lnTo>
                    <a:lnTo>
                      <a:pt x="2896383" y="1959271"/>
                    </a:lnTo>
                    <a:lnTo>
                      <a:pt x="2911088" y="2066007"/>
                    </a:lnTo>
                    <a:lnTo>
                      <a:pt x="2925794" y="2173215"/>
                    </a:lnTo>
                    <a:lnTo>
                      <a:pt x="2940499" y="2280662"/>
                    </a:lnTo>
                    <a:lnTo>
                      <a:pt x="2955204" y="2388109"/>
                    </a:lnTo>
                    <a:lnTo>
                      <a:pt x="2969910" y="2495317"/>
                    </a:lnTo>
                    <a:lnTo>
                      <a:pt x="2984615" y="2602053"/>
                    </a:lnTo>
                    <a:lnTo>
                      <a:pt x="2999320" y="2708071"/>
                    </a:lnTo>
                    <a:lnTo>
                      <a:pt x="3014026" y="2813138"/>
                    </a:lnTo>
                    <a:lnTo>
                      <a:pt x="3028731" y="2917029"/>
                    </a:lnTo>
                    <a:lnTo>
                      <a:pt x="3043436" y="3019502"/>
                    </a:lnTo>
                    <a:lnTo>
                      <a:pt x="3058142" y="3120340"/>
                    </a:lnTo>
                    <a:lnTo>
                      <a:pt x="3072847" y="3219309"/>
                    </a:lnTo>
                    <a:lnTo>
                      <a:pt x="3087552" y="3316195"/>
                    </a:lnTo>
                    <a:lnTo>
                      <a:pt x="3102258" y="3410779"/>
                    </a:lnTo>
                    <a:lnTo>
                      <a:pt x="3116963" y="3502860"/>
                    </a:lnTo>
                    <a:lnTo>
                      <a:pt x="3131669" y="3592225"/>
                    </a:lnTo>
                    <a:lnTo>
                      <a:pt x="3146374" y="3678679"/>
                    </a:lnTo>
                    <a:lnTo>
                      <a:pt x="3161080" y="3762023"/>
                    </a:lnTo>
                    <a:lnTo>
                      <a:pt x="3175785" y="3842088"/>
                    </a:lnTo>
                    <a:lnTo>
                      <a:pt x="3190490" y="3918680"/>
                    </a:lnTo>
                    <a:lnTo>
                      <a:pt x="3205196" y="3991630"/>
                    </a:lnTo>
                    <a:lnTo>
                      <a:pt x="3219901" y="4060792"/>
                    </a:lnTo>
                    <a:lnTo>
                      <a:pt x="3234606" y="4125994"/>
                    </a:lnTo>
                    <a:lnTo>
                      <a:pt x="3249312" y="4187104"/>
                    </a:lnTo>
                    <a:lnTo>
                      <a:pt x="3264017" y="4243977"/>
                    </a:lnTo>
                    <a:lnTo>
                      <a:pt x="3278722" y="4296492"/>
                    </a:lnTo>
                    <a:lnTo>
                      <a:pt x="3293428" y="4344537"/>
                    </a:lnTo>
                    <a:lnTo>
                      <a:pt x="3308133" y="4387990"/>
                    </a:lnTo>
                    <a:lnTo>
                      <a:pt x="3322838" y="4426768"/>
                    </a:lnTo>
                    <a:lnTo>
                      <a:pt x="3337544" y="4460786"/>
                    </a:lnTo>
                    <a:lnTo>
                      <a:pt x="3352249" y="4489960"/>
                    </a:lnTo>
                    <a:lnTo>
                      <a:pt x="3366955" y="4514225"/>
                    </a:lnTo>
                    <a:lnTo>
                      <a:pt x="3381660" y="4533536"/>
                    </a:lnTo>
                    <a:lnTo>
                      <a:pt x="3396365" y="4547842"/>
                    </a:lnTo>
                    <a:lnTo>
                      <a:pt x="3411071" y="4557116"/>
                    </a:lnTo>
                    <a:lnTo>
                      <a:pt x="3425776" y="4561339"/>
                    </a:lnTo>
                    <a:lnTo>
                      <a:pt x="3440481" y="4560492"/>
                    </a:lnTo>
                    <a:lnTo>
                      <a:pt x="3455187" y="4554587"/>
                    </a:lnTo>
                    <a:lnTo>
                      <a:pt x="3469892" y="4543632"/>
                    </a:lnTo>
                    <a:lnTo>
                      <a:pt x="3484597" y="4527651"/>
                    </a:lnTo>
                    <a:lnTo>
                      <a:pt x="3499303" y="4506684"/>
                    </a:lnTo>
                    <a:lnTo>
                      <a:pt x="3514008" y="4480776"/>
                    </a:lnTo>
                    <a:lnTo>
                      <a:pt x="3528714" y="4449979"/>
                    </a:lnTo>
                    <a:lnTo>
                      <a:pt x="3543419" y="4414370"/>
                    </a:lnTo>
                    <a:lnTo>
                      <a:pt x="3558125" y="4374021"/>
                    </a:lnTo>
                    <a:lnTo>
                      <a:pt x="3572830" y="4329022"/>
                    </a:lnTo>
                    <a:lnTo>
                      <a:pt x="3587535" y="4279483"/>
                    </a:lnTo>
                    <a:lnTo>
                      <a:pt x="3602241" y="4225500"/>
                    </a:lnTo>
                    <a:lnTo>
                      <a:pt x="3616946" y="4167198"/>
                    </a:lnTo>
                    <a:lnTo>
                      <a:pt x="3631651" y="4104711"/>
                    </a:lnTo>
                    <a:lnTo>
                      <a:pt x="3646357" y="4038169"/>
                    </a:lnTo>
                    <a:lnTo>
                      <a:pt x="3661062" y="3967727"/>
                    </a:lnTo>
                    <a:lnTo>
                      <a:pt x="3675767" y="3893541"/>
                    </a:lnTo>
                    <a:lnTo>
                      <a:pt x="3690473" y="3815773"/>
                    </a:lnTo>
                    <a:lnTo>
                      <a:pt x="3705178" y="3734602"/>
                    </a:lnTo>
                    <a:lnTo>
                      <a:pt x="3719883" y="3650197"/>
                    </a:lnTo>
                    <a:lnTo>
                      <a:pt x="3734589" y="3562747"/>
                    </a:lnTo>
                    <a:lnTo>
                      <a:pt x="3749294" y="3472457"/>
                    </a:lnTo>
                    <a:lnTo>
                      <a:pt x="3763999" y="3379523"/>
                    </a:lnTo>
                    <a:lnTo>
                      <a:pt x="3778705" y="3284143"/>
                    </a:lnTo>
                    <a:lnTo>
                      <a:pt x="3793410" y="3186539"/>
                    </a:lnTo>
                    <a:lnTo>
                      <a:pt x="3808116" y="3086924"/>
                    </a:lnTo>
                    <a:lnTo>
                      <a:pt x="3822821" y="2985517"/>
                    </a:lnTo>
                    <a:lnTo>
                      <a:pt x="3837526" y="2882545"/>
                    </a:lnTo>
                    <a:lnTo>
                      <a:pt x="3852232" y="2778235"/>
                    </a:lnTo>
                    <a:lnTo>
                      <a:pt x="3866937" y="2672824"/>
                    </a:lnTo>
                    <a:lnTo>
                      <a:pt x="3881643" y="2566541"/>
                    </a:lnTo>
                    <a:lnTo>
                      <a:pt x="3896348" y="2459624"/>
                    </a:lnTo>
                    <a:lnTo>
                      <a:pt x="3911053" y="2352306"/>
                    </a:lnTo>
                    <a:lnTo>
                      <a:pt x="3925759" y="2244833"/>
                    </a:lnTo>
                    <a:lnTo>
                      <a:pt x="3940464" y="2137438"/>
                    </a:lnTo>
                    <a:lnTo>
                      <a:pt x="3955169" y="2030366"/>
                    </a:lnTo>
                    <a:lnTo>
                      <a:pt x="3969875" y="1923843"/>
                    </a:lnTo>
                    <a:lnTo>
                      <a:pt x="3984580" y="1818110"/>
                    </a:lnTo>
                    <a:lnTo>
                      <a:pt x="3999285" y="1713411"/>
                    </a:lnTo>
                    <a:lnTo>
                      <a:pt x="4013991" y="1609967"/>
                    </a:lnTo>
                    <a:lnTo>
                      <a:pt x="4028696" y="1508017"/>
                    </a:lnTo>
                    <a:lnTo>
                      <a:pt x="4043402" y="1407774"/>
                    </a:lnTo>
                    <a:lnTo>
                      <a:pt x="4058107" y="1309478"/>
                    </a:lnTo>
                    <a:lnTo>
                      <a:pt x="4072812" y="1213336"/>
                    </a:lnTo>
                    <a:lnTo>
                      <a:pt x="4087518" y="1119560"/>
                    </a:lnTo>
                    <a:lnTo>
                      <a:pt x="4102223" y="1028365"/>
                    </a:lnTo>
                    <a:lnTo>
                      <a:pt x="4116928" y="939951"/>
                    </a:lnTo>
                    <a:lnTo>
                      <a:pt x="4131634" y="854512"/>
                    </a:lnTo>
                    <a:lnTo>
                      <a:pt x="4146339" y="772236"/>
                    </a:lnTo>
                    <a:lnTo>
                      <a:pt x="4161044" y="693315"/>
                    </a:lnTo>
                    <a:lnTo>
                      <a:pt x="4175750" y="617913"/>
                    </a:lnTo>
                    <a:lnTo>
                      <a:pt x="4190455" y="546211"/>
                    </a:lnTo>
                    <a:lnTo>
                      <a:pt x="4205161" y="478350"/>
                    </a:lnTo>
                    <a:lnTo>
                      <a:pt x="4219866" y="414498"/>
                    </a:lnTo>
                    <a:lnTo>
                      <a:pt x="4234572" y="354786"/>
                    </a:lnTo>
                    <a:lnTo>
                      <a:pt x="4249277" y="299349"/>
                    </a:lnTo>
                    <a:lnTo>
                      <a:pt x="4263982" y="248315"/>
                    </a:lnTo>
                    <a:lnTo>
                      <a:pt x="4278688" y="201790"/>
                    </a:lnTo>
                    <a:lnTo>
                      <a:pt x="4293393" y="159882"/>
                    </a:lnTo>
                    <a:lnTo>
                      <a:pt x="4308098" y="122682"/>
                    </a:lnTo>
                    <a:lnTo>
                      <a:pt x="4322804" y="90275"/>
                    </a:lnTo>
                    <a:lnTo>
                      <a:pt x="4337509" y="62730"/>
                    </a:lnTo>
                    <a:lnTo>
                      <a:pt x="4352214" y="40108"/>
                    </a:lnTo>
                    <a:lnTo>
                      <a:pt x="4366920" y="22459"/>
                    </a:lnTo>
                    <a:lnTo>
                      <a:pt x="4381625" y="9828"/>
                    </a:lnTo>
                    <a:lnTo>
                      <a:pt x="4396331" y="2236"/>
                    </a:lnTo>
                    <a:lnTo>
                      <a:pt x="4411036" y="-293"/>
                    </a:lnTo>
                    <a:lnTo>
                      <a:pt x="4425741" y="2236"/>
                    </a:lnTo>
                    <a:lnTo>
                      <a:pt x="4440447" y="9828"/>
                    </a:lnTo>
                    <a:lnTo>
                      <a:pt x="4455152" y="22459"/>
                    </a:lnTo>
                    <a:lnTo>
                      <a:pt x="4469857" y="40108"/>
                    </a:lnTo>
                    <a:lnTo>
                      <a:pt x="4484563" y="62730"/>
                    </a:lnTo>
                    <a:lnTo>
                      <a:pt x="4499268" y="90275"/>
                    </a:lnTo>
                    <a:lnTo>
                      <a:pt x="4513973" y="122682"/>
                    </a:lnTo>
                    <a:lnTo>
                      <a:pt x="4528679" y="159882"/>
                    </a:lnTo>
                    <a:lnTo>
                      <a:pt x="4543384" y="201790"/>
                    </a:lnTo>
                    <a:lnTo>
                      <a:pt x="4558089" y="248315"/>
                    </a:lnTo>
                    <a:lnTo>
                      <a:pt x="4572795" y="299349"/>
                    </a:lnTo>
                    <a:lnTo>
                      <a:pt x="4587500" y="354786"/>
                    </a:lnTo>
                    <a:lnTo>
                      <a:pt x="4602206" y="414498"/>
                    </a:lnTo>
                    <a:lnTo>
                      <a:pt x="4616911" y="478350"/>
                    </a:lnTo>
                    <a:lnTo>
                      <a:pt x="4631617" y="546211"/>
                    </a:lnTo>
                    <a:lnTo>
                      <a:pt x="4646322" y="617913"/>
                    </a:lnTo>
                    <a:lnTo>
                      <a:pt x="4661027" y="693315"/>
                    </a:lnTo>
                    <a:lnTo>
                      <a:pt x="4675733" y="772236"/>
                    </a:lnTo>
                    <a:lnTo>
                      <a:pt x="4690438" y="854512"/>
                    </a:lnTo>
                    <a:lnTo>
                      <a:pt x="4705143" y="939951"/>
                    </a:lnTo>
                    <a:lnTo>
                      <a:pt x="4719849" y="1028365"/>
                    </a:lnTo>
                    <a:lnTo>
                      <a:pt x="4734554" y="1119560"/>
                    </a:lnTo>
                    <a:lnTo>
                      <a:pt x="4749259" y="1213336"/>
                    </a:lnTo>
                    <a:lnTo>
                      <a:pt x="4763965" y="1309478"/>
                    </a:lnTo>
                    <a:lnTo>
                      <a:pt x="4778670" y="1407774"/>
                    </a:lnTo>
                    <a:lnTo>
                      <a:pt x="4793375" y="1508017"/>
                    </a:lnTo>
                    <a:lnTo>
                      <a:pt x="4808081" y="1609967"/>
                    </a:lnTo>
                    <a:lnTo>
                      <a:pt x="4822786" y="1713411"/>
                    </a:lnTo>
                    <a:lnTo>
                      <a:pt x="4837491" y="1818110"/>
                    </a:lnTo>
                    <a:lnTo>
                      <a:pt x="4852197" y="1923843"/>
                    </a:lnTo>
                    <a:lnTo>
                      <a:pt x="4866902" y="2030366"/>
                    </a:lnTo>
                    <a:lnTo>
                      <a:pt x="4881608" y="2137438"/>
                    </a:lnTo>
                    <a:lnTo>
                      <a:pt x="4896313" y="2244833"/>
                    </a:lnTo>
                    <a:lnTo>
                      <a:pt x="4911018" y="2352306"/>
                    </a:lnTo>
                    <a:lnTo>
                      <a:pt x="4925724" y="2459624"/>
                    </a:lnTo>
                    <a:lnTo>
                      <a:pt x="4940429" y="2566541"/>
                    </a:lnTo>
                    <a:lnTo>
                      <a:pt x="4955134" y="2672824"/>
                    </a:lnTo>
                    <a:lnTo>
                      <a:pt x="4969840" y="2778235"/>
                    </a:lnTo>
                    <a:lnTo>
                      <a:pt x="4984545" y="2882545"/>
                    </a:lnTo>
                    <a:lnTo>
                      <a:pt x="4999251" y="2985517"/>
                    </a:lnTo>
                    <a:lnTo>
                      <a:pt x="5013956" y="3086924"/>
                    </a:lnTo>
                    <a:lnTo>
                      <a:pt x="5028661" y="3186539"/>
                    </a:lnTo>
                    <a:lnTo>
                      <a:pt x="5043366" y="3284143"/>
                    </a:lnTo>
                    <a:lnTo>
                      <a:pt x="5058072" y="3379523"/>
                    </a:lnTo>
                    <a:lnTo>
                      <a:pt x="5072777" y="3472457"/>
                    </a:lnTo>
                    <a:lnTo>
                      <a:pt x="5087483" y="3562747"/>
                    </a:lnTo>
                    <a:lnTo>
                      <a:pt x="5102188" y="3650197"/>
                    </a:lnTo>
                    <a:lnTo>
                      <a:pt x="5116894" y="3734602"/>
                    </a:lnTo>
                    <a:lnTo>
                      <a:pt x="5131599" y="3815773"/>
                    </a:lnTo>
                    <a:lnTo>
                      <a:pt x="5146304" y="3893541"/>
                    </a:lnTo>
                    <a:lnTo>
                      <a:pt x="5161010" y="3967727"/>
                    </a:lnTo>
                    <a:lnTo>
                      <a:pt x="5175715" y="4038169"/>
                    </a:lnTo>
                    <a:lnTo>
                      <a:pt x="5190421" y="4104711"/>
                    </a:lnTo>
                    <a:lnTo>
                      <a:pt x="5205126" y="4167198"/>
                    </a:lnTo>
                    <a:lnTo>
                      <a:pt x="5219831" y="4225500"/>
                    </a:lnTo>
                    <a:lnTo>
                      <a:pt x="5234536" y="4279483"/>
                    </a:lnTo>
                    <a:lnTo>
                      <a:pt x="5249242" y="4329022"/>
                    </a:lnTo>
                    <a:lnTo>
                      <a:pt x="5263947" y="4374021"/>
                    </a:lnTo>
                    <a:lnTo>
                      <a:pt x="5278653" y="4414370"/>
                    </a:lnTo>
                    <a:lnTo>
                      <a:pt x="5293358" y="4449979"/>
                    </a:lnTo>
                    <a:lnTo>
                      <a:pt x="5308064" y="4480776"/>
                    </a:lnTo>
                    <a:lnTo>
                      <a:pt x="5322768" y="4506684"/>
                    </a:lnTo>
                    <a:lnTo>
                      <a:pt x="5337474" y="4527651"/>
                    </a:lnTo>
                    <a:lnTo>
                      <a:pt x="5352179" y="4543632"/>
                    </a:lnTo>
                    <a:lnTo>
                      <a:pt x="5366885" y="4554587"/>
                    </a:lnTo>
                    <a:lnTo>
                      <a:pt x="5381590" y="4560492"/>
                    </a:lnTo>
                    <a:lnTo>
                      <a:pt x="5396296" y="4561339"/>
                    </a:lnTo>
                    <a:lnTo>
                      <a:pt x="5411001" y="4557116"/>
                    </a:lnTo>
                    <a:lnTo>
                      <a:pt x="5425706" y="4547842"/>
                    </a:lnTo>
                    <a:lnTo>
                      <a:pt x="5440411" y="4533536"/>
                    </a:lnTo>
                    <a:lnTo>
                      <a:pt x="5455117" y="4514225"/>
                    </a:lnTo>
                    <a:lnTo>
                      <a:pt x="5469822" y="4489960"/>
                    </a:lnTo>
                    <a:lnTo>
                      <a:pt x="5484528" y="4460786"/>
                    </a:lnTo>
                    <a:lnTo>
                      <a:pt x="5499233" y="4426768"/>
                    </a:lnTo>
                    <a:lnTo>
                      <a:pt x="5513938" y="4387990"/>
                    </a:lnTo>
                    <a:lnTo>
                      <a:pt x="5528644" y="4344537"/>
                    </a:lnTo>
                    <a:lnTo>
                      <a:pt x="5543349" y="4296492"/>
                    </a:lnTo>
                    <a:lnTo>
                      <a:pt x="5558055" y="4243977"/>
                    </a:lnTo>
                    <a:lnTo>
                      <a:pt x="5572760" y="4187104"/>
                    </a:lnTo>
                    <a:lnTo>
                      <a:pt x="5587466" y="4125994"/>
                    </a:lnTo>
                    <a:lnTo>
                      <a:pt x="5602171" y="4060792"/>
                    </a:lnTo>
                    <a:lnTo>
                      <a:pt x="5616876" y="3991630"/>
                    </a:lnTo>
                    <a:lnTo>
                      <a:pt x="5631581" y="3918680"/>
                    </a:lnTo>
                    <a:lnTo>
                      <a:pt x="5646287" y="3842088"/>
                    </a:lnTo>
                    <a:lnTo>
                      <a:pt x="5660992" y="3762023"/>
                    </a:lnTo>
                    <a:lnTo>
                      <a:pt x="5675698" y="3678679"/>
                    </a:lnTo>
                    <a:lnTo>
                      <a:pt x="5690403" y="3592225"/>
                    </a:lnTo>
                    <a:lnTo>
                      <a:pt x="5705108" y="3502860"/>
                    </a:lnTo>
                    <a:lnTo>
                      <a:pt x="5719813" y="3410779"/>
                    </a:lnTo>
                    <a:lnTo>
                      <a:pt x="5734519" y="3316195"/>
                    </a:lnTo>
                    <a:lnTo>
                      <a:pt x="5749224" y="3219309"/>
                    </a:lnTo>
                    <a:lnTo>
                      <a:pt x="5763930" y="3120340"/>
                    </a:lnTo>
                    <a:lnTo>
                      <a:pt x="5778635" y="3019502"/>
                    </a:lnTo>
                    <a:lnTo>
                      <a:pt x="5793341" y="2917029"/>
                    </a:lnTo>
                    <a:lnTo>
                      <a:pt x="5808045" y="2813138"/>
                    </a:lnTo>
                    <a:lnTo>
                      <a:pt x="5822751" y="2708071"/>
                    </a:lnTo>
                    <a:lnTo>
                      <a:pt x="5837456" y="2602053"/>
                    </a:lnTo>
                    <a:lnTo>
                      <a:pt x="5852162" y="2495317"/>
                    </a:lnTo>
                    <a:lnTo>
                      <a:pt x="5866867" y="2388109"/>
                    </a:lnTo>
                    <a:lnTo>
                      <a:pt x="5881573" y="2280662"/>
                    </a:lnTo>
                    <a:lnTo>
                      <a:pt x="5896278" y="2173215"/>
                    </a:lnTo>
                    <a:lnTo>
                      <a:pt x="5910983" y="2066007"/>
                    </a:lnTo>
                    <a:lnTo>
                      <a:pt x="5925689" y="1959271"/>
                    </a:lnTo>
                    <a:lnTo>
                      <a:pt x="5940394" y="1853253"/>
                    </a:lnTo>
                    <a:lnTo>
                      <a:pt x="5955100" y="1748186"/>
                    </a:lnTo>
                    <a:lnTo>
                      <a:pt x="5969805" y="1644295"/>
                    </a:lnTo>
                    <a:lnTo>
                      <a:pt x="5984510" y="1541821"/>
                    </a:lnTo>
                    <a:lnTo>
                      <a:pt x="5999215" y="1440984"/>
                    </a:lnTo>
                    <a:lnTo>
                      <a:pt x="6013921" y="1342015"/>
                    </a:lnTo>
                    <a:lnTo>
                      <a:pt x="6028626" y="1245129"/>
                    </a:lnTo>
                    <a:lnTo>
                      <a:pt x="6043332" y="1150545"/>
                    </a:lnTo>
                    <a:lnTo>
                      <a:pt x="6058037" y="1058464"/>
                    </a:lnTo>
                    <a:lnTo>
                      <a:pt x="6072743" y="969099"/>
                    </a:lnTo>
                    <a:lnTo>
                      <a:pt x="6087448" y="882645"/>
                    </a:lnTo>
                    <a:lnTo>
                      <a:pt x="6102153" y="799301"/>
                    </a:lnTo>
                    <a:lnTo>
                      <a:pt x="6116858" y="719236"/>
                    </a:lnTo>
                    <a:lnTo>
                      <a:pt x="6131564" y="642644"/>
                    </a:lnTo>
                    <a:lnTo>
                      <a:pt x="6146269" y="569693"/>
                    </a:lnTo>
                    <a:lnTo>
                      <a:pt x="6160975" y="500532"/>
                    </a:lnTo>
                    <a:lnTo>
                      <a:pt x="6175680" y="435329"/>
                    </a:lnTo>
                    <a:lnTo>
                      <a:pt x="6190385" y="374220"/>
                    </a:lnTo>
                    <a:lnTo>
                      <a:pt x="6205090" y="317347"/>
                    </a:lnTo>
                    <a:lnTo>
                      <a:pt x="6219796" y="264833"/>
                    </a:lnTo>
                    <a:lnTo>
                      <a:pt x="6234501" y="216787"/>
                    </a:lnTo>
                    <a:lnTo>
                      <a:pt x="6249207" y="173334"/>
                    </a:lnTo>
                    <a:lnTo>
                      <a:pt x="6263913" y="134556"/>
                    </a:lnTo>
                    <a:lnTo>
                      <a:pt x="6278618" y="100538"/>
                    </a:lnTo>
                    <a:lnTo>
                      <a:pt x="6293323" y="71364"/>
                    </a:lnTo>
                    <a:lnTo>
                      <a:pt x="6308028" y="47099"/>
                    </a:lnTo>
                    <a:lnTo>
                      <a:pt x="6322734" y="27788"/>
                    </a:lnTo>
                    <a:lnTo>
                      <a:pt x="6337439" y="13482"/>
                    </a:lnTo>
                    <a:lnTo>
                      <a:pt x="6352145" y="4208"/>
                    </a:lnTo>
                    <a:lnTo>
                      <a:pt x="6366850" y="-15"/>
                    </a:lnTo>
                    <a:lnTo>
                      <a:pt x="6381555" y="832"/>
                    </a:lnTo>
                    <a:lnTo>
                      <a:pt x="6396260" y="6737"/>
                    </a:lnTo>
                    <a:lnTo>
                      <a:pt x="6410966" y="17692"/>
                    </a:lnTo>
                    <a:lnTo>
                      <a:pt x="6425671" y="33673"/>
                    </a:lnTo>
                    <a:lnTo>
                      <a:pt x="6440377" y="54640"/>
                    </a:lnTo>
                    <a:lnTo>
                      <a:pt x="6455082" y="80548"/>
                    </a:lnTo>
                    <a:lnTo>
                      <a:pt x="6469788" y="111345"/>
                    </a:lnTo>
                    <a:lnTo>
                      <a:pt x="6484492" y="146954"/>
                    </a:lnTo>
                    <a:lnTo>
                      <a:pt x="6499198" y="187303"/>
                    </a:lnTo>
                    <a:lnTo>
                      <a:pt x="6513903" y="232302"/>
                    </a:lnTo>
                    <a:lnTo>
                      <a:pt x="6528609" y="281842"/>
                    </a:lnTo>
                    <a:lnTo>
                      <a:pt x="6543314" y="335824"/>
                    </a:lnTo>
                    <a:lnTo>
                      <a:pt x="6558020" y="394126"/>
                    </a:lnTo>
                    <a:lnTo>
                      <a:pt x="6572725" y="456613"/>
                    </a:lnTo>
                    <a:lnTo>
                      <a:pt x="6587430" y="523155"/>
                    </a:lnTo>
                    <a:lnTo>
                      <a:pt x="6602135" y="593596"/>
                    </a:lnTo>
                    <a:lnTo>
                      <a:pt x="6616841" y="667783"/>
                    </a:lnTo>
                    <a:lnTo>
                      <a:pt x="6631547" y="745552"/>
                    </a:lnTo>
                    <a:lnTo>
                      <a:pt x="6646252" y="826722"/>
                    </a:lnTo>
                    <a:lnTo>
                      <a:pt x="6660957" y="911127"/>
                    </a:lnTo>
                    <a:lnTo>
                      <a:pt x="6675662" y="998577"/>
                    </a:lnTo>
                    <a:lnTo>
                      <a:pt x="6690368" y="1088867"/>
                    </a:lnTo>
                    <a:lnTo>
                      <a:pt x="6705073" y="1181801"/>
                    </a:lnTo>
                    <a:lnTo>
                      <a:pt x="6719779" y="1277181"/>
                    </a:lnTo>
                    <a:lnTo>
                      <a:pt x="6734484" y="1374785"/>
                    </a:lnTo>
                    <a:lnTo>
                      <a:pt x="6749190" y="1474400"/>
                    </a:lnTo>
                    <a:lnTo>
                      <a:pt x="6763895" y="1575807"/>
                    </a:lnTo>
                    <a:lnTo>
                      <a:pt x="6778600" y="1678779"/>
                    </a:lnTo>
                    <a:lnTo>
                      <a:pt x="6793305" y="1783089"/>
                    </a:lnTo>
                    <a:lnTo>
                      <a:pt x="6808011" y="1888500"/>
                    </a:lnTo>
                    <a:lnTo>
                      <a:pt x="6822716" y="1994783"/>
                    </a:lnTo>
                    <a:lnTo>
                      <a:pt x="6837422" y="2101700"/>
                    </a:lnTo>
                    <a:lnTo>
                      <a:pt x="6852127" y="2209018"/>
                    </a:lnTo>
                    <a:lnTo>
                      <a:pt x="6866832" y="2316491"/>
                    </a:lnTo>
                    <a:lnTo>
                      <a:pt x="6881537" y="2423886"/>
                    </a:lnTo>
                    <a:lnTo>
                      <a:pt x="6896243" y="2530959"/>
                    </a:lnTo>
                    <a:lnTo>
                      <a:pt x="6910948" y="2637481"/>
                    </a:lnTo>
                    <a:lnTo>
                      <a:pt x="6925654" y="2743214"/>
                    </a:lnTo>
                    <a:lnTo>
                      <a:pt x="6940359" y="2847913"/>
                    </a:lnTo>
                    <a:lnTo>
                      <a:pt x="6955065" y="2951357"/>
                    </a:lnTo>
                    <a:lnTo>
                      <a:pt x="6969769" y="3053307"/>
                    </a:lnTo>
                    <a:lnTo>
                      <a:pt x="6984475" y="3153543"/>
                    </a:lnTo>
                    <a:lnTo>
                      <a:pt x="6999181" y="3251846"/>
                    </a:lnTo>
                    <a:lnTo>
                      <a:pt x="7013886" y="3347988"/>
                    </a:lnTo>
                    <a:lnTo>
                      <a:pt x="7028592" y="3441763"/>
                    </a:lnTo>
                    <a:lnTo>
                      <a:pt x="7043297" y="3532959"/>
                    </a:lnTo>
                    <a:lnTo>
                      <a:pt x="7058002" y="3621373"/>
                    </a:lnTo>
                    <a:lnTo>
                      <a:pt x="7072707" y="3706812"/>
                    </a:lnTo>
                    <a:lnTo>
                      <a:pt x="7087413" y="3789088"/>
                    </a:lnTo>
                    <a:lnTo>
                      <a:pt x="7102118" y="3868009"/>
                    </a:lnTo>
                    <a:lnTo>
                      <a:pt x="7116824" y="3943410"/>
                    </a:lnTo>
                    <a:lnTo>
                      <a:pt x="7131529" y="4015113"/>
                    </a:lnTo>
                    <a:lnTo>
                      <a:pt x="7146234" y="4082974"/>
                    </a:lnTo>
                    <a:lnTo>
                      <a:pt x="7160939" y="4146826"/>
                    </a:lnTo>
                    <a:lnTo>
                      <a:pt x="7175645" y="4206538"/>
                    </a:lnTo>
                    <a:lnTo>
                      <a:pt x="7190350" y="4261975"/>
                    </a:lnTo>
                    <a:lnTo>
                      <a:pt x="7205056" y="4313009"/>
                    </a:lnTo>
                    <a:lnTo>
                      <a:pt x="7219761" y="4359534"/>
                    </a:lnTo>
                    <a:lnTo>
                      <a:pt x="7234467" y="4401442"/>
                    </a:lnTo>
                    <a:lnTo>
                      <a:pt x="7249172" y="4438642"/>
                    </a:lnTo>
                    <a:lnTo>
                      <a:pt x="7263877" y="4471049"/>
                    </a:lnTo>
                    <a:lnTo>
                      <a:pt x="7278582" y="4498594"/>
                    </a:lnTo>
                    <a:lnTo>
                      <a:pt x="7293288" y="4521216"/>
                    </a:lnTo>
                    <a:lnTo>
                      <a:pt x="7307993" y="4538865"/>
                    </a:lnTo>
                    <a:lnTo>
                      <a:pt x="7322699" y="4551496"/>
                    </a:lnTo>
                    <a:lnTo>
                      <a:pt x="7337404" y="4559089"/>
                    </a:lnTo>
                    <a:lnTo>
                      <a:pt x="7352109" y="4561617"/>
                    </a:lnTo>
                    <a:lnTo>
                      <a:pt x="7366815" y="4559089"/>
                    </a:lnTo>
                    <a:lnTo>
                      <a:pt x="7381520" y="4551496"/>
                    </a:lnTo>
                    <a:lnTo>
                      <a:pt x="7396226" y="4538865"/>
                    </a:lnTo>
                    <a:lnTo>
                      <a:pt x="7410931" y="4521216"/>
                    </a:lnTo>
                    <a:lnTo>
                      <a:pt x="7425637" y="4498594"/>
                    </a:lnTo>
                    <a:lnTo>
                      <a:pt x="7440342" y="4471049"/>
                    </a:lnTo>
                    <a:lnTo>
                      <a:pt x="7455047" y="4438642"/>
                    </a:lnTo>
                    <a:lnTo>
                      <a:pt x="7469752" y="4401442"/>
                    </a:lnTo>
                    <a:lnTo>
                      <a:pt x="7484458" y="4359534"/>
                    </a:lnTo>
                    <a:lnTo>
                      <a:pt x="7499163" y="4313009"/>
                    </a:lnTo>
                    <a:lnTo>
                      <a:pt x="7513869" y="4261975"/>
                    </a:lnTo>
                    <a:lnTo>
                      <a:pt x="7528574" y="4206538"/>
                    </a:lnTo>
                    <a:lnTo>
                      <a:pt x="7543279" y="4146826"/>
                    </a:lnTo>
                    <a:lnTo>
                      <a:pt x="7557984" y="4082974"/>
                    </a:lnTo>
                    <a:lnTo>
                      <a:pt x="7572690" y="4015113"/>
                    </a:lnTo>
                    <a:lnTo>
                      <a:pt x="7587395" y="3943410"/>
                    </a:lnTo>
                    <a:lnTo>
                      <a:pt x="7602101" y="3868009"/>
                    </a:lnTo>
                    <a:lnTo>
                      <a:pt x="7616806" y="3789088"/>
                    </a:lnTo>
                    <a:lnTo>
                      <a:pt x="7631512" y="3706812"/>
                    </a:lnTo>
                    <a:lnTo>
                      <a:pt x="7646216" y="3621373"/>
                    </a:lnTo>
                    <a:lnTo>
                      <a:pt x="7660922" y="3532959"/>
                    </a:lnTo>
                    <a:lnTo>
                      <a:pt x="7675627" y="3441763"/>
                    </a:lnTo>
                    <a:lnTo>
                      <a:pt x="7690333" y="3347988"/>
                    </a:lnTo>
                    <a:lnTo>
                      <a:pt x="7705038" y="3251846"/>
                    </a:lnTo>
                    <a:lnTo>
                      <a:pt x="7719744" y="3153543"/>
                    </a:lnTo>
                    <a:lnTo>
                      <a:pt x="7734449" y="3053307"/>
                    </a:lnTo>
                    <a:lnTo>
                      <a:pt x="7749154" y="2951357"/>
                    </a:lnTo>
                    <a:lnTo>
                      <a:pt x="7763860" y="2847913"/>
                    </a:lnTo>
                    <a:lnTo>
                      <a:pt x="7778565" y="2743214"/>
                    </a:lnTo>
                    <a:lnTo>
                      <a:pt x="7793271" y="2637481"/>
                    </a:lnTo>
                    <a:lnTo>
                      <a:pt x="7807976" y="2530959"/>
                    </a:lnTo>
                    <a:lnTo>
                      <a:pt x="7822681" y="2423886"/>
                    </a:lnTo>
                    <a:lnTo>
                      <a:pt x="7837386" y="2316491"/>
                    </a:lnTo>
                    <a:lnTo>
                      <a:pt x="7852092" y="2209018"/>
                    </a:lnTo>
                    <a:lnTo>
                      <a:pt x="7866797" y="2101700"/>
                    </a:lnTo>
                    <a:lnTo>
                      <a:pt x="7881503" y="1994783"/>
                    </a:lnTo>
                    <a:lnTo>
                      <a:pt x="7896208" y="1888500"/>
                    </a:lnTo>
                    <a:lnTo>
                      <a:pt x="7910914" y="1783089"/>
                    </a:lnTo>
                    <a:lnTo>
                      <a:pt x="7925619" y="1678779"/>
                    </a:lnTo>
                    <a:lnTo>
                      <a:pt x="7940324" y="1575807"/>
                    </a:lnTo>
                    <a:lnTo>
                      <a:pt x="7955029" y="1474400"/>
                    </a:lnTo>
                    <a:lnTo>
                      <a:pt x="7969735" y="1374785"/>
                    </a:lnTo>
                    <a:lnTo>
                      <a:pt x="7984440" y="1277181"/>
                    </a:lnTo>
                    <a:lnTo>
                      <a:pt x="7999146" y="1181801"/>
                    </a:lnTo>
                    <a:lnTo>
                      <a:pt x="8013851" y="1088867"/>
                    </a:lnTo>
                    <a:lnTo>
                      <a:pt x="8028556" y="998577"/>
                    </a:lnTo>
                    <a:lnTo>
                      <a:pt x="8043261" y="911127"/>
                    </a:lnTo>
                    <a:lnTo>
                      <a:pt x="8057967" y="826722"/>
                    </a:lnTo>
                    <a:lnTo>
                      <a:pt x="8072672" y="745552"/>
                    </a:lnTo>
                    <a:lnTo>
                      <a:pt x="8087378" y="667783"/>
                    </a:lnTo>
                    <a:lnTo>
                      <a:pt x="8102084" y="593596"/>
                    </a:lnTo>
                    <a:lnTo>
                      <a:pt x="8116789" y="523155"/>
                    </a:lnTo>
                    <a:lnTo>
                      <a:pt x="8131494" y="456613"/>
                    </a:lnTo>
                    <a:lnTo>
                      <a:pt x="8146199" y="394126"/>
                    </a:lnTo>
                    <a:lnTo>
                      <a:pt x="8160905" y="335824"/>
                    </a:lnTo>
                    <a:lnTo>
                      <a:pt x="8175610" y="281842"/>
                    </a:lnTo>
                    <a:lnTo>
                      <a:pt x="8190316" y="232302"/>
                    </a:lnTo>
                    <a:lnTo>
                      <a:pt x="8205021" y="187303"/>
                    </a:lnTo>
                    <a:lnTo>
                      <a:pt x="8219726" y="146954"/>
                    </a:lnTo>
                    <a:lnTo>
                      <a:pt x="8234431" y="111345"/>
                    </a:lnTo>
                    <a:lnTo>
                      <a:pt x="8249137" y="80548"/>
                    </a:lnTo>
                    <a:lnTo>
                      <a:pt x="8263842" y="54640"/>
                    </a:lnTo>
                    <a:lnTo>
                      <a:pt x="8278548" y="33673"/>
                    </a:lnTo>
                    <a:lnTo>
                      <a:pt x="8293253" y="17692"/>
                    </a:lnTo>
                    <a:lnTo>
                      <a:pt x="8307958" y="6737"/>
                    </a:lnTo>
                    <a:lnTo>
                      <a:pt x="8322663" y="832"/>
                    </a:lnTo>
                    <a:lnTo>
                      <a:pt x="8337369" y="-15"/>
                    </a:lnTo>
                    <a:lnTo>
                      <a:pt x="8352074" y="4208"/>
                    </a:lnTo>
                    <a:lnTo>
                      <a:pt x="8366780" y="13482"/>
                    </a:lnTo>
                    <a:lnTo>
                      <a:pt x="8381485" y="27788"/>
                    </a:lnTo>
                    <a:lnTo>
                      <a:pt x="8396190" y="47099"/>
                    </a:lnTo>
                    <a:lnTo>
                      <a:pt x="8410895" y="71364"/>
                    </a:lnTo>
                    <a:lnTo>
                      <a:pt x="8425601" y="100538"/>
                    </a:lnTo>
                    <a:lnTo>
                      <a:pt x="8440306" y="134556"/>
                    </a:lnTo>
                    <a:lnTo>
                      <a:pt x="8455012" y="173334"/>
                    </a:lnTo>
                    <a:lnTo>
                      <a:pt x="8469717" y="216787"/>
                    </a:lnTo>
                    <a:lnTo>
                      <a:pt x="8484422" y="264833"/>
                    </a:lnTo>
                    <a:lnTo>
                      <a:pt x="8499128" y="317347"/>
                    </a:lnTo>
                    <a:lnTo>
                      <a:pt x="8513833" y="374220"/>
                    </a:lnTo>
                    <a:lnTo>
                      <a:pt x="8528539" y="435329"/>
                    </a:lnTo>
                    <a:lnTo>
                      <a:pt x="8543244" y="500532"/>
                    </a:lnTo>
                    <a:lnTo>
                      <a:pt x="8557950" y="569693"/>
                    </a:lnTo>
                    <a:lnTo>
                      <a:pt x="8572655" y="642644"/>
                    </a:lnTo>
                    <a:lnTo>
                      <a:pt x="8587360" y="719236"/>
                    </a:lnTo>
                    <a:lnTo>
                      <a:pt x="8602065" y="799301"/>
                    </a:lnTo>
                    <a:lnTo>
                      <a:pt x="8616771" y="882645"/>
                    </a:lnTo>
                    <a:lnTo>
                      <a:pt x="8631476" y="969099"/>
                    </a:lnTo>
                    <a:lnTo>
                      <a:pt x="8646182" y="1058464"/>
                    </a:lnTo>
                    <a:lnTo>
                      <a:pt x="8660887" y="1150545"/>
                    </a:lnTo>
                    <a:lnTo>
                      <a:pt x="8675592" y="1245129"/>
                    </a:lnTo>
                    <a:lnTo>
                      <a:pt x="8690297" y="1342015"/>
                    </a:lnTo>
                    <a:lnTo>
                      <a:pt x="8705003" y="1440984"/>
                    </a:lnTo>
                    <a:lnTo>
                      <a:pt x="8719708" y="1541821"/>
                    </a:lnTo>
                    <a:lnTo>
                      <a:pt x="8734414" y="1644295"/>
                    </a:lnTo>
                    <a:lnTo>
                      <a:pt x="8749119" y="1748186"/>
                    </a:lnTo>
                    <a:lnTo>
                      <a:pt x="8763825" y="1853253"/>
                    </a:lnTo>
                    <a:lnTo>
                      <a:pt x="8778530" y="1959271"/>
                    </a:lnTo>
                    <a:lnTo>
                      <a:pt x="8793235" y="2066007"/>
                    </a:lnTo>
                    <a:lnTo>
                      <a:pt x="8807940" y="2173215"/>
                    </a:lnTo>
                    <a:lnTo>
                      <a:pt x="8822646" y="2280662"/>
                    </a:lnTo>
                  </a:path>
                </a:pathLst>
              </a:custGeom>
              <a:noFill/>
              <a:ln w="38507" cap="flat">
                <a:solidFill>
                  <a:srgbClr val="BF8C8C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dirty="0"/>
              </a:p>
            </p:txBody>
          </p:sp>
        </p:grp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D4C98013-3AE6-C349-37AA-4306101C3487}"/>
                </a:ext>
              </a:extLst>
            </p:cNvPr>
            <p:cNvGrpSpPr/>
            <p:nvPr/>
          </p:nvGrpSpPr>
          <p:grpSpPr>
            <a:xfrm>
              <a:off x="5981500" y="2761115"/>
              <a:ext cx="806044" cy="808547"/>
              <a:chOff x="9222515" y="2693934"/>
              <a:chExt cx="806044" cy="808547"/>
            </a:xfrm>
            <a:solidFill>
              <a:schemeClr val="bg1">
                <a:lumMod val="75000"/>
              </a:schemeClr>
            </a:solidFill>
          </p:grpSpPr>
          <p:sp>
            <p:nvSpPr>
              <p:cNvPr id="23" name="立方体 22">
                <a:extLst>
                  <a:ext uri="{FF2B5EF4-FFF2-40B4-BE49-F238E27FC236}">
                    <a16:creationId xmlns:a16="http://schemas.microsoft.com/office/drawing/2014/main" id="{1E2E435C-F098-7DEC-D63B-63052F634D49}"/>
                  </a:ext>
                </a:extLst>
              </p:cNvPr>
              <p:cNvSpPr/>
              <p:nvPr/>
            </p:nvSpPr>
            <p:spPr>
              <a:xfrm>
                <a:off x="9222515" y="2693934"/>
                <a:ext cx="806044" cy="808547"/>
              </a:xfrm>
              <a:prstGeom prst="cube">
                <a:avLst>
                  <a:gd name="adj" fmla="val 20159"/>
                </a:avLst>
              </a:prstGeom>
              <a:grpFill/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椭圆 25">
                <a:extLst>
                  <a:ext uri="{FF2B5EF4-FFF2-40B4-BE49-F238E27FC236}">
                    <a16:creationId xmlns:a16="http://schemas.microsoft.com/office/drawing/2014/main" id="{DA74DAE2-E86C-10A8-C41C-28A218D30A81}"/>
                  </a:ext>
                </a:extLst>
              </p:cNvPr>
              <p:cNvSpPr/>
              <p:nvPr/>
            </p:nvSpPr>
            <p:spPr>
              <a:xfrm>
                <a:off x="9327229" y="2972074"/>
                <a:ext cx="438150" cy="419100"/>
              </a:xfrm>
              <a:prstGeom prst="ellipse">
                <a:avLst/>
              </a:prstGeom>
              <a:grpFill/>
              <a:ln>
                <a:noFill/>
              </a:ln>
              <a:effectLst>
                <a:outerShdw blurRad="107950" dist="12700" dir="5400000" algn="ctr">
                  <a:srgbClr val="000000"/>
                </a:outerShdw>
              </a:effectLst>
              <a:scene3d>
                <a:camera prst="orthographicFront">
                  <a:rot lat="0" lon="0" rev="0"/>
                </a:camera>
                <a:lightRig rig="soft" dir="t">
                  <a:rot lat="0" lon="0" rev="0"/>
                </a:lightRig>
              </a:scene3d>
              <a:sp3d contourW="44450" prstMaterial="matte">
                <a:bevelT w="63500" h="63500" prst="artDeco"/>
                <a:contourClr>
                  <a:srgbClr val="FFFFFF"/>
                </a:contourClr>
              </a:sp3d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10829736-2C4F-529C-F994-C0DA604AC871}"/>
                </a:ext>
              </a:extLst>
            </p:cNvPr>
            <p:cNvGrpSpPr/>
            <p:nvPr/>
          </p:nvGrpSpPr>
          <p:grpSpPr>
            <a:xfrm>
              <a:off x="7318154" y="2078088"/>
              <a:ext cx="2820069" cy="2032458"/>
              <a:chOff x="8094674" y="1851921"/>
              <a:chExt cx="2820069" cy="2032458"/>
            </a:xfrm>
          </p:grpSpPr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D9A784A3-4608-42AF-D274-81E0713FAF25}"/>
                  </a:ext>
                </a:extLst>
              </p:cNvPr>
              <p:cNvSpPr/>
              <p:nvPr/>
            </p:nvSpPr>
            <p:spPr>
              <a:xfrm>
                <a:off x="8094674" y="1851921"/>
                <a:ext cx="2820069" cy="2032458"/>
              </a:xfrm>
              <a:prstGeom prst="rect">
                <a:avLst/>
              </a:prstGeom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3" name="图形 51">
                <a:extLst>
                  <a:ext uri="{FF2B5EF4-FFF2-40B4-BE49-F238E27FC236}">
                    <a16:creationId xmlns:a16="http://schemas.microsoft.com/office/drawing/2014/main" id="{E90E74D3-A5D6-5A07-52E2-0585565D0C52}"/>
                  </a:ext>
                </a:extLst>
              </p:cNvPr>
              <p:cNvGrpSpPr/>
              <p:nvPr/>
            </p:nvGrpSpPr>
            <p:grpSpPr>
              <a:xfrm>
                <a:off x="8383394" y="1990069"/>
                <a:ext cx="2271575" cy="1661227"/>
                <a:chOff x="1101756" y="3148470"/>
                <a:chExt cx="11045757" cy="4504913"/>
              </a:xfrm>
            </p:grpSpPr>
            <p:sp>
              <p:nvSpPr>
                <p:cNvPr id="56" name="任意多边形: 形状 55">
                  <a:extLst>
                    <a:ext uri="{FF2B5EF4-FFF2-40B4-BE49-F238E27FC236}">
                      <a16:creationId xmlns:a16="http://schemas.microsoft.com/office/drawing/2014/main" id="{60B69BCC-5904-7739-8BE0-BC749FB33015}"/>
                    </a:ext>
                  </a:extLst>
                </p:cNvPr>
                <p:cNvSpPr/>
                <p:nvPr/>
              </p:nvSpPr>
              <p:spPr>
                <a:xfrm>
                  <a:off x="1101756" y="3148470"/>
                  <a:ext cx="11045757" cy="4504913"/>
                </a:xfrm>
                <a:custGeom>
                  <a:avLst/>
                  <a:gdLst>
                    <a:gd name="csX0" fmla="*/ -721 w 11045757"/>
                    <a:gd name="csY0" fmla="*/ 3810069 h 4504913"/>
                    <a:gd name="csX1" fmla="*/ -721 w 11045757"/>
                    <a:gd name="csY1" fmla="*/ 3810069 h 4504913"/>
                    <a:gd name="csX2" fmla="*/ 45301 w 11045757"/>
                    <a:gd name="csY2" fmla="*/ 4397078 h 4504913"/>
                    <a:gd name="csX3" fmla="*/ 91329 w 11045757"/>
                    <a:gd name="csY3" fmla="*/ 4437223 h 4504913"/>
                    <a:gd name="csX4" fmla="*/ 137351 w 11045757"/>
                    <a:gd name="csY4" fmla="*/ 4436488 h 4504913"/>
                    <a:gd name="csX5" fmla="*/ 183373 w 11045757"/>
                    <a:gd name="csY5" fmla="*/ 3736302 h 4504913"/>
                    <a:gd name="csX6" fmla="*/ 229401 w 11045757"/>
                    <a:gd name="csY6" fmla="*/ 4142948 h 4504913"/>
                    <a:gd name="csX7" fmla="*/ 275423 w 11045757"/>
                    <a:gd name="csY7" fmla="*/ 3669362 h 4504913"/>
                    <a:gd name="csX8" fmla="*/ 321444 w 11045757"/>
                    <a:gd name="csY8" fmla="*/ 4181151 h 4504913"/>
                    <a:gd name="csX9" fmla="*/ 367473 w 11045757"/>
                    <a:gd name="csY9" fmla="*/ 3272422 h 4504913"/>
                    <a:gd name="csX10" fmla="*/ 413495 w 11045757"/>
                    <a:gd name="csY10" fmla="*/ 3929280 h 4504913"/>
                    <a:gd name="csX11" fmla="*/ 459516 w 11045757"/>
                    <a:gd name="csY11" fmla="*/ 1113928 h 4504913"/>
                    <a:gd name="csX12" fmla="*/ 505545 w 11045757"/>
                    <a:gd name="csY12" fmla="*/ 4192135 h 4504913"/>
                    <a:gd name="csX13" fmla="*/ 551566 w 11045757"/>
                    <a:gd name="csY13" fmla="*/ 3821098 h 4504913"/>
                    <a:gd name="csX14" fmla="*/ 597588 w 11045757"/>
                    <a:gd name="csY14" fmla="*/ 4321478 h 4504913"/>
                    <a:gd name="csX15" fmla="*/ 643617 w 11045757"/>
                    <a:gd name="csY15" fmla="*/ 4417722 h 4504913"/>
                    <a:gd name="csX16" fmla="*/ 689638 w 11045757"/>
                    <a:gd name="csY16" fmla="*/ 4453150 h 4504913"/>
                    <a:gd name="csX17" fmla="*/ 735660 w 11045757"/>
                    <a:gd name="csY17" fmla="*/ 4394464 h 4504913"/>
                    <a:gd name="csX18" fmla="*/ 781689 w 11045757"/>
                    <a:gd name="csY18" fmla="*/ 3720537 h 4504913"/>
                    <a:gd name="csX19" fmla="*/ 827711 w 11045757"/>
                    <a:gd name="csY19" fmla="*/ 3937483 h 4504913"/>
                    <a:gd name="csX20" fmla="*/ 873732 w 11045757"/>
                    <a:gd name="csY20" fmla="*/ 3910314 h 4504913"/>
                    <a:gd name="csX21" fmla="*/ 919761 w 11045757"/>
                    <a:gd name="csY21" fmla="*/ 3488884 h 4504913"/>
                    <a:gd name="csX22" fmla="*/ 965782 w 11045757"/>
                    <a:gd name="csY22" fmla="*/ 3524274 h 4504913"/>
                    <a:gd name="csX23" fmla="*/ 1011804 w 11045757"/>
                    <a:gd name="csY23" fmla="*/ 4376092 h 4504913"/>
                    <a:gd name="csX24" fmla="*/ 1057833 w 11045757"/>
                    <a:gd name="csY24" fmla="*/ 4379822 h 4504913"/>
                    <a:gd name="csX25" fmla="*/ 1103854 w 11045757"/>
                    <a:gd name="csY25" fmla="*/ 4353738 h 4504913"/>
                    <a:gd name="csX26" fmla="*/ 1149876 w 11045757"/>
                    <a:gd name="csY26" fmla="*/ 4231274 h 4504913"/>
                    <a:gd name="csX27" fmla="*/ 1195904 w 11045757"/>
                    <a:gd name="csY27" fmla="*/ 3486767 h 4504913"/>
                    <a:gd name="csX28" fmla="*/ 1241926 w 11045757"/>
                    <a:gd name="csY28" fmla="*/ 3404772 h 4504913"/>
                    <a:gd name="csX29" fmla="*/ 1287948 w 11045757"/>
                    <a:gd name="csY29" fmla="*/ 4146207 h 4504913"/>
                    <a:gd name="csX30" fmla="*/ 1333976 w 11045757"/>
                    <a:gd name="csY30" fmla="*/ 4291141 h 4504913"/>
                    <a:gd name="csX31" fmla="*/ 1379998 w 11045757"/>
                    <a:gd name="csY31" fmla="*/ 3992077 h 4504913"/>
                    <a:gd name="csX32" fmla="*/ 1426020 w 11045757"/>
                    <a:gd name="csY32" fmla="*/ 3559367 h 4504913"/>
                    <a:gd name="csX33" fmla="*/ 1472048 w 11045757"/>
                    <a:gd name="csY33" fmla="*/ 4182668 h 4504913"/>
                    <a:gd name="csX34" fmla="*/ 1518070 w 11045757"/>
                    <a:gd name="csY34" fmla="*/ 4399220 h 4504913"/>
                    <a:gd name="csX35" fmla="*/ 1564092 w 11045757"/>
                    <a:gd name="csY35" fmla="*/ 4124343 h 4504913"/>
                    <a:gd name="csX36" fmla="*/ 1610120 w 11045757"/>
                    <a:gd name="csY36" fmla="*/ 4347756 h 4504913"/>
                    <a:gd name="csX37" fmla="*/ 1656142 w 11045757"/>
                    <a:gd name="csY37" fmla="*/ 4394619 h 4504913"/>
                    <a:gd name="csX38" fmla="*/ 1702164 w 11045757"/>
                    <a:gd name="csY38" fmla="*/ 3735405 h 4504913"/>
                    <a:gd name="csX39" fmla="*/ 1748192 w 11045757"/>
                    <a:gd name="csY39" fmla="*/ 3596815 h 4504913"/>
                    <a:gd name="csX40" fmla="*/ 1794214 w 11045757"/>
                    <a:gd name="csY40" fmla="*/ 4220903 h 4504913"/>
                    <a:gd name="csX41" fmla="*/ 1840236 w 11045757"/>
                    <a:gd name="csY41" fmla="*/ 4260720 h 4504913"/>
                    <a:gd name="csX42" fmla="*/ 1886264 w 11045757"/>
                    <a:gd name="csY42" fmla="*/ 3461283 h 4504913"/>
                    <a:gd name="csX43" fmla="*/ 1932286 w 11045757"/>
                    <a:gd name="csY43" fmla="*/ 4392689 h 4504913"/>
                    <a:gd name="csX44" fmla="*/ 1978308 w 11045757"/>
                    <a:gd name="csY44" fmla="*/ 4383991 h 4504913"/>
                    <a:gd name="csX45" fmla="*/ 2024337 w 11045757"/>
                    <a:gd name="csY45" fmla="*/ 4320361 h 4504913"/>
                    <a:gd name="csX46" fmla="*/ 2070358 w 11045757"/>
                    <a:gd name="csY46" fmla="*/ 3077676 h 4504913"/>
                    <a:gd name="csX47" fmla="*/ 2116380 w 11045757"/>
                    <a:gd name="csY47" fmla="*/ 4244852 h 4504913"/>
                    <a:gd name="csX48" fmla="*/ 2162408 w 11045757"/>
                    <a:gd name="csY48" fmla="*/ 4363179 h 4504913"/>
                    <a:gd name="csX49" fmla="*/ 2208430 w 11045757"/>
                    <a:gd name="csY49" fmla="*/ 4368767 h 4504913"/>
                    <a:gd name="csX50" fmla="*/ 2254452 w 11045757"/>
                    <a:gd name="csY50" fmla="*/ 4362056 h 4504913"/>
                    <a:gd name="csX51" fmla="*/ 2300480 w 11045757"/>
                    <a:gd name="csY51" fmla="*/ 4319606 h 4504913"/>
                    <a:gd name="csX52" fmla="*/ 2346502 w 11045757"/>
                    <a:gd name="csY52" fmla="*/ 4096859 h 4504913"/>
                    <a:gd name="csX53" fmla="*/ 2392524 w 11045757"/>
                    <a:gd name="csY53" fmla="*/ 3995833 h 4504913"/>
                    <a:gd name="csX54" fmla="*/ 2438552 w 11045757"/>
                    <a:gd name="csY54" fmla="*/ 4373704 h 4504913"/>
                    <a:gd name="csX55" fmla="*/ 2484574 w 11045757"/>
                    <a:gd name="csY55" fmla="*/ 4476692 h 4504913"/>
                    <a:gd name="csX56" fmla="*/ 2530596 w 11045757"/>
                    <a:gd name="csY56" fmla="*/ 4030552 h 4504913"/>
                    <a:gd name="csX57" fmla="*/ 2576624 w 11045757"/>
                    <a:gd name="csY57" fmla="*/ 3740626 h 4504913"/>
                    <a:gd name="csX58" fmla="*/ 2622646 w 11045757"/>
                    <a:gd name="csY58" fmla="*/ 2763060 h 4504913"/>
                    <a:gd name="csX59" fmla="*/ 2668668 w 11045757"/>
                    <a:gd name="csY59" fmla="*/ 3335903 h 4504913"/>
                    <a:gd name="csX60" fmla="*/ 2714696 w 11045757"/>
                    <a:gd name="csY60" fmla="*/ 3726713 h 4504913"/>
                    <a:gd name="csX61" fmla="*/ 2760718 w 11045757"/>
                    <a:gd name="csY61" fmla="*/ 4197898 h 4504913"/>
                    <a:gd name="csX62" fmla="*/ 2806740 w 11045757"/>
                    <a:gd name="csY62" fmla="*/ 4326008 h 4504913"/>
                    <a:gd name="csX63" fmla="*/ 2852768 w 11045757"/>
                    <a:gd name="csY63" fmla="*/ 4376330 h 4504913"/>
                    <a:gd name="csX64" fmla="*/ 2898790 w 11045757"/>
                    <a:gd name="csY64" fmla="*/ 4407222 h 4504913"/>
                    <a:gd name="csX65" fmla="*/ 2944812 w 11045757"/>
                    <a:gd name="csY65" fmla="*/ 4443477 h 4504913"/>
                    <a:gd name="csX66" fmla="*/ 2990840 w 11045757"/>
                    <a:gd name="csY66" fmla="*/ 4453931 h 4504913"/>
                    <a:gd name="csX67" fmla="*/ 3036862 w 11045757"/>
                    <a:gd name="csY67" fmla="*/ 4472574 h 4504913"/>
                    <a:gd name="csX68" fmla="*/ 3082884 w 11045757"/>
                    <a:gd name="csY68" fmla="*/ 4487062 h 4504913"/>
                    <a:gd name="csX69" fmla="*/ 3128912 w 11045757"/>
                    <a:gd name="csY69" fmla="*/ 4467451 h 4504913"/>
                    <a:gd name="csX70" fmla="*/ 3174934 w 11045757"/>
                    <a:gd name="csY70" fmla="*/ 4437178 h 4504913"/>
                    <a:gd name="csX71" fmla="*/ 3220956 w 11045757"/>
                    <a:gd name="csY71" fmla="*/ 4328021 h 4504913"/>
                    <a:gd name="csX72" fmla="*/ 3266984 w 11045757"/>
                    <a:gd name="csY72" fmla="*/ 3953545 h 4504913"/>
                    <a:gd name="csX73" fmla="*/ 3313006 w 11045757"/>
                    <a:gd name="csY73" fmla="*/ 3632069 h 4504913"/>
                    <a:gd name="csX74" fmla="*/ 3359028 w 11045757"/>
                    <a:gd name="csY74" fmla="*/ 4229377 h 4504913"/>
                    <a:gd name="csX75" fmla="*/ 3405056 w 11045757"/>
                    <a:gd name="csY75" fmla="*/ 3821840 h 4504913"/>
                    <a:gd name="csX76" fmla="*/ 3451078 w 11045757"/>
                    <a:gd name="csY76" fmla="*/ 4126408 h 4504913"/>
                    <a:gd name="csX77" fmla="*/ 3497100 w 11045757"/>
                    <a:gd name="csY77" fmla="*/ 4157617 h 4504913"/>
                    <a:gd name="csX78" fmla="*/ 3543128 w 11045757"/>
                    <a:gd name="csY78" fmla="*/ 3578455 h 4504913"/>
                    <a:gd name="csX79" fmla="*/ 3589150 w 11045757"/>
                    <a:gd name="csY79" fmla="*/ 4177144 h 4504913"/>
                    <a:gd name="csX80" fmla="*/ 3635172 w 11045757"/>
                    <a:gd name="csY80" fmla="*/ 2843964 h 4504913"/>
                    <a:gd name="csX81" fmla="*/ 3681200 w 11045757"/>
                    <a:gd name="csY81" fmla="*/ 4326305 h 4504913"/>
                    <a:gd name="csX82" fmla="*/ 3727222 w 11045757"/>
                    <a:gd name="csY82" fmla="*/ 4402086 h 4504913"/>
                    <a:gd name="csX83" fmla="*/ 3773244 w 11045757"/>
                    <a:gd name="csY83" fmla="*/ 4378783 h 4504913"/>
                    <a:gd name="csX84" fmla="*/ 3819272 w 11045757"/>
                    <a:gd name="csY84" fmla="*/ 4312908 h 4504913"/>
                    <a:gd name="csX85" fmla="*/ 3865294 w 11045757"/>
                    <a:gd name="csY85" fmla="*/ 3641587 h 4504913"/>
                    <a:gd name="csX86" fmla="*/ 3911316 w 11045757"/>
                    <a:gd name="csY86" fmla="*/ 4258900 h 4504913"/>
                    <a:gd name="csX87" fmla="*/ 3957344 w 11045757"/>
                    <a:gd name="csY87" fmla="*/ 4361410 h 4504913"/>
                    <a:gd name="csX88" fmla="*/ 4003366 w 11045757"/>
                    <a:gd name="csY88" fmla="*/ 4377363 h 4504913"/>
                    <a:gd name="csX89" fmla="*/ 4049388 w 11045757"/>
                    <a:gd name="csY89" fmla="*/ 4361565 h 4504913"/>
                    <a:gd name="csX90" fmla="*/ 4095416 w 11045757"/>
                    <a:gd name="csY90" fmla="*/ 4311682 h 4504913"/>
                    <a:gd name="csX91" fmla="*/ 4141438 w 11045757"/>
                    <a:gd name="csY91" fmla="*/ 4094194 h 4504913"/>
                    <a:gd name="csX92" fmla="*/ 4187459 w 11045757"/>
                    <a:gd name="csY92" fmla="*/ 2965744 h 4504913"/>
                    <a:gd name="csX93" fmla="*/ 4233488 w 11045757"/>
                    <a:gd name="csY93" fmla="*/ 4134623 h 4504913"/>
                    <a:gd name="csX94" fmla="*/ 4279510 w 11045757"/>
                    <a:gd name="csY94" fmla="*/ 3732514 h 4504913"/>
                    <a:gd name="csX95" fmla="*/ 4325532 w 11045757"/>
                    <a:gd name="csY95" fmla="*/ 3802184 h 4504913"/>
                    <a:gd name="csX96" fmla="*/ 4371560 w 11045757"/>
                    <a:gd name="csY96" fmla="*/ 4234404 h 4504913"/>
                    <a:gd name="csX97" fmla="*/ 4417582 w 11045757"/>
                    <a:gd name="csY97" fmla="*/ 4305461 h 4504913"/>
                    <a:gd name="csX98" fmla="*/ 4463604 w 11045757"/>
                    <a:gd name="csY98" fmla="*/ 4281816 h 4504913"/>
                    <a:gd name="csX99" fmla="*/ 4509632 w 11045757"/>
                    <a:gd name="csY99" fmla="*/ 4162101 h 4504913"/>
                    <a:gd name="csX100" fmla="*/ 4555654 w 11045757"/>
                    <a:gd name="csY100" fmla="*/ 3759069 h 4504913"/>
                    <a:gd name="csX101" fmla="*/ 4601657 w 11045757"/>
                    <a:gd name="csY101" fmla="*/ 3437361 h 4504913"/>
                    <a:gd name="csX102" fmla="*/ 4647723 w 11045757"/>
                    <a:gd name="csY102" fmla="*/ 3820672 h 4504913"/>
                    <a:gd name="csX103" fmla="*/ 4693726 w 11045757"/>
                    <a:gd name="csY103" fmla="*/ 4165870 h 4504913"/>
                    <a:gd name="csX104" fmla="*/ 4739729 w 11045757"/>
                    <a:gd name="csY104" fmla="*/ 4306177 h 4504913"/>
                    <a:gd name="csX105" fmla="*/ 4785795 w 11045757"/>
                    <a:gd name="csY105" fmla="*/ 4331596 h 4504913"/>
                    <a:gd name="csX106" fmla="*/ 4831798 w 11045757"/>
                    <a:gd name="csY106" fmla="*/ 4333629 h 4504913"/>
                    <a:gd name="csX107" fmla="*/ 4877800 w 11045757"/>
                    <a:gd name="csY107" fmla="*/ 4274227 h 4504913"/>
                    <a:gd name="csX108" fmla="*/ 4923867 w 11045757"/>
                    <a:gd name="csY108" fmla="*/ 3946027 h 4504913"/>
                    <a:gd name="csX109" fmla="*/ 4969869 w 11045757"/>
                    <a:gd name="csY109" fmla="*/ 4016012 h 4504913"/>
                    <a:gd name="csX110" fmla="*/ 5015873 w 11045757"/>
                    <a:gd name="csY110" fmla="*/ 4122769 h 4504913"/>
                    <a:gd name="csX111" fmla="*/ 5061939 w 11045757"/>
                    <a:gd name="csY111" fmla="*/ 315253 h 4504913"/>
                    <a:gd name="csX112" fmla="*/ 5107942 w 11045757"/>
                    <a:gd name="csY112" fmla="*/ 2934187 h 4504913"/>
                    <a:gd name="csX113" fmla="*/ 5153945 w 11045757"/>
                    <a:gd name="csY113" fmla="*/ 3918136 h 4504913"/>
                    <a:gd name="csX114" fmla="*/ 5200011 w 11045757"/>
                    <a:gd name="csY114" fmla="*/ 3730597 h 4504913"/>
                    <a:gd name="csX115" fmla="*/ 5246014 w 11045757"/>
                    <a:gd name="csY115" fmla="*/ 4210720 h 4504913"/>
                    <a:gd name="csX116" fmla="*/ 5292016 w 11045757"/>
                    <a:gd name="csY116" fmla="*/ 4303389 h 4504913"/>
                    <a:gd name="csX117" fmla="*/ 5338083 w 11045757"/>
                    <a:gd name="csY117" fmla="*/ 3104205 h 4504913"/>
                    <a:gd name="csX118" fmla="*/ 5384086 w 11045757"/>
                    <a:gd name="csY118" fmla="*/ 4057036 h 4504913"/>
                    <a:gd name="csX119" fmla="*/ 5430089 w 11045757"/>
                    <a:gd name="csY119" fmla="*/ 3774886 h 4504913"/>
                    <a:gd name="csX120" fmla="*/ 5476155 w 11045757"/>
                    <a:gd name="csY120" fmla="*/ 4036579 h 4504913"/>
                    <a:gd name="csX121" fmla="*/ 5522158 w 11045757"/>
                    <a:gd name="csY121" fmla="*/ 3912818 h 4504913"/>
                    <a:gd name="csX122" fmla="*/ 5568160 w 11045757"/>
                    <a:gd name="csY122" fmla="*/ 4366521 h 4504913"/>
                    <a:gd name="csX123" fmla="*/ 5614227 w 11045757"/>
                    <a:gd name="csY123" fmla="*/ 4405970 h 4504913"/>
                    <a:gd name="csX124" fmla="*/ 5660229 w 11045757"/>
                    <a:gd name="csY124" fmla="*/ 4385539 h 4504913"/>
                    <a:gd name="csX125" fmla="*/ 5706233 w 11045757"/>
                    <a:gd name="csY125" fmla="*/ 3803752 h 4504913"/>
                    <a:gd name="csX126" fmla="*/ 5752299 w 11045757"/>
                    <a:gd name="csY126" fmla="*/ 4132107 h 4504913"/>
                    <a:gd name="csX127" fmla="*/ 5798302 w 11045757"/>
                    <a:gd name="csY127" fmla="*/ 3354333 h 4504913"/>
                    <a:gd name="csX128" fmla="*/ 5844304 w 11045757"/>
                    <a:gd name="csY128" fmla="*/ 3983088 h 4504913"/>
                    <a:gd name="csX129" fmla="*/ 5890371 w 11045757"/>
                    <a:gd name="csY129" fmla="*/ 3580030 h 4504913"/>
                    <a:gd name="csX130" fmla="*/ 5936373 w 11045757"/>
                    <a:gd name="csY130" fmla="*/ 4462630 h 4504913"/>
                    <a:gd name="csX131" fmla="*/ 5982376 w 11045757"/>
                    <a:gd name="csY131" fmla="*/ 4392883 h 4504913"/>
                    <a:gd name="csX132" fmla="*/ 6028442 w 11045757"/>
                    <a:gd name="csY132" fmla="*/ 4302312 h 4504913"/>
                    <a:gd name="csX133" fmla="*/ 6074446 w 11045757"/>
                    <a:gd name="csY133" fmla="*/ 3489542 h 4504913"/>
                    <a:gd name="csX134" fmla="*/ 6120448 w 11045757"/>
                    <a:gd name="csY134" fmla="*/ 4382513 h 4504913"/>
                    <a:gd name="csX135" fmla="*/ 6166515 w 11045757"/>
                    <a:gd name="csY135" fmla="*/ 4479673 h 4504913"/>
                    <a:gd name="csX136" fmla="*/ 6212517 w 11045757"/>
                    <a:gd name="csY136" fmla="*/ 4452389 h 4504913"/>
                    <a:gd name="csX137" fmla="*/ 6258520 w 11045757"/>
                    <a:gd name="csY137" fmla="*/ 4398885 h 4504913"/>
                    <a:gd name="csX138" fmla="*/ 6304586 w 11045757"/>
                    <a:gd name="csY138" fmla="*/ 4310823 h 4504913"/>
                    <a:gd name="csX139" fmla="*/ 6350589 w 11045757"/>
                    <a:gd name="csY139" fmla="*/ 3588367 h 4504913"/>
                    <a:gd name="csX140" fmla="*/ 6396593 w 11045757"/>
                    <a:gd name="csY140" fmla="*/ 4167328 h 4504913"/>
                    <a:gd name="csX141" fmla="*/ 6442659 w 11045757"/>
                    <a:gd name="csY141" fmla="*/ 4332513 h 4504913"/>
                    <a:gd name="csX142" fmla="*/ 6488662 w 11045757"/>
                    <a:gd name="csY142" fmla="*/ 4318329 h 4504913"/>
                    <a:gd name="csX143" fmla="*/ 6534664 w 11045757"/>
                    <a:gd name="csY143" fmla="*/ 4126253 h 4504913"/>
                    <a:gd name="csX144" fmla="*/ 6580731 w 11045757"/>
                    <a:gd name="csY144" fmla="*/ 3558082 h 4504913"/>
                    <a:gd name="csX145" fmla="*/ 6626733 w 11045757"/>
                    <a:gd name="csY145" fmla="*/ 3869226 h 4504913"/>
                    <a:gd name="csX146" fmla="*/ 6672736 w 11045757"/>
                    <a:gd name="csY146" fmla="*/ 4186695 h 4504913"/>
                    <a:gd name="csX147" fmla="*/ 6718802 w 11045757"/>
                    <a:gd name="csY147" fmla="*/ 3820317 h 4504913"/>
                    <a:gd name="csX148" fmla="*/ 6764806 w 11045757"/>
                    <a:gd name="csY148" fmla="*/ 3953545 h 4504913"/>
                    <a:gd name="csX149" fmla="*/ 6810808 w 11045757"/>
                    <a:gd name="csY149" fmla="*/ 4436811 h 4504913"/>
                    <a:gd name="csX150" fmla="*/ 6856875 w 11045757"/>
                    <a:gd name="csY150" fmla="*/ 3426036 h 4504913"/>
                    <a:gd name="csX151" fmla="*/ 6902877 w 11045757"/>
                    <a:gd name="csY151" fmla="*/ 3358089 h 4504913"/>
                    <a:gd name="csX152" fmla="*/ 6948880 w 11045757"/>
                    <a:gd name="csY152" fmla="*/ 4454292 h 4504913"/>
                    <a:gd name="csX153" fmla="*/ 6994946 w 11045757"/>
                    <a:gd name="csY153" fmla="*/ 4445865 h 4504913"/>
                    <a:gd name="csX154" fmla="*/ 7040949 w 11045757"/>
                    <a:gd name="csY154" fmla="*/ 4453325 h 4504913"/>
                    <a:gd name="csX155" fmla="*/ 7086952 w 11045757"/>
                    <a:gd name="csY155" fmla="*/ 4454312 h 4504913"/>
                    <a:gd name="csX156" fmla="*/ 7133019 w 11045757"/>
                    <a:gd name="csY156" fmla="*/ 4441212 h 4504913"/>
                    <a:gd name="csX157" fmla="*/ 7179021 w 11045757"/>
                    <a:gd name="csY157" fmla="*/ 4441689 h 4504913"/>
                    <a:gd name="csX158" fmla="*/ 7225024 w 11045757"/>
                    <a:gd name="csY158" fmla="*/ 4445484 h 4504913"/>
                    <a:gd name="csX159" fmla="*/ 7271090 w 11045757"/>
                    <a:gd name="csY159" fmla="*/ 4434558 h 4504913"/>
                    <a:gd name="csX160" fmla="*/ 7317093 w 11045757"/>
                    <a:gd name="csY160" fmla="*/ 4426543 h 4504913"/>
                    <a:gd name="csX161" fmla="*/ 7363096 w 11045757"/>
                    <a:gd name="csY161" fmla="*/ 4384255 h 4504913"/>
                    <a:gd name="csX162" fmla="*/ 7409162 w 11045757"/>
                    <a:gd name="csY162" fmla="*/ 3665103 h 4504913"/>
                    <a:gd name="csX163" fmla="*/ 7455165 w 11045757"/>
                    <a:gd name="csY163" fmla="*/ 3483095 h 4504913"/>
                    <a:gd name="csX164" fmla="*/ 7501168 w 11045757"/>
                    <a:gd name="csY164" fmla="*/ 4091709 h 4504913"/>
                    <a:gd name="csX165" fmla="*/ 7547234 w 11045757"/>
                    <a:gd name="csY165" fmla="*/ 3915987 h 4504913"/>
                    <a:gd name="csX166" fmla="*/ 7593237 w 11045757"/>
                    <a:gd name="csY166" fmla="*/ 4446955 h 4504913"/>
                    <a:gd name="csX167" fmla="*/ 7639240 w 11045757"/>
                    <a:gd name="csY167" fmla="*/ 4504589 h 4504913"/>
                    <a:gd name="csX168" fmla="*/ 7685306 w 11045757"/>
                    <a:gd name="csY168" fmla="*/ 4487346 h 4504913"/>
                    <a:gd name="csX169" fmla="*/ 7731309 w 11045757"/>
                    <a:gd name="csY169" fmla="*/ 4459345 h 4504913"/>
                    <a:gd name="csX170" fmla="*/ 7777312 w 11045757"/>
                    <a:gd name="csY170" fmla="*/ 4448446 h 4504913"/>
                    <a:gd name="csX171" fmla="*/ 7823379 w 11045757"/>
                    <a:gd name="csY171" fmla="*/ 4411888 h 4504913"/>
                    <a:gd name="csX172" fmla="*/ 7869381 w 11045757"/>
                    <a:gd name="csY172" fmla="*/ 4358332 h 4504913"/>
                    <a:gd name="csX173" fmla="*/ 7915384 w 11045757"/>
                    <a:gd name="csY173" fmla="*/ 4122388 h 4504913"/>
                    <a:gd name="csX174" fmla="*/ 7961450 w 11045757"/>
                    <a:gd name="csY174" fmla="*/ 3890567 h 4504913"/>
                    <a:gd name="csX175" fmla="*/ 8007453 w 11045757"/>
                    <a:gd name="csY175" fmla="*/ 4250337 h 4504913"/>
                    <a:gd name="csX176" fmla="*/ 8053456 w 11045757"/>
                    <a:gd name="csY176" fmla="*/ 3737148 h 4504913"/>
                    <a:gd name="csX177" fmla="*/ 8099522 w 11045757"/>
                    <a:gd name="csY177" fmla="*/ 4279022 h 4504913"/>
                    <a:gd name="csX178" fmla="*/ 8145525 w 11045757"/>
                    <a:gd name="csY178" fmla="*/ 3873944 h 4504913"/>
                    <a:gd name="csX179" fmla="*/ 8191528 w 11045757"/>
                    <a:gd name="csY179" fmla="*/ 4058017 h 4504913"/>
                    <a:gd name="csX180" fmla="*/ 8237594 w 11045757"/>
                    <a:gd name="csY180" fmla="*/ 4229977 h 4504913"/>
                    <a:gd name="csX181" fmla="*/ 8283597 w 11045757"/>
                    <a:gd name="csY181" fmla="*/ 4240347 h 4504913"/>
                    <a:gd name="csX182" fmla="*/ 8329600 w 11045757"/>
                    <a:gd name="csY182" fmla="*/ 4139799 h 4504913"/>
                    <a:gd name="csX183" fmla="*/ 8375666 w 11045757"/>
                    <a:gd name="csY183" fmla="*/ 3725106 h 4504913"/>
                    <a:gd name="csX184" fmla="*/ 8421668 w 11045757"/>
                    <a:gd name="csY184" fmla="*/ 4357951 h 4504913"/>
                    <a:gd name="csX185" fmla="*/ 8467672 w 11045757"/>
                    <a:gd name="csY185" fmla="*/ 4219439 h 4504913"/>
                    <a:gd name="csX186" fmla="*/ 8513738 w 11045757"/>
                    <a:gd name="csY186" fmla="*/ 4393102 h 4504913"/>
                    <a:gd name="csX187" fmla="*/ 8559741 w 11045757"/>
                    <a:gd name="csY187" fmla="*/ 3526636 h 4504913"/>
                    <a:gd name="csX188" fmla="*/ 8605743 w 11045757"/>
                    <a:gd name="csY188" fmla="*/ 3724073 h 4504913"/>
                    <a:gd name="csX189" fmla="*/ 8651810 w 11045757"/>
                    <a:gd name="csY189" fmla="*/ 3739529 h 4504913"/>
                    <a:gd name="csX190" fmla="*/ 8697812 w 11045757"/>
                    <a:gd name="csY190" fmla="*/ 4203305 h 4504913"/>
                    <a:gd name="csX191" fmla="*/ 8743815 w 11045757"/>
                    <a:gd name="csY191" fmla="*/ 4257003 h 4504913"/>
                    <a:gd name="csX192" fmla="*/ 8789881 w 11045757"/>
                    <a:gd name="csY192" fmla="*/ 3745976 h 4504913"/>
                    <a:gd name="csX193" fmla="*/ 8835885 w 11045757"/>
                    <a:gd name="csY193" fmla="*/ 4283036 h 4504913"/>
                    <a:gd name="csX194" fmla="*/ 8881888 w 11045757"/>
                    <a:gd name="csY194" fmla="*/ 4366664 h 4504913"/>
                    <a:gd name="csX195" fmla="*/ 8927954 w 11045757"/>
                    <a:gd name="csY195" fmla="*/ 4165218 h 4504913"/>
                    <a:gd name="csX196" fmla="*/ 8973957 w 11045757"/>
                    <a:gd name="csY196" fmla="*/ 3762845 h 4504913"/>
                    <a:gd name="csX197" fmla="*/ 9019959 w 11045757"/>
                    <a:gd name="csY197" fmla="*/ 3926331 h 4504913"/>
                    <a:gd name="csX198" fmla="*/ 9066026 w 11045757"/>
                    <a:gd name="csY198" fmla="*/ 3980100 h 4504913"/>
                    <a:gd name="csX199" fmla="*/ 9112028 w 11045757"/>
                    <a:gd name="csY199" fmla="*/ 3680843 h 4504913"/>
                    <a:gd name="csX200" fmla="*/ 9158032 w 11045757"/>
                    <a:gd name="csY200" fmla="*/ 4128041 h 4504913"/>
                    <a:gd name="csX201" fmla="*/ 9204098 w 11045757"/>
                    <a:gd name="csY201" fmla="*/ 4275950 h 4504913"/>
                    <a:gd name="csX202" fmla="*/ 9250101 w 11045757"/>
                    <a:gd name="csY202" fmla="*/ 4273730 h 4504913"/>
                    <a:gd name="csX203" fmla="*/ 9296103 w 11045757"/>
                    <a:gd name="csY203" fmla="*/ 4095936 h 4504913"/>
                    <a:gd name="csX204" fmla="*/ 9342170 w 11045757"/>
                    <a:gd name="csY204" fmla="*/ 3893323 h 4504913"/>
                    <a:gd name="csX205" fmla="*/ 9388172 w 11045757"/>
                    <a:gd name="csY205" fmla="*/ 4252983 h 4504913"/>
                    <a:gd name="csX206" fmla="*/ 9434175 w 11045757"/>
                    <a:gd name="csY206" fmla="*/ 4208946 h 4504913"/>
                    <a:gd name="csX207" fmla="*/ 9480241 w 11045757"/>
                    <a:gd name="csY207" fmla="*/ 3737903 h 4504913"/>
                    <a:gd name="csX208" fmla="*/ 9526245 w 11045757"/>
                    <a:gd name="csY208" fmla="*/ 3366124 h 4504913"/>
                    <a:gd name="csX209" fmla="*/ 9572247 w 11045757"/>
                    <a:gd name="csY209" fmla="*/ 4215915 h 4504913"/>
                    <a:gd name="csX210" fmla="*/ 9618314 w 11045757"/>
                    <a:gd name="csY210" fmla="*/ 4400311 h 4504913"/>
                    <a:gd name="csX211" fmla="*/ 9664316 w 11045757"/>
                    <a:gd name="csY211" fmla="*/ -325 h 4504913"/>
                    <a:gd name="csX212" fmla="*/ 9710319 w 11045757"/>
                    <a:gd name="csY212" fmla="*/ 4442954 h 4504913"/>
                    <a:gd name="csX213" fmla="*/ 9756385 w 11045757"/>
                    <a:gd name="csY213" fmla="*/ 4293258 h 4504913"/>
                    <a:gd name="csX214" fmla="*/ 9802388 w 11045757"/>
                    <a:gd name="csY214" fmla="*/ 3122810 h 4504913"/>
                    <a:gd name="csX215" fmla="*/ 9848391 w 11045757"/>
                    <a:gd name="csY215" fmla="*/ 3828513 h 4504913"/>
                    <a:gd name="csX216" fmla="*/ 9894458 w 11045757"/>
                    <a:gd name="csY216" fmla="*/ 4202112 h 4504913"/>
                    <a:gd name="csX217" fmla="*/ 9940460 w 11045757"/>
                    <a:gd name="csY217" fmla="*/ 4344490 h 4504913"/>
                    <a:gd name="csX218" fmla="*/ 9986463 w 11045757"/>
                    <a:gd name="csY218" fmla="*/ 3922046 h 4504913"/>
                    <a:gd name="csX219" fmla="*/ 10032529 w 11045757"/>
                    <a:gd name="csY219" fmla="*/ 4015315 h 4504913"/>
                    <a:gd name="csX220" fmla="*/ 10078532 w 11045757"/>
                    <a:gd name="csY220" fmla="*/ 4137818 h 4504913"/>
                    <a:gd name="csX221" fmla="*/ 10124535 w 11045757"/>
                    <a:gd name="csY221" fmla="*/ 4152512 h 4504913"/>
                    <a:gd name="csX222" fmla="*/ 10170601 w 11045757"/>
                    <a:gd name="csY222" fmla="*/ 3440756 h 4504913"/>
                    <a:gd name="csX223" fmla="*/ 10216605 w 11045757"/>
                    <a:gd name="csY223" fmla="*/ 4117529 h 4504913"/>
                    <a:gd name="csX224" fmla="*/ 10262607 w 11045757"/>
                    <a:gd name="csY224" fmla="*/ 3545847 h 4504913"/>
                    <a:gd name="csX225" fmla="*/ 10308674 w 11045757"/>
                    <a:gd name="csY225" fmla="*/ 4377460 h 4504913"/>
                    <a:gd name="csX226" fmla="*/ 10354676 w 11045757"/>
                    <a:gd name="csY226" fmla="*/ 3664238 h 4504913"/>
                    <a:gd name="csX227" fmla="*/ 10400679 w 11045757"/>
                    <a:gd name="csY227" fmla="*/ 4261772 h 4504913"/>
                    <a:gd name="csX228" fmla="*/ 10446745 w 11045757"/>
                    <a:gd name="csY228" fmla="*/ 3648305 h 4504913"/>
                    <a:gd name="csX229" fmla="*/ 10492748 w 11045757"/>
                    <a:gd name="csY229" fmla="*/ 4246026 h 4504913"/>
                    <a:gd name="csX230" fmla="*/ 10538751 w 11045757"/>
                    <a:gd name="csY230" fmla="*/ 4193090 h 4504913"/>
                    <a:gd name="csX231" fmla="*/ 10584818 w 11045757"/>
                    <a:gd name="csY231" fmla="*/ 3858559 h 4504913"/>
                    <a:gd name="csX232" fmla="*/ 10630820 w 11045757"/>
                    <a:gd name="csY232" fmla="*/ 3785547 h 4504913"/>
                    <a:gd name="csX233" fmla="*/ 10676823 w 11045757"/>
                    <a:gd name="csY233" fmla="*/ 3504462 h 4504913"/>
                    <a:gd name="csX234" fmla="*/ 10722889 w 11045757"/>
                    <a:gd name="csY234" fmla="*/ 4363908 h 4504913"/>
                    <a:gd name="csX235" fmla="*/ 10768892 w 11045757"/>
                    <a:gd name="csY235" fmla="*/ 4428776 h 4504913"/>
                    <a:gd name="csX236" fmla="*/ 10814895 w 11045757"/>
                    <a:gd name="csY236" fmla="*/ 4416837 h 4504913"/>
                    <a:gd name="csX237" fmla="*/ 10860961 w 11045757"/>
                    <a:gd name="csY237" fmla="*/ 4398768 h 4504913"/>
                    <a:gd name="csX238" fmla="*/ 10906964 w 11045757"/>
                    <a:gd name="csY238" fmla="*/ 4340986 h 4504913"/>
                    <a:gd name="csX239" fmla="*/ 10952967 w 11045757"/>
                    <a:gd name="csY239" fmla="*/ 4230493 h 4504913"/>
                    <a:gd name="csX240" fmla="*/ 10999033 w 11045757"/>
                    <a:gd name="csY240" fmla="*/ 3691639 h 4504913"/>
                    <a:gd name="csX241" fmla="*/ 11045036 w 11045757"/>
                    <a:gd name="csY241" fmla="*/ 4005913 h 4504913"/>
                    <a:gd name="csX242" fmla="*/ 11045036 w 11045757"/>
                    <a:gd name="csY242" fmla="*/ 4005913 h 450491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  <a:cxn ang="0">
                      <a:pos x="csX36" y="csY36"/>
                    </a:cxn>
                    <a:cxn ang="0">
                      <a:pos x="csX37" y="csY37"/>
                    </a:cxn>
                    <a:cxn ang="0">
                      <a:pos x="csX38" y="csY38"/>
                    </a:cxn>
                    <a:cxn ang="0">
                      <a:pos x="csX39" y="csY39"/>
                    </a:cxn>
                    <a:cxn ang="0">
                      <a:pos x="csX40" y="csY40"/>
                    </a:cxn>
                    <a:cxn ang="0">
                      <a:pos x="csX41" y="csY41"/>
                    </a:cxn>
                    <a:cxn ang="0">
                      <a:pos x="csX42" y="csY42"/>
                    </a:cxn>
                    <a:cxn ang="0">
                      <a:pos x="csX43" y="csY43"/>
                    </a:cxn>
                    <a:cxn ang="0">
                      <a:pos x="csX44" y="csY44"/>
                    </a:cxn>
                    <a:cxn ang="0">
                      <a:pos x="csX45" y="csY45"/>
                    </a:cxn>
                    <a:cxn ang="0">
                      <a:pos x="csX46" y="csY46"/>
                    </a:cxn>
                    <a:cxn ang="0">
                      <a:pos x="csX47" y="csY47"/>
                    </a:cxn>
                    <a:cxn ang="0">
                      <a:pos x="csX48" y="csY48"/>
                    </a:cxn>
                    <a:cxn ang="0">
                      <a:pos x="csX49" y="csY49"/>
                    </a:cxn>
                    <a:cxn ang="0">
                      <a:pos x="csX50" y="csY50"/>
                    </a:cxn>
                    <a:cxn ang="0">
                      <a:pos x="csX51" y="csY51"/>
                    </a:cxn>
                    <a:cxn ang="0">
                      <a:pos x="csX52" y="csY52"/>
                    </a:cxn>
                    <a:cxn ang="0">
                      <a:pos x="csX53" y="csY53"/>
                    </a:cxn>
                    <a:cxn ang="0">
                      <a:pos x="csX54" y="csY54"/>
                    </a:cxn>
                    <a:cxn ang="0">
                      <a:pos x="csX55" y="csY55"/>
                    </a:cxn>
                    <a:cxn ang="0">
                      <a:pos x="csX56" y="csY56"/>
                    </a:cxn>
                    <a:cxn ang="0">
                      <a:pos x="csX57" y="csY57"/>
                    </a:cxn>
                    <a:cxn ang="0">
                      <a:pos x="csX58" y="csY58"/>
                    </a:cxn>
                    <a:cxn ang="0">
                      <a:pos x="csX59" y="csY59"/>
                    </a:cxn>
                    <a:cxn ang="0">
                      <a:pos x="csX60" y="csY60"/>
                    </a:cxn>
                    <a:cxn ang="0">
                      <a:pos x="csX61" y="csY61"/>
                    </a:cxn>
                    <a:cxn ang="0">
                      <a:pos x="csX62" y="csY62"/>
                    </a:cxn>
                    <a:cxn ang="0">
                      <a:pos x="csX63" y="csY63"/>
                    </a:cxn>
                    <a:cxn ang="0">
                      <a:pos x="csX64" y="csY64"/>
                    </a:cxn>
                    <a:cxn ang="0">
                      <a:pos x="csX65" y="csY65"/>
                    </a:cxn>
                    <a:cxn ang="0">
                      <a:pos x="csX66" y="csY66"/>
                    </a:cxn>
                    <a:cxn ang="0">
                      <a:pos x="csX67" y="csY67"/>
                    </a:cxn>
                    <a:cxn ang="0">
                      <a:pos x="csX68" y="csY68"/>
                    </a:cxn>
                    <a:cxn ang="0">
                      <a:pos x="csX69" y="csY69"/>
                    </a:cxn>
                    <a:cxn ang="0">
                      <a:pos x="csX70" y="csY70"/>
                    </a:cxn>
                    <a:cxn ang="0">
                      <a:pos x="csX71" y="csY71"/>
                    </a:cxn>
                    <a:cxn ang="0">
                      <a:pos x="csX72" y="csY72"/>
                    </a:cxn>
                    <a:cxn ang="0">
                      <a:pos x="csX73" y="csY73"/>
                    </a:cxn>
                    <a:cxn ang="0">
                      <a:pos x="csX74" y="csY74"/>
                    </a:cxn>
                    <a:cxn ang="0">
                      <a:pos x="csX75" y="csY75"/>
                    </a:cxn>
                    <a:cxn ang="0">
                      <a:pos x="csX76" y="csY76"/>
                    </a:cxn>
                    <a:cxn ang="0">
                      <a:pos x="csX77" y="csY77"/>
                    </a:cxn>
                    <a:cxn ang="0">
                      <a:pos x="csX78" y="csY78"/>
                    </a:cxn>
                    <a:cxn ang="0">
                      <a:pos x="csX79" y="csY79"/>
                    </a:cxn>
                    <a:cxn ang="0">
                      <a:pos x="csX80" y="csY80"/>
                    </a:cxn>
                    <a:cxn ang="0">
                      <a:pos x="csX81" y="csY81"/>
                    </a:cxn>
                    <a:cxn ang="0">
                      <a:pos x="csX82" y="csY82"/>
                    </a:cxn>
                    <a:cxn ang="0">
                      <a:pos x="csX83" y="csY83"/>
                    </a:cxn>
                    <a:cxn ang="0">
                      <a:pos x="csX84" y="csY84"/>
                    </a:cxn>
                    <a:cxn ang="0">
                      <a:pos x="csX85" y="csY85"/>
                    </a:cxn>
                    <a:cxn ang="0">
                      <a:pos x="csX86" y="csY86"/>
                    </a:cxn>
                    <a:cxn ang="0">
                      <a:pos x="csX87" y="csY87"/>
                    </a:cxn>
                    <a:cxn ang="0">
                      <a:pos x="csX88" y="csY88"/>
                    </a:cxn>
                    <a:cxn ang="0">
                      <a:pos x="csX89" y="csY89"/>
                    </a:cxn>
                    <a:cxn ang="0">
                      <a:pos x="csX90" y="csY90"/>
                    </a:cxn>
                    <a:cxn ang="0">
                      <a:pos x="csX91" y="csY91"/>
                    </a:cxn>
                    <a:cxn ang="0">
                      <a:pos x="csX92" y="csY92"/>
                    </a:cxn>
                    <a:cxn ang="0">
                      <a:pos x="csX93" y="csY93"/>
                    </a:cxn>
                    <a:cxn ang="0">
                      <a:pos x="csX94" y="csY94"/>
                    </a:cxn>
                    <a:cxn ang="0">
                      <a:pos x="csX95" y="csY95"/>
                    </a:cxn>
                    <a:cxn ang="0">
                      <a:pos x="csX96" y="csY96"/>
                    </a:cxn>
                    <a:cxn ang="0">
                      <a:pos x="csX97" y="csY97"/>
                    </a:cxn>
                    <a:cxn ang="0">
                      <a:pos x="csX98" y="csY98"/>
                    </a:cxn>
                    <a:cxn ang="0">
                      <a:pos x="csX99" y="csY99"/>
                    </a:cxn>
                    <a:cxn ang="0">
                      <a:pos x="csX100" y="csY100"/>
                    </a:cxn>
                    <a:cxn ang="0">
                      <a:pos x="csX101" y="csY101"/>
                    </a:cxn>
                    <a:cxn ang="0">
                      <a:pos x="csX102" y="csY102"/>
                    </a:cxn>
                    <a:cxn ang="0">
                      <a:pos x="csX103" y="csY103"/>
                    </a:cxn>
                    <a:cxn ang="0">
                      <a:pos x="csX104" y="csY104"/>
                    </a:cxn>
                    <a:cxn ang="0">
                      <a:pos x="csX105" y="csY105"/>
                    </a:cxn>
                    <a:cxn ang="0">
                      <a:pos x="csX106" y="csY106"/>
                    </a:cxn>
                    <a:cxn ang="0">
                      <a:pos x="csX107" y="csY107"/>
                    </a:cxn>
                    <a:cxn ang="0">
                      <a:pos x="csX108" y="csY108"/>
                    </a:cxn>
                    <a:cxn ang="0">
                      <a:pos x="csX109" y="csY109"/>
                    </a:cxn>
                    <a:cxn ang="0">
                      <a:pos x="csX110" y="csY110"/>
                    </a:cxn>
                    <a:cxn ang="0">
                      <a:pos x="csX111" y="csY111"/>
                    </a:cxn>
                    <a:cxn ang="0">
                      <a:pos x="csX112" y="csY112"/>
                    </a:cxn>
                    <a:cxn ang="0">
                      <a:pos x="csX113" y="csY113"/>
                    </a:cxn>
                    <a:cxn ang="0">
                      <a:pos x="csX114" y="csY114"/>
                    </a:cxn>
                    <a:cxn ang="0">
                      <a:pos x="csX115" y="csY115"/>
                    </a:cxn>
                    <a:cxn ang="0">
                      <a:pos x="csX116" y="csY116"/>
                    </a:cxn>
                    <a:cxn ang="0">
                      <a:pos x="csX117" y="csY117"/>
                    </a:cxn>
                    <a:cxn ang="0">
                      <a:pos x="csX118" y="csY118"/>
                    </a:cxn>
                    <a:cxn ang="0">
                      <a:pos x="csX119" y="csY119"/>
                    </a:cxn>
                    <a:cxn ang="0">
                      <a:pos x="csX120" y="csY120"/>
                    </a:cxn>
                    <a:cxn ang="0">
                      <a:pos x="csX121" y="csY121"/>
                    </a:cxn>
                    <a:cxn ang="0">
                      <a:pos x="csX122" y="csY122"/>
                    </a:cxn>
                    <a:cxn ang="0">
                      <a:pos x="csX123" y="csY123"/>
                    </a:cxn>
                    <a:cxn ang="0">
                      <a:pos x="csX124" y="csY124"/>
                    </a:cxn>
                    <a:cxn ang="0">
                      <a:pos x="csX125" y="csY125"/>
                    </a:cxn>
                    <a:cxn ang="0">
                      <a:pos x="csX126" y="csY126"/>
                    </a:cxn>
                    <a:cxn ang="0">
                      <a:pos x="csX127" y="csY127"/>
                    </a:cxn>
                    <a:cxn ang="0">
                      <a:pos x="csX128" y="csY128"/>
                    </a:cxn>
                    <a:cxn ang="0">
                      <a:pos x="csX129" y="csY129"/>
                    </a:cxn>
                    <a:cxn ang="0">
                      <a:pos x="csX130" y="csY130"/>
                    </a:cxn>
                    <a:cxn ang="0">
                      <a:pos x="csX131" y="csY131"/>
                    </a:cxn>
                    <a:cxn ang="0">
                      <a:pos x="csX132" y="csY132"/>
                    </a:cxn>
                    <a:cxn ang="0">
                      <a:pos x="csX133" y="csY133"/>
                    </a:cxn>
                    <a:cxn ang="0">
                      <a:pos x="csX134" y="csY134"/>
                    </a:cxn>
                    <a:cxn ang="0">
                      <a:pos x="csX135" y="csY135"/>
                    </a:cxn>
                    <a:cxn ang="0">
                      <a:pos x="csX136" y="csY136"/>
                    </a:cxn>
                    <a:cxn ang="0">
                      <a:pos x="csX137" y="csY137"/>
                    </a:cxn>
                    <a:cxn ang="0">
                      <a:pos x="csX138" y="csY138"/>
                    </a:cxn>
                    <a:cxn ang="0">
                      <a:pos x="csX139" y="csY139"/>
                    </a:cxn>
                    <a:cxn ang="0">
                      <a:pos x="csX140" y="csY140"/>
                    </a:cxn>
                    <a:cxn ang="0">
                      <a:pos x="csX141" y="csY141"/>
                    </a:cxn>
                    <a:cxn ang="0">
                      <a:pos x="csX142" y="csY142"/>
                    </a:cxn>
                    <a:cxn ang="0">
                      <a:pos x="csX143" y="csY143"/>
                    </a:cxn>
                    <a:cxn ang="0">
                      <a:pos x="csX144" y="csY144"/>
                    </a:cxn>
                    <a:cxn ang="0">
                      <a:pos x="csX145" y="csY145"/>
                    </a:cxn>
                    <a:cxn ang="0">
                      <a:pos x="csX146" y="csY146"/>
                    </a:cxn>
                    <a:cxn ang="0">
                      <a:pos x="csX147" y="csY147"/>
                    </a:cxn>
                    <a:cxn ang="0">
                      <a:pos x="csX148" y="csY148"/>
                    </a:cxn>
                    <a:cxn ang="0">
                      <a:pos x="csX149" y="csY149"/>
                    </a:cxn>
                    <a:cxn ang="0">
                      <a:pos x="csX150" y="csY150"/>
                    </a:cxn>
                    <a:cxn ang="0">
                      <a:pos x="csX151" y="csY151"/>
                    </a:cxn>
                    <a:cxn ang="0">
                      <a:pos x="csX152" y="csY152"/>
                    </a:cxn>
                    <a:cxn ang="0">
                      <a:pos x="csX153" y="csY153"/>
                    </a:cxn>
                    <a:cxn ang="0">
                      <a:pos x="csX154" y="csY154"/>
                    </a:cxn>
                    <a:cxn ang="0">
                      <a:pos x="csX155" y="csY155"/>
                    </a:cxn>
                    <a:cxn ang="0">
                      <a:pos x="csX156" y="csY156"/>
                    </a:cxn>
                    <a:cxn ang="0">
                      <a:pos x="csX157" y="csY157"/>
                    </a:cxn>
                    <a:cxn ang="0">
                      <a:pos x="csX158" y="csY158"/>
                    </a:cxn>
                    <a:cxn ang="0">
                      <a:pos x="csX159" y="csY159"/>
                    </a:cxn>
                    <a:cxn ang="0">
                      <a:pos x="csX160" y="csY160"/>
                    </a:cxn>
                    <a:cxn ang="0">
                      <a:pos x="csX161" y="csY161"/>
                    </a:cxn>
                    <a:cxn ang="0">
                      <a:pos x="csX162" y="csY162"/>
                    </a:cxn>
                    <a:cxn ang="0">
                      <a:pos x="csX163" y="csY163"/>
                    </a:cxn>
                    <a:cxn ang="0">
                      <a:pos x="csX164" y="csY164"/>
                    </a:cxn>
                    <a:cxn ang="0">
                      <a:pos x="csX165" y="csY165"/>
                    </a:cxn>
                    <a:cxn ang="0">
                      <a:pos x="csX166" y="csY166"/>
                    </a:cxn>
                    <a:cxn ang="0">
                      <a:pos x="csX167" y="csY167"/>
                    </a:cxn>
                    <a:cxn ang="0">
                      <a:pos x="csX168" y="csY168"/>
                    </a:cxn>
                    <a:cxn ang="0">
                      <a:pos x="csX169" y="csY169"/>
                    </a:cxn>
                    <a:cxn ang="0">
                      <a:pos x="csX170" y="csY170"/>
                    </a:cxn>
                    <a:cxn ang="0">
                      <a:pos x="csX171" y="csY171"/>
                    </a:cxn>
                    <a:cxn ang="0">
                      <a:pos x="csX172" y="csY172"/>
                    </a:cxn>
                    <a:cxn ang="0">
                      <a:pos x="csX173" y="csY173"/>
                    </a:cxn>
                    <a:cxn ang="0">
                      <a:pos x="csX174" y="csY174"/>
                    </a:cxn>
                    <a:cxn ang="0">
                      <a:pos x="csX175" y="csY175"/>
                    </a:cxn>
                    <a:cxn ang="0">
                      <a:pos x="csX176" y="csY176"/>
                    </a:cxn>
                    <a:cxn ang="0">
                      <a:pos x="csX177" y="csY177"/>
                    </a:cxn>
                    <a:cxn ang="0">
                      <a:pos x="csX178" y="csY178"/>
                    </a:cxn>
                    <a:cxn ang="0">
                      <a:pos x="csX179" y="csY179"/>
                    </a:cxn>
                    <a:cxn ang="0">
                      <a:pos x="csX180" y="csY180"/>
                    </a:cxn>
                    <a:cxn ang="0">
                      <a:pos x="csX181" y="csY181"/>
                    </a:cxn>
                    <a:cxn ang="0">
                      <a:pos x="csX182" y="csY182"/>
                    </a:cxn>
                    <a:cxn ang="0">
                      <a:pos x="csX183" y="csY183"/>
                    </a:cxn>
                    <a:cxn ang="0">
                      <a:pos x="csX184" y="csY184"/>
                    </a:cxn>
                    <a:cxn ang="0">
                      <a:pos x="csX185" y="csY185"/>
                    </a:cxn>
                    <a:cxn ang="0">
                      <a:pos x="csX186" y="csY186"/>
                    </a:cxn>
                    <a:cxn ang="0">
                      <a:pos x="csX187" y="csY187"/>
                    </a:cxn>
                    <a:cxn ang="0">
                      <a:pos x="csX188" y="csY188"/>
                    </a:cxn>
                    <a:cxn ang="0">
                      <a:pos x="csX189" y="csY189"/>
                    </a:cxn>
                    <a:cxn ang="0">
                      <a:pos x="csX190" y="csY190"/>
                    </a:cxn>
                    <a:cxn ang="0">
                      <a:pos x="csX191" y="csY191"/>
                    </a:cxn>
                    <a:cxn ang="0">
                      <a:pos x="csX192" y="csY192"/>
                    </a:cxn>
                    <a:cxn ang="0">
                      <a:pos x="csX193" y="csY193"/>
                    </a:cxn>
                    <a:cxn ang="0">
                      <a:pos x="csX194" y="csY194"/>
                    </a:cxn>
                    <a:cxn ang="0">
                      <a:pos x="csX195" y="csY195"/>
                    </a:cxn>
                    <a:cxn ang="0">
                      <a:pos x="csX196" y="csY196"/>
                    </a:cxn>
                    <a:cxn ang="0">
                      <a:pos x="csX197" y="csY197"/>
                    </a:cxn>
                    <a:cxn ang="0">
                      <a:pos x="csX198" y="csY198"/>
                    </a:cxn>
                    <a:cxn ang="0">
                      <a:pos x="csX199" y="csY199"/>
                    </a:cxn>
                    <a:cxn ang="0">
                      <a:pos x="csX200" y="csY200"/>
                    </a:cxn>
                    <a:cxn ang="0">
                      <a:pos x="csX201" y="csY201"/>
                    </a:cxn>
                    <a:cxn ang="0">
                      <a:pos x="csX202" y="csY202"/>
                    </a:cxn>
                    <a:cxn ang="0">
                      <a:pos x="csX203" y="csY203"/>
                    </a:cxn>
                    <a:cxn ang="0">
                      <a:pos x="csX204" y="csY204"/>
                    </a:cxn>
                    <a:cxn ang="0">
                      <a:pos x="csX205" y="csY205"/>
                    </a:cxn>
                    <a:cxn ang="0">
                      <a:pos x="csX206" y="csY206"/>
                    </a:cxn>
                    <a:cxn ang="0">
                      <a:pos x="csX207" y="csY207"/>
                    </a:cxn>
                    <a:cxn ang="0">
                      <a:pos x="csX208" y="csY208"/>
                    </a:cxn>
                    <a:cxn ang="0">
                      <a:pos x="csX209" y="csY209"/>
                    </a:cxn>
                    <a:cxn ang="0">
                      <a:pos x="csX210" y="csY210"/>
                    </a:cxn>
                    <a:cxn ang="0">
                      <a:pos x="csX211" y="csY211"/>
                    </a:cxn>
                    <a:cxn ang="0">
                      <a:pos x="csX212" y="csY212"/>
                    </a:cxn>
                    <a:cxn ang="0">
                      <a:pos x="csX213" y="csY213"/>
                    </a:cxn>
                    <a:cxn ang="0">
                      <a:pos x="csX214" y="csY214"/>
                    </a:cxn>
                    <a:cxn ang="0">
                      <a:pos x="csX215" y="csY215"/>
                    </a:cxn>
                    <a:cxn ang="0">
                      <a:pos x="csX216" y="csY216"/>
                    </a:cxn>
                    <a:cxn ang="0">
                      <a:pos x="csX217" y="csY217"/>
                    </a:cxn>
                    <a:cxn ang="0">
                      <a:pos x="csX218" y="csY218"/>
                    </a:cxn>
                    <a:cxn ang="0">
                      <a:pos x="csX219" y="csY219"/>
                    </a:cxn>
                    <a:cxn ang="0">
                      <a:pos x="csX220" y="csY220"/>
                    </a:cxn>
                    <a:cxn ang="0">
                      <a:pos x="csX221" y="csY221"/>
                    </a:cxn>
                    <a:cxn ang="0">
                      <a:pos x="csX222" y="csY222"/>
                    </a:cxn>
                    <a:cxn ang="0">
                      <a:pos x="csX223" y="csY223"/>
                    </a:cxn>
                    <a:cxn ang="0">
                      <a:pos x="csX224" y="csY224"/>
                    </a:cxn>
                    <a:cxn ang="0">
                      <a:pos x="csX225" y="csY225"/>
                    </a:cxn>
                    <a:cxn ang="0">
                      <a:pos x="csX226" y="csY226"/>
                    </a:cxn>
                    <a:cxn ang="0">
                      <a:pos x="csX227" y="csY227"/>
                    </a:cxn>
                    <a:cxn ang="0">
                      <a:pos x="csX228" y="csY228"/>
                    </a:cxn>
                    <a:cxn ang="0">
                      <a:pos x="csX229" y="csY229"/>
                    </a:cxn>
                    <a:cxn ang="0">
                      <a:pos x="csX230" y="csY230"/>
                    </a:cxn>
                    <a:cxn ang="0">
                      <a:pos x="csX231" y="csY231"/>
                    </a:cxn>
                    <a:cxn ang="0">
                      <a:pos x="csX232" y="csY232"/>
                    </a:cxn>
                    <a:cxn ang="0">
                      <a:pos x="csX233" y="csY233"/>
                    </a:cxn>
                    <a:cxn ang="0">
                      <a:pos x="csX234" y="csY234"/>
                    </a:cxn>
                    <a:cxn ang="0">
                      <a:pos x="csX235" y="csY235"/>
                    </a:cxn>
                    <a:cxn ang="0">
                      <a:pos x="csX236" y="csY236"/>
                    </a:cxn>
                    <a:cxn ang="0">
                      <a:pos x="csX237" y="csY237"/>
                    </a:cxn>
                    <a:cxn ang="0">
                      <a:pos x="csX238" y="csY238"/>
                    </a:cxn>
                    <a:cxn ang="0">
                      <a:pos x="csX239" y="csY239"/>
                    </a:cxn>
                    <a:cxn ang="0">
                      <a:pos x="csX240" y="csY240"/>
                    </a:cxn>
                    <a:cxn ang="0">
                      <a:pos x="csX241" y="csY241"/>
                    </a:cxn>
                    <a:cxn ang="0">
                      <a:pos x="csX242" y="csY242"/>
                    </a:cxn>
                  </a:cxnLst>
                  <a:rect l="l" t="t" r="r" b="b"/>
                  <a:pathLst>
                    <a:path w="11045757" h="4504913">
                      <a:moveTo>
                        <a:pt x="-721" y="3810069"/>
                      </a:moveTo>
                      <a:lnTo>
                        <a:pt x="-721" y="3810069"/>
                      </a:lnTo>
                      <a:lnTo>
                        <a:pt x="45301" y="4397078"/>
                      </a:lnTo>
                      <a:lnTo>
                        <a:pt x="91329" y="4437223"/>
                      </a:lnTo>
                      <a:lnTo>
                        <a:pt x="137351" y="4436488"/>
                      </a:lnTo>
                      <a:lnTo>
                        <a:pt x="183373" y="3736302"/>
                      </a:lnTo>
                      <a:lnTo>
                        <a:pt x="229401" y="4142948"/>
                      </a:lnTo>
                      <a:lnTo>
                        <a:pt x="275423" y="3669362"/>
                      </a:lnTo>
                      <a:lnTo>
                        <a:pt x="321444" y="4181151"/>
                      </a:lnTo>
                      <a:lnTo>
                        <a:pt x="367473" y="3272422"/>
                      </a:lnTo>
                      <a:lnTo>
                        <a:pt x="413495" y="3929280"/>
                      </a:lnTo>
                      <a:lnTo>
                        <a:pt x="459516" y="1113928"/>
                      </a:lnTo>
                      <a:lnTo>
                        <a:pt x="505545" y="4192135"/>
                      </a:lnTo>
                      <a:lnTo>
                        <a:pt x="551566" y="3821098"/>
                      </a:lnTo>
                      <a:lnTo>
                        <a:pt x="597588" y="4321478"/>
                      </a:lnTo>
                      <a:lnTo>
                        <a:pt x="643617" y="4417722"/>
                      </a:lnTo>
                      <a:lnTo>
                        <a:pt x="689638" y="4453150"/>
                      </a:lnTo>
                      <a:lnTo>
                        <a:pt x="735660" y="4394464"/>
                      </a:lnTo>
                      <a:lnTo>
                        <a:pt x="781689" y="3720537"/>
                      </a:lnTo>
                      <a:lnTo>
                        <a:pt x="827711" y="3937483"/>
                      </a:lnTo>
                      <a:lnTo>
                        <a:pt x="873732" y="3910314"/>
                      </a:lnTo>
                      <a:lnTo>
                        <a:pt x="919761" y="3488884"/>
                      </a:lnTo>
                      <a:lnTo>
                        <a:pt x="965782" y="3524274"/>
                      </a:lnTo>
                      <a:lnTo>
                        <a:pt x="1011804" y="4376092"/>
                      </a:lnTo>
                      <a:lnTo>
                        <a:pt x="1057833" y="4379822"/>
                      </a:lnTo>
                      <a:lnTo>
                        <a:pt x="1103854" y="4353738"/>
                      </a:lnTo>
                      <a:lnTo>
                        <a:pt x="1149876" y="4231274"/>
                      </a:lnTo>
                      <a:lnTo>
                        <a:pt x="1195904" y="3486767"/>
                      </a:lnTo>
                      <a:lnTo>
                        <a:pt x="1241926" y="3404772"/>
                      </a:lnTo>
                      <a:lnTo>
                        <a:pt x="1287948" y="4146207"/>
                      </a:lnTo>
                      <a:lnTo>
                        <a:pt x="1333976" y="4291141"/>
                      </a:lnTo>
                      <a:lnTo>
                        <a:pt x="1379998" y="3992077"/>
                      </a:lnTo>
                      <a:lnTo>
                        <a:pt x="1426020" y="3559367"/>
                      </a:lnTo>
                      <a:lnTo>
                        <a:pt x="1472048" y="4182668"/>
                      </a:lnTo>
                      <a:lnTo>
                        <a:pt x="1518070" y="4399220"/>
                      </a:lnTo>
                      <a:lnTo>
                        <a:pt x="1564092" y="4124343"/>
                      </a:lnTo>
                      <a:lnTo>
                        <a:pt x="1610120" y="4347756"/>
                      </a:lnTo>
                      <a:lnTo>
                        <a:pt x="1656142" y="4394619"/>
                      </a:lnTo>
                      <a:lnTo>
                        <a:pt x="1702164" y="3735405"/>
                      </a:lnTo>
                      <a:lnTo>
                        <a:pt x="1748192" y="3596815"/>
                      </a:lnTo>
                      <a:lnTo>
                        <a:pt x="1794214" y="4220903"/>
                      </a:lnTo>
                      <a:lnTo>
                        <a:pt x="1840236" y="4260720"/>
                      </a:lnTo>
                      <a:lnTo>
                        <a:pt x="1886264" y="3461283"/>
                      </a:lnTo>
                      <a:lnTo>
                        <a:pt x="1932286" y="4392689"/>
                      </a:lnTo>
                      <a:lnTo>
                        <a:pt x="1978308" y="4383991"/>
                      </a:lnTo>
                      <a:lnTo>
                        <a:pt x="2024337" y="4320361"/>
                      </a:lnTo>
                      <a:lnTo>
                        <a:pt x="2070358" y="3077676"/>
                      </a:lnTo>
                      <a:lnTo>
                        <a:pt x="2116380" y="4244852"/>
                      </a:lnTo>
                      <a:lnTo>
                        <a:pt x="2162408" y="4363179"/>
                      </a:lnTo>
                      <a:lnTo>
                        <a:pt x="2208430" y="4368767"/>
                      </a:lnTo>
                      <a:lnTo>
                        <a:pt x="2254452" y="4362056"/>
                      </a:lnTo>
                      <a:lnTo>
                        <a:pt x="2300480" y="4319606"/>
                      </a:lnTo>
                      <a:lnTo>
                        <a:pt x="2346502" y="4096859"/>
                      </a:lnTo>
                      <a:lnTo>
                        <a:pt x="2392524" y="3995833"/>
                      </a:lnTo>
                      <a:lnTo>
                        <a:pt x="2438552" y="4373704"/>
                      </a:lnTo>
                      <a:lnTo>
                        <a:pt x="2484574" y="4476692"/>
                      </a:lnTo>
                      <a:lnTo>
                        <a:pt x="2530596" y="4030552"/>
                      </a:lnTo>
                      <a:lnTo>
                        <a:pt x="2576624" y="3740626"/>
                      </a:lnTo>
                      <a:lnTo>
                        <a:pt x="2622646" y="2763060"/>
                      </a:lnTo>
                      <a:lnTo>
                        <a:pt x="2668668" y="3335903"/>
                      </a:lnTo>
                      <a:lnTo>
                        <a:pt x="2714696" y="3726713"/>
                      </a:lnTo>
                      <a:lnTo>
                        <a:pt x="2760718" y="4197898"/>
                      </a:lnTo>
                      <a:lnTo>
                        <a:pt x="2806740" y="4326008"/>
                      </a:lnTo>
                      <a:lnTo>
                        <a:pt x="2852768" y="4376330"/>
                      </a:lnTo>
                      <a:lnTo>
                        <a:pt x="2898790" y="4407222"/>
                      </a:lnTo>
                      <a:lnTo>
                        <a:pt x="2944812" y="4443477"/>
                      </a:lnTo>
                      <a:lnTo>
                        <a:pt x="2990840" y="4453931"/>
                      </a:lnTo>
                      <a:lnTo>
                        <a:pt x="3036862" y="4472574"/>
                      </a:lnTo>
                      <a:lnTo>
                        <a:pt x="3082884" y="4487062"/>
                      </a:lnTo>
                      <a:lnTo>
                        <a:pt x="3128912" y="4467451"/>
                      </a:lnTo>
                      <a:lnTo>
                        <a:pt x="3174934" y="4437178"/>
                      </a:lnTo>
                      <a:lnTo>
                        <a:pt x="3220956" y="4328021"/>
                      </a:lnTo>
                      <a:lnTo>
                        <a:pt x="3266984" y="3953545"/>
                      </a:lnTo>
                      <a:lnTo>
                        <a:pt x="3313006" y="3632069"/>
                      </a:lnTo>
                      <a:lnTo>
                        <a:pt x="3359028" y="4229377"/>
                      </a:lnTo>
                      <a:lnTo>
                        <a:pt x="3405056" y="3821840"/>
                      </a:lnTo>
                      <a:lnTo>
                        <a:pt x="3451078" y="4126408"/>
                      </a:lnTo>
                      <a:lnTo>
                        <a:pt x="3497100" y="4157617"/>
                      </a:lnTo>
                      <a:lnTo>
                        <a:pt x="3543128" y="3578455"/>
                      </a:lnTo>
                      <a:lnTo>
                        <a:pt x="3589150" y="4177144"/>
                      </a:lnTo>
                      <a:lnTo>
                        <a:pt x="3635172" y="2843964"/>
                      </a:lnTo>
                      <a:lnTo>
                        <a:pt x="3681200" y="4326305"/>
                      </a:lnTo>
                      <a:lnTo>
                        <a:pt x="3727222" y="4402086"/>
                      </a:lnTo>
                      <a:lnTo>
                        <a:pt x="3773244" y="4378783"/>
                      </a:lnTo>
                      <a:lnTo>
                        <a:pt x="3819272" y="4312908"/>
                      </a:lnTo>
                      <a:lnTo>
                        <a:pt x="3865294" y="3641587"/>
                      </a:lnTo>
                      <a:lnTo>
                        <a:pt x="3911316" y="4258900"/>
                      </a:lnTo>
                      <a:lnTo>
                        <a:pt x="3957344" y="4361410"/>
                      </a:lnTo>
                      <a:lnTo>
                        <a:pt x="4003366" y="4377363"/>
                      </a:lnTo>
                      <a:lnTo>
                        <a:pt x="4049388" y="4361565"/>
                      </a:lnTo>
                      <a:lnTo>
                        <a:pt x="4095416" y="4311682"/>
                      </a:lnTo>
                      <a:lnTo>
                        <a:pt x="4141438" y="4094194"/>
                      </a:lnTo>
                      <a:lnTo>
                        <a:pt x="4187459" y="2965744"/>
                      </a:lnTo>
                      <a:lnTo>
                        <a:pt x="4233488" y="4134623"/>
                      </a:lnTo>
                      <a:lnTo>
                        <a:pt x="4279510" y="3732514"/>
                      </a:lnTo>
                      <a:lnTo>
                        <a:pt x="4325532" y="3802184"/>
                      </a:lnTo>
                      <a:lnTo>
                        <a:pt x="4371560" y="4234404"/>
                      </a:lnTo>
                      <a:lnTo>
                        <a:pt x="4417582" y="4305461"/>
                      </a:lnTo>
                      <a:lnTo>
                        <a:pt x="4463604" y="4281816"/>
                      </a:lnTo>
                      <a:lnTo>
                        <a:pt x="4509632" y="4162101"/>
                      </a:lnTo>
                      <a:lnTo>
                        <a:pt x="4555654" y="3759069"/>
                      </a:lnTo>
                      <a:lnTo>
                        <a:pt x="4601657" y="3437361"/>
                      </a:lnTo>
                      <a:lnTo>
                        <a:pt x="4647723" y="3820672"/>
                      </a:lnTo>
                      <a:lnTo>
                        <a:pt x="4693726" y="4165870"/>
                      </a:lnTo>
                      <a:lnTo>
                        <a:pt x="4739729" y="4306177"/>
                      </a:lnTo>
                      <a:lnTo>
                        <a:pt x="4785795" y="4331596"/>
                      </a:lnTo>
                      <a:lnTo>
                        <a:pt x="4831798" y="4333629"/>
                      </a:lnTo>
                      <a:lnTo>
                        <a:pt x="4877800" y="4274227"/>
                      </a:lnTo>
                      <a:lnTo>
                        <a:pt x="4923867" y="3946027"/>
                      </a:lnTo>
                      <a:lnTo>
                        <a:pt x="4969869" y="4016012"/>
                      </a:lnTo>
                      <a:lnTo>
                        <a:pt x="5015873" y="4122769"/>
                      </a:lnTo>
                      <a:lnTo>
                        <a:pt x="5061939" y="315253"/>
                      </a:lnTo>
                      <a:lnTo>
                        <a:pt x="5107942" y="2934187"/>
                      </a:lnTo>
                      <a:lnTo>
                        <a:pt x="5153945" y="3918136"/>
                      </a:lnTo>
                      <a:lnTo>
                        <a:pt x="5200011" y="3730597"/>
                      </a:lnTo>
                      <a:lnTo>
                        <a:pt x="5246014" y="4210720"/>
                      </a:lnTo>
                      <a:lnTo>
                        <a:pt x="5292016" y="4303389"/>
                      </a:lnTo>
                      <a:lnTo>
                        <a:pt x="5338083" y="3104205"/>
                      </a:lnTo>
                      <a:lnTo>
                        <a:pt x="5384086" y="4057036"/>
                      </a:lnTo>
                      <a:lnTo>
                        <a:pt x="5430089" y="3774886"/>
                      </a:lnTo>
                      <a:lnTo>
                        <a:pt x="5476155" y="4036579"/>
                      </a:lnTo>
                      <a:lnTo>
                        <a:pt x="5522158" y="3912818"/>
                      </a:lnTo>
                      <a:lnTo>
                        <a:pt x="5568160" y="4366521"/>
                      </a:lnTo>
                      <a:lnTo>
                        <a:pt x="5614227" y="4405970"/>
                      </a:lnTo>
                      <a:lnTo>
                        <a:pt x="5660229" y="4385539"/>
                      </a:lnTo>
                      <a:lnTo>
                        <a:pt x="5706233" y="3803752"/>
                      </a:lnTo>
                      <a:lnTo>
                        <a:pt x="5752299" y="4132107"/>
                      </a:lnTo>
                      <a:lnTo>
                        <a:pt x="5798302" y="3354333"/>
                      </a:lnTo>
                      <a:lnTo>
                        <a:pt x="5844304" y="3983088"/>
                      </a:lnTo>
                      <a:lnTo>
                        <a:pt x="5890371" y="3580030"/>
                      </a:lnTo>
                      <a:lnTo>
                        <a:pt x="5936373" y="4462630"/>
                      </a:lnTo>
                      <a:lnTo>
                        <a:pt x="5982376" y="4392883"/>
                      </a:lnTo>
                      <a:lnTo>
                        <a:pt x="6028442" y="4302312"/>
                      </a:lnTo>
                      <a:lnTo>
                        <a:pt x="6074446" y="3489542"/>
                      </a:lnTo>
                      <a:lnTo>
                        <a:pt x="6120448" y="4382513"/>
                      </a:lnTo>
                      <a:lnTo>
                        <a:pt x="6166515" y="4479673"/>
                      </a:lnTo>
                      <a:lnTo>
                        <a:pt x="6212517" y="4452389"/>
                      </a:lnTo>
                      <a:lnTo>
                        <a:pt x="6258520" y="4398885"/>
                      </a:lnTo>
                      <a:lnTo>
                        <a:pt x="6304586" y="4310823"/>
                      </a:lnTo>
                      <a:lnTo>
                        <a:pt x="6350589" y="3588367"/>
                      </a:lnTo>
                      <a:lnTo>
                        <a:pt x="6396593" y="4167328"/>
                      </a:lnTo>
                      <a:lnTo>
                        <a:pt x="6442659" y="4332513"/>
                      </a:lnTo>
                      <a:lnTo>
                        <a:pt x="6488662" y="4318329"/>
                      </a:lnTo>
                      <a:lnTo>
                        <a:pt x="6534664" y="4126253"/>
                      </a:lnTo>
                      <a:lnTo>
                        <a:pt x="6580731" y="3558082"/>
                      </a:lnTo>
                      <a:lnTo>
                        <a:pt x="6626733" y="3869226"/>
                      </a:lnTo>
                      <a:lnTo>
                        <a:pt x="6672736" y="4186695"/>
                      </a:lnTo>
                      <a:lnTo>
                        <a:pt x="6718802" y="3820317"/>
                      </a:lnTo>
                      <a:lnTo>
                        <a:pt x="6764806" y="3953545"/>
                      </a:lnTo>
                      <a:lnTo>
                        <a:pt x="6810808" y="4436811"/>
                      </a:lnTo>
                      <a:lnTo>
                        <a:pt x="6856875" y="3426036"/>
                      </a:lnTo>
                      <a:lnTo>
                        <a:pt x="6902877" y="3358089"/>
                      </a:lnTo>
                      <a:lnTo>
                        <a:pt x="6948880" y="4454292"/>
                      </a:lnTo>
                      <a:lnTo>
                        <a:pt x="6994946" y="4445865"/>
                      </a:lnTo>
                      <a:lnTo>
                        <a:pt x="7040949" y="4453325"/>
                      </a:lnTo>
                      <a:lnTo>
                        <a:pt x="7086952" y="4454312"/>
                      </a:lnTo>
                      <a:lnTo>
                        <a:pt x="7133019" y="4441212"/>
                      </a:lnTo>
                      <a:lnTo>
                        <a:pt x="7179021" y="4441689"/>
                      </a:lnTo>
                      <a:lnTo>
                        <a:pt x="7225024" y="4445484"/>
                      </a:lnTo>
                      <a:lnTo>
                        <a:pt x="7271090" y="4434558"/>
                      </a:lnTo>
                      <a:lnTo>
                        <a:pt x="7317093" y="4426543"/>
                      </a:lnTo>
                      <a:lnTo>
                        <a:pt x="7363096" y="4384255"/>
                      </a:lnTo>
                      <a:lnTo>
                        <a:pt x="7409162" y="3665103"/>
                      </a:lnTo>
                      <a:lnTo>
                        <a:pt x="7455165" y="3483095"/>
                      </a:lnTo>
                      <a:lnTo>
                        <a:pt x="7501168" y="4091709"/>
                      </a:lnTo>
                      <a:lnTo>
                        <a:pt x="7547234" y="3915987"/>
                      </a:lnTo>
                      <a:lnTo>
                        <a:pt x="7593237" y="4446955"/>
                      </a:lnTo>
                      <a:lnTo>
                        <a:pt x="7639240" y="4504589"/>
                      </a:lnTo>
                      <a:lnTo>
                        <a:pt x="7685306" y="4487346"/>
                      </a:lnTo>
                      <a:lnTo>
                        <a:pt x="7731309" y="4459345"/>
                      </a:lnTo>
                      <a:lnTo>
                        <a:pt x="7777312" y="4448446"/>
                      </a:lnTo>
                      <a:lnTo>
                        <a:pt x="7823379" y="4411888"/>
                      </a:lnTo>
                      <a:lnTo>
                        <a:pt x="7869381" y="4358332"/>
                      </a:lnTo>
                      <a:lnTo>
                        <a:pt x="7915384" y="4122388"/>
                      </a:lnTo>
                      <a:lnTo>
                        <a:pt x="7961450" y="3890567"/>
                      </a:lnTo>
                      <a:lnTo>
                        <a:pt x="8007453" y="4250337"/>
                      </a:lnTo>
                      <a:lnTo>
                        <a:pt x="8053456" y="3737148"/>
                      </a:lnTo>
                      <a:lnTo>
                        <a:pt x="8099522" y="4279022"/>
                      </a:lnTo>
                      <a:lnTo>
                        <a:pt x="8145525" y="3873944"/>
                      </a:lnTo>
                      <a:lnTo>
                        <a:pt x="8191528" y="4058017"/>
                      </a:lnTo>
                      <a:lnTo>
                        <a:pt x="8237594" y="4229977"/>
                      </a:lnTo>
                      <a:lnTo>
                        <a:pt x="8283597" y="4240347"/>
                      </a:lnTo>
                      <a:lnTo>
                        <a:pt x="8329600" y="4139799"/>
                      </a:lnTo>
                      <a:lnTo>
                        <a:pt x="8375666" y="3725106"/>
                      </a:lnTo>
                      <a:lnTo>
                        <a:pt x="8421668" y="4357951"/>
                      </a:lnTo>
                      <a:lnTo>
                        <a:pt x="8467672" y="4219439"/>
                      </a:lnTo>
                      <a:lnTo>
                        <a:pt x="8513738" y="4393102"/>
                      </a:lnTo>
                      <a:lnTo>
                        <a:pt x="8559741" y="3526636"/>
                      </a:lnTo>
                      <a:lnTo>
                        <a:pt x="8605743" y="3724073"/>
                      </a:lnTo>
                      <a:lnTo>
                        <a:pt x="8651810" y="3739529"/>
                      </a:lnTo>
                      <a:lnTo>
                        <a:pt x="8697812" y="4203305"/>
                      </a:lnTo>
                      <a:lnTo>
                        <a:pt x="8743815" y="4257003"/>
                      </a:lnTo>
                      <a:lnTo>
                        <a:pt x="8789881" y="3745976"/>
                      </a:lnTo>
                      <a:lnTo>
                        <a:pt x="8835885" y="4283036"/>
                      </a:lnTo>
                      <a:lnTo>
                        <a:pt x="8881888" y="4366664"/>
                      </a:lnTo>
                      <a:lnTo>
                        <a:pt x="8927954" y="4165218"/>
                      </a:lnTo>
                      <a:lnTo>
                        <a:pt x="8973957" y="3762845"/>
                      </a:lnTo>
                      <a:lnTo>
                        <a:pt x="9019959" y="3926331"/>
                      </a:lnTo>
                      <a:lnTo>
                        <a:pt x="9066026" y="3980100"/>
                      </a:lnTo>
                      <a:lnTo>
                        <a:pt x="9112028" y="3680843"/>
                      </a:lnTo>
                      <a:lnTo>
                        <a:pt x="9158032" y="4128041"/>
                      </a:lnTo>
                      <a:lnTo>
                        <a:pt x="9204098" y="4275950"/>
                      </a:lnTo>
                      <a:lnTo>
                        <a:pt x="9250101" y="4273730"/>
                      </a:lnTo>
                      <a:lnTo>
                        <a:pt x="9296103" y="4095936"/>
                      </a:lnTo>
                      <a:lnTo>
                        <a:pt x="9342170" y="3893323"/>
                      </a:lnTo>
                      <a:lnTo>
                        <a:pt x="9388172" y="4252983"/>
                      </a:lnTo>
                      <a:lnTo>
                        <a:pt x="9434175" y="4208946"/>
                      </a:lnTo>
                      <a:lnTo>
                        <a:pt x="9480241" y="3737903"/>
                      </a:lnTo>
                      <a:lnTo>
                        <a:pt x="9526245" y="3366124"/>
                      </a:lnTo>
                      <a:lnTo>
                        <a:pt x="9572247" y="4215915"/>
                      </a:lnTo>
                      <a:lnTo>
                        <a:pt x="9618314" y="4400311"/>
                      </a:lnTo>
                      <a:lnTo>
                        <a:pt x="9664316" y="-325"/>
                      </a:lnTo>
                      <a:lnTo>
                        <a:pt x="9710319" y="4442954"/>
                      </a:lnTo>
                      <a:lnTo>
                        <a:pt x="9756385" y="4293258"/>
                      </a:lnTo>
                      <a:lnTo>
                        <a:pt x="9802388" y="3122810"/>
                      </a:lnTo>
                      <a:lnTo>
                        <a:pt x="9848391" y="3828513"/>
                      </a:lnTo>
                      <a:lnTo>
                        <a:pt x="9894458" y="4202112"/>
                      </a:lnTo>
                      <a:lnTo>
                        <a:pt x="9940460" y="4344490"/>
                      </a:lnTo>
                      <a:lnTo>
                        <a:pt x="9986463" y="3922046"/>
                      </a:lnTo>
                      <a:lnTo>
                        <a:pt x="10032529" y="4015315"/>
                      </a:lnTo>
                      <a:lnTo>
                        <a:pt x="10078532" y="4137818"/>
                      </a:lnTo>
                      <a:lnTo>
                        <a:pt x="10124535" y="4152512"/>
                      </a:lnTo>
                      <a:lnTo>
                        <a:pt x="10170601" y="3440756"/>
                      </a:lnTo>
                      <a:lnTo>
                        <a:pt x="10216605" y="4117529"/>
                      </a:lnTo>
                      <a:lnTo>
                        <a:pt x="10262607" y="3545847"/>
                      </a:lnTo>
                      <a:lnTo>
                        <a:pt x="10308674" y="4377460"/>
                      </a:lnTo>
                      <a:lnTo>
                        <a:pt x="10354676" y="3664238"/>
                      </a:lnTo>
                      <a:lnTo>
                        <a:pt x="10400679" y="4261772"/>
                      </a:lnTo>
                      <a:lnTo>
                        <a:pt x="10446745" y="3648305"/>
                      </a:lnTo>
                      <a:lnTo>
                        <a:pt x="10492748" y="4246026"/>
                      </a:lnTo>
                      <a:lnTo>
                        <a:pt x="10538751" y="4193090"/>
                      </a:lnTo>
                      <a:lnTo>
                        <a:pt x="10584818" y="3858559"/>
                      </a:lnTo>
                      <a:lnTo>
                        <a:pt x="10630820" y="3785547"/>
                      </a:lnTo>
                      <a:lnTo>
                        <a:pt x="10676823" y="3504462"/>
                      </a:lnTo>
                      <a:lnTo>
                        <a:pt x="10722889" y="4363908"/>
                      </a:lnTo>
                      <a:lnTo>
                        <a:pt x="10768892" y="4428776"/>
                      </a:lnTo>
                      <a:lnTo>
                        <a:pt x="10814895" y="4416837"/>
                      </a:lnTo>
                      <a:lnTo>
                        <a:pt x="10860961" y="4398768"/>
                      </a:lnTo>
                      <a:lnTo>
                        <a:pt x="10906964" y="4340986"/>
                      </a:lnTo>
                      <a:lnTo>
                        <a:pt x="10952967" y="4230493"/>
                      </a:lnTo>
                      <a:lnTo>
                        <a:pt x="10999033" y="3691639"/>
                      </a:lnTo>
                      <a:lnTo>
                        <a:pt x="11045036" y="4005913"/>
                      </a:lnTo>
                      <a:lnTo>
                        <a:pt x="11045036" y="4005913"/>
                      </a:lnTo>
                    </a:path>
                  </a:pathLst>
                </a:custGeom>
                <a:noFill/>
                <a:ln w="19050" cap="flat">
                  <a:solidFill>
                    <a:srgbClr val="BFBFBF"/>
                  </a:solidFill>
                  <a:prstDash val="solid"/>
                  <a:round/>
                </a:ln>
              </p:spPr>
            </p:sp>
            <p:sp>
              <p:nvSpPr>
                <p:cNvPr id="57" name="任意多边形: 形状 56">
                  <a:extLst>
                    <a:ext uri="{FF2B5EF4-FFF2-40B4-BE49-F238E27FC236}">
                      <a16:creationId xmlns:a16="http://schemas.microsoft.com/office/drawing/2014/main" id="{85FCBDC1-711A-E4E0-55D6-29C5F307FF57}"/>
                    </a:ext>
                  </a:extLst>
                </p:cNvPr>
                <p:cNvSpPr/>
                <p:nvPr/>
              </p:nvSpPr>
              <p:spPr>
                <a:xfrm>
                  <a:off x="1469950" y="4262723"/>
                  <a:ext cx="184093" cy="3078206"/>
                </a:xfrm>
                <a:custGeom>
                  <a:avLst/>
                  <a:gdLst>
                    <a:gd name="csX0" fmla="*/ -324 w 184093"/>
                    <a:gd name="csY0" fmla="*/ 2158139 h 3078206"/>
                    <a:gd name="csX1" fmla="*/ 45698 w 184093"/>
                    <a:gd name="csY1" fmla="*/ 2814997 h 3078206"/>
                    <a:gd name="csX2" fmla="*/ 91719 w 184093"/>
                    <a:gd name="csY2" fmla="*/ -355 h 3078206"/>
                    <a:gd name="csX3" fmla="*/ 137748 w 184093"/>
                    <a:gd name="csY3" fmla="*/ 3077852 h 3078206"/>
                    <a:gd name="csX4" fmla="*/ 183769 w 184093"/>
                    <a:gd name="csY4" fmla="*/ 2706815 h 307820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4093" h="3078206">
                      <a:moveTo>
                        <a:pt x="-324" y="2158139"/>
                      </a:moveTo>
                      <a:lnTo>
                        <a:pt x="45698" y="2814997"/>
                      </a:lnTo>
                      <a:lnTo>
                        <a:pt x="91719" y="-355"/>
                      </a:lnTo>
                      <a:lnTo>
                        <a:pt x="137748" y="3077852"/>
                      </a:lnTo>
                      <a:lnTo>
                        <a:pt x="183769" y="2706815"/>
                      </a:lnTo>
                    </a:path>
                  </a:pathLst>
                </a:custGeom>
                <a:noFill/>
                <a:ln w="19050" cap="flat">
                  <a:solidFill>
                    <a:srgbClr val="738CB3"/>
                  </a:solidFill>
                  <a:prstDash val="solid"/>
                  <a:round/>
                </a:ln>
              </p:spPr>
            </p:sp>
            <p:sp>
              <p:nvSpPr>
                <p:cNvPr id="58" name="任意多边形: 形状 57">
                  <a:extLst>
                    <a:ext uri="{FF2B5EF4-FFF2-40B4-BE49-F238E27FC236}">
                      <a16:creationId xmlns:a16="http://schemas.microsoft.com/office/drawing/2014/main" id="{8DC9034F-647D-D30A-3524-E2B83C2F68D3}"/>
                    </a:ext>
                  </a:extLst>
                </p:cNvPr>
                <p:cNvSpPr/>
                <p:nvPr/>
              </p:nvSpPr>
              <p:spPr>
                <a:xfrm>
                  <a:off x="6072346" y="3464048"/>
                  <a:ext cx="184075" cy="3807515"/>
                </a:xfrm>
                <a:custGeom>
                  <a:avLst/>
                  <a:gdLst>
                    <a:gd name="csX0" fmla="*/ -685 w 184075"/>
                    <a:gd name="csY0" fmla="*/ 3700437 h 3807515"/>
                    <a:gd name="csX1" fmla="*/ 45318 w 184075"/>
                    <a:gd name="csY1" fmla="*/ 3807194 h 3807515"/>
                    <a:gd name="csX2" fmla="*/ 91385 w 184075"/>
                    <a:gd name="csY2" fmla="*/ -322 h 3807515"/>
                    <a:gd name="csX3" fmla="*/ 137387 w 184075"/>
                    <a:gd name="csY3" fmla="*/ 2618612 h 3807515"/>
                    <a:gd name="csX4" fmla="*/ 183390 w 184075"/>
                    <a:gd name="csY4" fmla="*/ 3602561 h 38075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4075" h="3807515">
                      <a:moveTo>
                        <a:pt x="-685" y="3700437"/>
                      </a:moveTo>
                      <a:lnTo>
                        <a:pt x="45318" y="3807194"/>
                      </a:lnTo>
                      <a:lnTo>
                        <a:pt x="91385" y="-322"/>
                      </a:lnTo>
                      <a:lnTo>
                        <a:pt x="137387" y="2618612"/>
                      </a:lnTo>
                      <a:lnTo>
                        <a:pt x="183390" y="3602561"/>
                      </a:lnTo>
                    </a:path>
                  </a:pathLst>
                </a:custGeom>
                <a:noFill/>
                <a:ln w="19050" cap="flat">
                  <a:solidFill>
                    <a:srgbClr val="8CA68C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zh-CN" altLang="en-US" dirty="0"/>
                </a:p>
              </p:txBody>
            </p:sp>
            <p:sp>
              <p:nvSpPr>
                <p:cNvPr id="59" name="任意多边形: 形状 58">
                  <a:extLst>
                    <a:ext uri="{FF2B5EF4-FFF2-40B4-BE49-F238E27FC236}">
                      <a16:creationId xmlns:a16="http://schemas.microsoft.com/office/drawing/2014/main" id="{A18C4014-D8C7-1372-C363-E42FD7579847}"/>
                    </a:ext>
                  </a:extLst>
                </p:cNvPr>
                <p:cNvSpPr/>
                <p:nvPr/>
              </p:nvSpPr>
              <p:spPr>
                <a:xfrm>
                  <a:off x="10674724" y="3148470"/>
                  <a:ext cx="184137" cy="4443279"/>
                </a:xfrm>
                <a:custGeom>
                  <a:avLst/>
                  <a:gdLst>
                    <a:gd name="csX0" fmla="*/ -1046 w 184138"/>
                    <a:gd name="csY0" fmla="*/ 4215918 h 4443278"/>
                    <a:gd name="csX1" fmla="*/ 45020 w 184138"/>
                    <a:gd name="csY1" fmla="*/ 4400313 h 4443278"/>
                    <a:gd name="csX2" fmla="*/ 91023 w 184138"/>
                    <a:gd name="csY2" fmla="*/ -323 h 4443278"/>
                    <a:gd name="csX3" fmla="*/ 137025 w 184138"/>
                    <a:gd name="csY3" fmla="*/ 4442956 h 4443278"/>
                    <a:gd name="csX4" fmla="*/ 183092 w 184138"/>
                    <a:gd name="csY4" fmla="*/ 4293260 h 444327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84138" h="4443278">
                      <a:moveTo>
                        <a:pt x="-1046" y="4215918"/>
                      </a:moveTo>
                      <a:lnTo>
                        <a:pt x="45020" y="4400313"/>
                      </a:lnTo>
                      <a:lnTo>
                        <a:pt x="91023" y="-323"/>
                      </a:lnTo>
                      <a:lnTo>
                        <a:pt x="137025" y="4442956"/>
                      </a:lnTo>
                      <a:lnTo>
                        <a:pt x="183092" y="4293260"/>
                      </a:lnTo>
                    </a:path>
                  </a:pathLst>
                </a:custGeom>
                <a:noFill/>
                <a:ln w="19050" cap="flat">
                  <a:solidFill>
                    <a:srgbClr val="BF8C8C"/>
                  </a:solidFill>
                  <a:prstDash val="solid"/>
                  <a:round/>
                </a:ln>
              </p:spPr>
              <p:txBody>
                <a:bodyPr/>
                <a:lstStyle/>
                <a:p>
                  <a:endParaRPr lang="zh-CN" altLang="en-US" dirty="0"/>
                </a:p>
              </p:txBody>
            </p:sp>
          </p:grpSp>
        </p:grp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B5E2A4D4-372F-8377-1A8D-C5851DF6EC98}"/>
                </a:ext>
              </a:extLst>
            </p:cNvPr>
            <p:cNvSpPr txBox="1"/>
            <p:nvPr/>
          </p:nvSpPr>
          <p:spPr>
            <a:xfrm>
              <a:off x="7464552" y="4243081"/>
              <a:ext cx="2736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latin typeface="Arial" panose="020B0604020202020204" pitchFamily="34" charset="0"/>
                  <a:cs typeface="Arial" panose="020B0604020202020204" pitchFamily="34" charset="0"/>
                </a:rPr>
                <a:t>Frequency domain</a:t>
              </a:r>
              <a:endParaRPr lang="zh-CN" altLang="en-US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5B89B00A-6123-1BBB-1837-D1A135D6ED1C}"/>
                </a:ext>
              </a:extLst>
            </p:cNvPr>
            <p:cNvSpPr txBox="1"/>
            <p:nvPr/>
          </p:nvSpPr>
          <p:spPr>
            <a:xfrm>
              <a:off x="-1782606" y="5212406"/>
              <a:ext cx="32143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latin typeface="Arial" panose="020B0604020202020204" pitchFamily="34" charset="0"/>
                  <a:cs typeface="Arial" panose="020B0604020202020204" pitchFamily="34" charset="0"/>
                </a:rPr>
                <a:t>Spectra basis function</a:t>
              </a:r>
              <a:endParaRPr lang="zh-CN" altLang="en-US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8" name="组合 137">
              <a:extLst>
                <a:ext uri="{FF2B5EF4-FFF2-40B4-BE49-F238E27FC236}">
                  <a16:creationId xmlns:a16="http://schemas.microsoft.com/office/drawing/2014/main" id="{AC51A168-29AD-7AA8-7A4B-E8D938747CCF}"/>
                </a:ext>
              </a:extLst>
            </p:cNvPr>
            <p:cNvGrpSpPr/>
            <p:nvPr/>
          </p:nvGrpSpPr>
          <p:grpSpPr>
            <a:xfrm>
              <a:off x="10420453" y="2067790"/>
              <a:ext cx="2412420" cy="2497572"/>
              <a:chOff x="10344253" y="1927917"/>
              <a:chExt cx="2412420" cy="2497572"/>
            </a:xfrm>
          </p:grpSpPr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CBEFCCA8-2674-C867-A67D-4E9B16DF19BD}"/>
                  </a:ext>
                </a:extLst>
              </p:cNvPr>
              <p:cNvSpPr/>
              <p:nvPr/>
            </p:nvSpPr>
            <p:spPr>
              <a:xfrm>
                <a:off x="10344253" y="1927917"/>
                <a:ext cx="2412420" cy="2497572"/>
              </a:xfrm>
              <a:prstGeom prst="rect">
                <a:avLst/>
              </a:prstGeom>
              <a:solidFill>
                <a:schemeClr val="bg1"/>
              </a:solidFill>
              <a:scene3d>
                <a:camera prst="isometricRightUp">
                  <a:rot lat="2100000" lon="2400000" rev="0"/>
                </a:camera>
                <a:lightRig rig="threePt" dir="t"/>
              </a:scene3d>
              <a:sp3d extrusionH="63500" contourW="12700">
                <a:extrusionClr>
                  <a:schemeClr val="bg1"/>
                </a:extrusionClr>
                <a:contourClr>
                  <a:schemeClr val="bg1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73" name="图片 72">
                <a:extLst>
                  <a:ext uri="{FF2B5EF4-FFF2-40B4-BE49-F238E27FC236}">
                    <a16:creationId xmlns:a16="http://schemas.microsoft.com/office/drawing/2014/main" id="{85220523-B8FB-9C78-951D-0F437263E5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750021" y="2258088"/>
                <a:ext cx="1600883" cy="1803557"/>
              </a:xfrm>
              <a:prstGeom prst="rect">
                <a:avLst/>
              </a:prstGeom>
              <a:scene3d>
                <a:camera prst="orthographicFront">
                  <a:rot lat="2100000" lon="1800000" rev="0"/>
                </a:camera>
                <a:lightRig rig="threePt" dir="t"/>
              </a:scene3d>
            </p:spPr>
          </p:pic>
        </p:grp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A8886DA5-161E-4AA2-9B83-569D964BC4A9}"/>
                </a:ext>
              </a:extLst>
            </p:cNvPr>
            <p:cNvSpPr txBox="1"/>
            <p:nvPr/>
          </p:nvSpPr>
          <p:spPr>
            <a:xfrm>
              <a:off x="9426194" y="4779555"/>
              <a:ext cx="33345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latin typeface="Arial" panose="020B0604020202020204" pitchFamily="34" charset="0"/>
                  <a:cs typeface="Arial" panose="020B0604020202020204" pitchFamily="34" charset="0"/>
                </a:rPr>
                <a:t>Reconstruction spectra</a:t>
              </a:r>
              <a:endParaRPr lang="zh-CN" altLang="en-US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5A8F5AA7-5E8B-2697-D1BC-4A424840E0D9}"/>
                </a:ext>
              </a:extLst>
            </p:cNvPr>
            <p:cNvSpPr/>
            <p:nvPr/>
          </p:nvSpPr>
          <p:spPr>
            <a:xfrm>
              <a:off x="29601" y="1994488"/>
              <a:ext cx="2423052" cy="2207030"/>
            </a:xfrm>
            <a:prstGeom prst="rect">
              <a:avLst/>
            </a:prstGeom>
            <a:ln w="285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F887576C-A0B5-C3E9-5FA5-036B936EB8F6}"/>
                </a:ext>
              </a:extLst>
            </p:cNvPr>
            <p:cNvGrpSpPr/>
            <p:nvPr/>
          </p:nvGrpSpPr>
          <p:grpSpPr>
            <a:xfrm>
              <a:off x="233197" y="2099300"/>
              <a:ext cx="2094543" cy="1939231"/>
              <a:chOff x="2977352" y="2047875"/>
              <a:chExt cx="3298026" cy="2057400"/>
            </a:xfrm>
          </p:grpSpPr>
          <p:sp>
            <p:nvSpPr>
              <p:cNvPr id="9" name="任意多边形: 形状 8">
                <a:extLst>
                  <a:ext uri="{FF2B5EF4-FFF2-40B4-BE49-F238E27FC236}">
                    <a16:creationId xmlns:a16="http://schemas.microsoft.com/office/drawing/2014/main" id="{4C65E0FE-0ADB-240D-732B-C4E96DB10886}"/>
                  </a:ext>
                </a:extLst>
              </p:cNvPr>
              <p:cNvSpPr/>
              <p:nvPr/>
            </p:nvSpPr>
            <p:spPr>
              <a:xfrm>
                <a:off x="2977353" y="2047875"/>
                <a:ext cx="3298025" cy="414717"/>
              </a:xfrm>
              <a:custGeom>
                <a:avLst/>
                <a:gdLst>
                  <a:gd name="csX0" fmla="*/ -536 w 1936944"/>
                  <a:gd name="csY0" fmla="*/ 1276467 h 2553338"/>
                  <a:gd name="csX1" fmla="*/ 1401 w 1936944"/>
                  <a:gd name="csY1" fmla="*/ 1260408 h 2553338"/>
                  <a:gd name="csX2" fmla="*/ 3343 w 1936944"/>
                  <a:gd name="csY2" fmla="*/ 1244350 h 2553338"/>
                  <a:gd name="csX3" fmla="*/ 5280 w 1936944"/>
                  <a:gd name="csY3" fmla="*/ 1228301 h 2553338"/>
                  <a:gd name="csX4" fmla="*/ 7221 w 1936944"/>
                  <a:gd name="csY4" fmla="*/ 1212256 h 2553338"/>
                  <a:gd name="csX5" fmla="*/ 9158 w 1936944"/>
                  <a:gd name="csY5" fmla="*/ 1196226 h 2553338"/>
                  <a:gd name="csX6" fmla="*/ 11100 w 1936944"/>
                  <a:gd name="csY6" fmla="*/ 1180206 h 2553338"/>
                  <a:gd name="csX7" fmla="*/ 13037 w 1936944"/>
                  <a:gd name="csY7" fmla="*/ 1164199 h 2553338"/>
                  <a:gd name="csX8" fmla="*/ 14974 w 1936944"/>
                  <a:gd name="csY8" fmla="*/ 1148212 h 2553338"/>
                  <a:gd name="csX9" fmla="*/ 16915 w 1936944"/>
                  <a:gd name="csY9" fmla="*/ 1132244 h 2553338"/>
                  <a:gd name="csX10" fmla="*/ 18852 w 1936944"/>
                  <a:gd name="csY10" fmla="*/ 1116300 h 2553338"/>
                  <a:gd name="csX11" fmla="*/ 20794 w 1936944"/>
                  <a:gd name="csY11" fmla="*/ 1100379 h 2553338"/>
                  <a:gd name="csX12" fmla="*/ 22731 w 1936944"/>
                  <a:gd name="csY12" fmla="*/ 1084487 h 2553338"/>
                  <a:gd name="csX13" fmla="*/ 24668 w 1936944"/>
                  <a:gd name="csY13" fmla="*/ 1068629 h 2553338"/>
                  <a:gd name="csX14" fmla="*/ 26609 w 1936944"/>
                  <a:gd name="csY14" fmla="*/ 1052799 h 2553338"/>
                  <a:gd name="csX15" fmla="*/ 28546 w 1936944"/>
                  <a:gd name="csY15" fmla="*/ 1037007 h 2553338"/>
                  <a:gd name="csX16" fmla="*/ 30488 w 1936944"/>
                  <a:gd name="csY16" fmla="*/ 1021253 h 2553338"/>
                  <a:gd name="csX17" fmla="*/ 32425 w 1936944"/>
                  <a:gd name="csY17" fmla="*/ 1005538 h 2553338"/>
                  <a:gd name="csX18" fmla="*/ 34362 w 1936944"/>
                  <a:gd name="csY18" fmla="*/ 989865 h 2553338"/>
                  <a:gd name="csX19" fmla="*/ 36303 w 1936944"/>
                  <a:gd name="csY19" fmla="*/ 974240 h 2553338"/>
                  <a:gd name="csX20" fmla="*/ 38240 w 1936944"/>
                  <a:gd name="csY20" fmla="*/ 958663 h 2553338"/>
                  <a:gd name="csX21" fmla="*/ 40182 w 1936944"/>
                  <a:gd name="csY21" fmla="*/ 943133 h 2553338"/>
                  <a:gd name="csX22" fmla="*/ 42119 w 1936944"/>
                  <a:gd name="csY22" fmla="*/ 927655 h 2553338"/>
                  <a:gd name="csX23" fmla="*/ 44060 w 1936944"/>
                  <a:gd name="csY23" fmla="*/ 912235 h 2553338"/>
                  <a:gd name="csX24" fmla="*/ 45997 w 1936944"/>
                  <a:gd name="csY24" fmla="*/ 896872 h 2553338"/>
                  <a:gd name="csX25" fmla="*/ 47934 w 1936944"/>
                  <a:gd name="csY25" fmla="*/ 881571 h 2553338"/>
                  <a:gd name="csX26" fmla="*/ 49876 w 1936944"/>
                  <a:gd name="csY26" fmla="*/ 866332 h 2553338"/>
                  <a:gd name="csX27" fmla="*/ 51813 w 1936944"/>
                  <a:gd name="csY27" fmla="*/ 851155 h 2553338"/>
                  <a:gd name="csX28" fmla="*/ 53754 w 1936944"/>
                  <a:gd name="csY28" fmla="*/ 836050 h 2553338"/>
                  <a:gd name="csX29" fmla="*/ 55691 w 1936944"/>
                  <a:gd name="csY29" fmla="*/ 821011 h 2553338"/>
                  <a:gd name="csX30" fmla="*/ 57628 w 1936944"/>
                  <a:gd name="csY30" fmla="*/ 806043 h 2553338"/>
                  <a:gd name="csX31" fmla="*/ 59570 w 1936944"/>
                  <a:gd name="csY31" fmla="*/ 791152 h 2553338"/>
                  <a:gd name="csX32" fmla="*/ 61507 w 1936944"/>
                  <a:gd name="csY32" fmla="*/ 776337 h 2553338"/>
                  <a:gd name="csX33" fmla="*/ 63449 w 1936944"/>
                  <a:gd name="csY33" fmla="*/ 761603 h 2553338"/>
                  <a:gd name="csX34" fmla="*/ 65385 w 1936944"/>
                  <a:gd name="csY34" fmla="*/ 746950 h 2553338"/>
                  <a:gd name="csX35" fmla="*/ 67327 w 1936944"/>
                  <a:gd name="csY35" fmla="*/ 732378 h 2553338"/>
                  <a:gd name="csX36" fmla="*/ 69264 w 1936944"/>
                  <a:gd name="csY36" fmla="*/ 717892 h 2553338"/>
                  <a:gd name="csX37" fmla="*/ 71201 w 1936944"/>
                  <a:gd name="csY37" fmla="*/ 703496 h 2553338"/>
                  <a:gd name="csX38" fmla="*/ 73143 w 1936944"/>
                  <a:gd name="csY38" fmla="*/ 689191 h 2553338"/>
                  <a:gd name="csX39" fmla="*/ 75079 w 1936944"/>
                  <a:gd name="csY39" fmla="*/ 674982 h 2553338"/>
                  <a:gd name="csX40" fmla="*/ 77021 w 1936944"/>
                  <a:gd name="csY40" fmla="*/ 660862 h 2553338"/>
                  <a:gd name="csX41" fmla="*/ 78958 w 1936944"/>
                  <a:gd name="csY41" fmla="*/ 646843 h 2553338"/>
                  <a:gd name="csX42" fmla="*/ 80900 w 1936944"/>
                  <a:gd name="csY42" fmla="*/ 632924 h 2553338"/>
                  <a:gd name="csX43" fmla="*/ 82837 w 1936944"/>
                  <a:gd name="csY43" fmla="*/ 619105 h 2553338"/>
                  <a:gd name="csX44" fmla="*/ 84773 w 1936944"/>
                  <a:gd name="csY44" fmla="*/ 605391 h 2553338"/>
                  <a:gd name="csX45" fmla="*/ 86715 w 1936944"/>
                  <a:gd name="csY45" fmla="*/ 591781 h 2553338"/>
                  <a:gd name="csX46" fmla="*/ 88652 w 1936944"/>
                  <a:gd name="csY46" fmla="*/ 578282 h 2553338"/>
                  <a:gd name="csX47" fmla="*/ 90594 w 1936944"/>
                  <a:gd name="csY47" fmla="*/ 564891 h 2553338"/>
                  <a:gd name="csX48" fmla="*/ 92531 w 1936944"/>
                  <a:gd name="csY48" fmla="*/ 551616 h 2553338"/>
                  <a:gd name="csX49" fmla="*/ 94468 w 1936944"/>
                  <a:gd name="csY49" fmla="*/ 538454 h 2553338"/>
                  <a:gd name="csX50" fmla="*/ 96409 w 1936944"/>
                  <a:gd name="csY50" fmla="*/ 525407 h 2553338"/>
                  <a:gd name="csX51" fmla="*/ 98346 w 1936944"/>
                  <a:gd name="csY51" fmla="*/ 512484 h 2553338"/>
                  <a:gd name="csX52" fmla="*/ 100288 w 1936944"/>
                  <a:gd name="csY52" fmla="*/ 499675 h 2553338"/>
                  <a:gd name="csX53" fmla="*/ 102225 w 1936944"/>
                  <a:gd name="csY53" fmla="*/ 486995 h 2553338"/>
                  <a:gd name="csX54" fmla="*/ 104162 w 1936944"/>
                  <a:gd name="csY54" fmla="*/ 474434 h 2553338"/>
                  <a:gd name="csX55" fmla="*/ 106103 w 1936944"/>
                  <a:gd name="csY55" fmla="*/ 462006 h 2553338"/>
                  <a:gd name="csX56" fmla="*/ 108040 w 1936944"/>
                  <a:gd name="csY56" fmla="*/ 449703 h 2553338"/>
                  <a:gd name="csX57" fmla="*/ 109982 w 1936944"/>
                  <a:gd name="csY57" fmla="*/ 437532 h 2553338"/>
                  <a:gd name="csX58" fmla="*/ 111919 w 1936944"/>
                  <a:gd name="csY58" fmla="*/ 425496 h 2553338"/>
                  <a:gd name="csX59" fmla="*/ 113860 w 1936944"/>
                  <a:gd name="csY59" fmla="*/ 413592 h 2553338"/>
                  <a:gd name="csX60" fmla="*/ 115797 w 1936944"/>
                  <a:gd name="csY60" fmla="*/ 401822 h 2553338"/>
                  <a:gd name="csX61" fmla="*/ 117734 w 1936944"/>
                  <a:gd name="csY61" fmla="*/ 390195 h 2553338"/>
                  <a:gd name="csX62" fmla="*/ 119676 w 1936944"/>
                  <a:gd name="csY62" fmla="*/ 378706 h 2553338"/>
                  <a:gd name="csX63" fmla="*/ 121613 w 1936944"/>
                  <a:gd name="csY63" fmla="*/ 367360 h 2553338"/>
                  <a:gd name="csX64" fmla="*/ 123554 w 1936944"/>
                  <a:gd name="csY64" fmla="*/ 356157 h 2553338"/>
                  <a:gd name="csX65" fmla="*/ 125491 w 1936944"/>
                  <a:gd name="csY65" fmla="*/ 345097 h 2553338"/>
                  <a:gd name="csX66" fmla="*/ 127428 w 1936944"/>
                  <a:gd name="csY66" fmla="*/ 334190 h 2553338"/>
                  <a:gd name="csX67" fmla="*/ 129370 w 1936944"/>
                  <a:gd name="csY67" fmla="*/ 323430 h 2553338"/>
                  <a:gd name="csX68" fmla="*/ 131307 w 1936944"/>
                  <a:gd name="csY68" fmla="*/ 312818 h 2553338"/>
                  <a:gd name="csX69" fmla="*/ 133248 w 1936944"/>
                  <a:gd name="csY69" fmla="*/ 302363 h 2553338"/>
                  <a:gd name="csX70" fmla="*/ 135185 w 1936944"/>
                  <a:gd name="csY70" fmla="*/ 292056 h 2553338"/>
                  <a:gd name="csX71" fmla="*/ 137127 w 1936944"/>
                  <a:gd name="csY71" fmla="*/ 281911 h 2553338"/>
                  <a:gd name="csX72" fmla="*/ 139064 w 1936944"/>
                  <a:gd name="csY72" fmla="*/ 271918 h 2553338"/>
                  <a:gd name="csX73" fmla="*/ 141001 w 1936944"/>
                  <a:gd name="csY73" fmla="*/ 262088 h 2553338"/>
                  <a:gd name="csX74" fmla="*/ 142942 w 1936944"/>
                  <a:gd name="csY74" fmla="*/ 252419 h 2553338"/>
                  <a:gd name="csX75" fmla="*/ 144879 w 1936944"/>
                  <a:gd name="csY75" fmla="*/ 242908 h 2553338"/>
                  <a:gd name="csX76" fmla="*/ 146821 w 1936944"/>
                  <a:gd name="csY76" fmla="*/ 233563 h 2553338"/>
                  <a:gd name="csX77" fmla="*/ 148758 w 1936944"/>
                  <a:gd name="csY77" fmla="*/ 224386 h 2553338"/>
                  <a:gd name="csX78" fmla="*/ 150695 w 1936944"/>
                  <a:gd name="csY78" fmla="*/ 215370 h 2553338"/>
                  <a:gd name="csX79" fmla="*/ 152636 w 1936944"/>
                  <a:gd name="csY79" fmla="*/ 206526 h 2553338"/>
                  <a:gd name="csX80" fmla="*/ 154573 w 1936944"/>
                  <a:gd name="csY80" fmla="*/ 197848 h 2553338"/>
                  <a:gd name="csX81" fmla="*/ 156515 w 1936944"/>
                  <a:gd name="csY81" fmla="*/ 189342 h 2553338"/>
                  <a:gd name="csX82" fmla="*/ 158452 w 1936944"/>
                  <a:gd name="csY82" fmla="*/ 181008 h 2553338"/>
                  <a:gd name="csX83" fmla="*/ 160393 w 1936944"/>
                  <a:gd name="csY83" fmla="*/ 172850 h 2553338"/>
                  <a:gd name="csX84" fmla="*/ 162330 w 1936944"/>
                  <a:gd name="csY84" fmla="*/ 164864 h 2553338"/>
                  <a:gd name="csX85" fmla="*/ 164267 w 1936944"/>
                  <a:gd name="csY85" fmla="*/ 157054 h 2553338"/>
                  <a:gd name="csX86" fmla="*/ 166209 w 1936944"/>
                  <a:gd name="csY86" fmla="*/ 149420 h 2553338"/>
                  <a:gd name="csX87" fmla="*/ 168146 w 1936944"/>
                  <a:gd name="csY87" fmla="*/ 141967 h 2553338"/>
                  <a:gd name="csX88" fmla="*/ 170087 w 1936944"/>
                  <a:gd name="csY88" fmla="*/ 134691 h 2553338"/>
                  <a:gd name="csX89" fmla="*/ 172025 w 1936944"/>
                  <a:gd name="csY89" fmla="*/ 127595 h 2553338"/>
                  <a:gd name="csX90" fmla="*/ 173961 w 1936944"/>
                  <a:gd name="csY90" fmla="*/ 120686 h 2553338"/>
                  <a:gd name="csX91" fmla="*/ 175903 w 1936944"/>
                  <a:gd name="csY91" fmla="*/ 113957 h 2553338"/>
                  <a:gd name="csX92" fmla="*/ 177840 w 1936944"/>
                  <a:gd name="csY92" fmla="*/ 107410 h 2553338"/>
                  <a:gd name="csX93" fmla="*/ 179782 w 1936944"/>
                  <a:gd name="csY93" fmla="*/ 101048 h 2553338"/>
                  <a:gd name="csX94" fmla="*/ 181719 w 1936944"/>
                  <a:gd name="csY94" fmla="*/ 94873 h 2553338"/>
                  <a:gd name="csX95" fmla="*/ 183660 w 1936944"/>
                  <a:gd name="csY95" fmla="*/ 88888 h 2553338"/>
                  <a:gd name="csX96" fmla="*/ 185597 w 1936944"/>
                  <a:gd name="csY96" fmla="*/ 83088 h 2553338"/>
                  <a:gd name="csX97" fmla="*/ 187534 w 1936944"/>
                  <a:gd name="csY97" fmla="*/ 77475 h 2553338"/>
                  <a:gd name="csX98" fmla="*/ 189476 w 1936944"/>
                  <a:gd name="csY98" fmla="*/ 72052 h 2553338"/>
                  <a:gd name="csX99" fmla="*/ 191413 w 1936944"/>
                  <a:gd name="csY99" fmla="*/ 66825 h 2553338"/>
                  <a:gd name="csX100" fmla="*/ 193354 w 1936944"/>
                  <a:gd name="csY100" fmla="*/ 61783 h 2553338"/>
                  <a:gd name="csX101" fmla="*/ 195291 w 1936944"/>
                  <a:gd name="csY101" fmla="*/ 56937 h 2553338"/>
                  <a:gd name="csX102" fmla="*/ 197228 w 1936944"/>
                  <a:gd name="csY102" fmla="*/ 52282 h 2553338"/>
                  <a:gd name="csX103" fmla="*/ 199170 w 1936944"/>
                  <a:gd name="csY103" fmla="*/ 47821 h 2553338"/>
                  <a:gd name="csX104" fmla="*/ 201107 w 1936944"/>
                  <a:gd name="csY104" fmla="*/ 43556 h 2553338"/>
                  <a:gd name="csX105" fmla="*/ 203048 w 1936944"/>
                  <a:gd name="csY105" fmla="*/ 39487 h 2553338"/>
                  <a:gd name="csX106" fmla="*/ 204985 w 1936944"/>
                  <a:gd name="csY106" fmla="*/ 35608 h 2553338"/>
                  <a:gd name="csX107" fmla="*/ 206927 w 1936944"/>
                  <a:gd name="csY107" fmla="*/ 31929 h 2553338"/>
                  <a:gd name="csX108" fmla="*/ 208864 w 1936944"/>
                  <a:gd name="csY108" fmla="*/ 28451 h 2553338"/>
                  <a:gd name="csX109" fmla="*/ 210801 w 1936944"/>
                  <a:gd name="csY109" fmla="*/ 25163 h 2553338"/>
                  <a:gd name="csX110" fmla="*/ 212742 w 1936944"/>
                  <a:gd name="csY110" fmla="*/ 22080 h 2553338"/>
                  <a:gd name="csX111" fmla="*/ 214679 w 1936944"/>
                  <a:gd name="csY111" fmla="*/ 19192 h 2553338"/>
                  <a:gd name="csX112" fmla="*/ 216621 w 1936944"/>
                  <a:gd name="csY112" fmla="*/ 16500 h 2553338"/>
                  <a:gd name="csX113" fmla="*/ 218558 w 1936944"/>
                  <a:gd name="csY113" fmla="*/ 14012 h 2553338"/>
                  <a:gd name="csX114" fmla="*/ 220495 w 1936944"/>
                  <a:gd name="csY114" fmla="*/ 11720 h 2553338"/>
                  <a:gd name="csX115" fmla="*/ 222436 w 1936944"/>
                  <a:gd name="csY115" fmla="*/ 9633 h 2553338"/>
                  <a:gd name="csX116" fmla="*/ 224373 w 1936944"/>
                  <a:gd name="csY116" fmla="*/ 7741 h 2553338"/>
                  <a:gd name="csX117" fmla="*/ 226315 w 1936944"/>
                  <a:gd name="csY117" fmla="*/ 6054 h 2553338"/>
                  <a:gd name="csX118" fmla="*/ 228252 w 1936944"/>
                  <a:gd name="csY118" fmla="*/ 4568 h 2553338"/>
                  <a:gd name="csX119" fmla="*/ 230193 w 1936944"/>
                  <a:gd name="csY119" fmla="*/ 3281 h 2553338"/>
                  <a:gd name="csX120" fmla="*/ 232130 w 1936944"/>
                  <a:gd name="csY120" fmla="*/ 2195 h 2553338"/>
                  <a:gd name="csX121" fmla="*/ 234067 w 1936944"/>
                  <a:gd name="csY121" fmla="*/ 1313 h 2553338"/>
                  <a:gd name="csX122" fmla="*/ 236009 w 1936944"/>
                  <a:gd name="csY122" fmla="*/ 632 h 2553338"/>
                  <a:gd name="csX123" fmla="*/ 237946 w 1936944"/>
                  <a:gd name="csY123" fmla="*/ 150 h 2553338"/>
                  <a:gd name="csX124" fmla="*/ 239887 w 1936944"/>
                  <a:gd name="csY124" fmla="*/ -126 h 2553338"/>
                  <a:gd name="csX125" fmla="*/ 241824 w 1936944"/>
                  <a:gd name="csY125" fmla="*/ -202 h 2553338"/>
                  <a:gd name="csX126" fmla="*/ 243761 w 1936944"/>
                  <a:gd name="csY126" fmla="*/ -78 h 2553338"/>
                  <a:gd name="csX127" fmla="*/ 245703 w 1936944"/>
                  <a:gd name="csY127" fmla="*/ 250 h 2553338"/>
                  <a:gd name="csX128" fmla="*/ 247640 w 1936944"/>
                  <a:gd name="csY128" fmla="*/ 779 h 2553338"/>
                  <a:gd name="csX129" fmla="*/ 249581 w 1936944"/>
                  <a:gd name="csY129" fmla="*/ 1513 h 2553338"/>
                  <a:gd name="csX130" fmla="*/ 251518 w 1936944"/>
                  <a:gd name="csY130" fmla="*/ 2447 h 2553338"/>
                  <a:gd name="csX131" fmla="*/ 253460 w 1936944"/>
                  <a:gd name="csY131" fmla="*/ 3581 h 2553338"/>
                  <a:gd name="csX132" fmla="*/ 255397 w 1936944"/>
                  <a:gd name="csY132" fmla="*/ 4920 h 2553338"/>
                  <a:gd name="csX133" fmla="*/ 257334 w 1936944"/>
                  <a:gd name="csY133" fmla="*/ 6455 h 2553338"/>
                  <a:gd name="csX134" fmla="*/ 259275 w 1936944"/>
                  <a:gd name="csY134" fmla="*/ 8194 h 2553338"/>
                  <a:gd name="csX135" fmla="*/ 261212 w 1936944"/>
                  <a:gd name="csY135" fmla="*/ 10133 h 2553338"/>
                  <a:gd name="csX136" fmla="*/ 263154 w 1936944"/>
                  <a:gd name="csY136" fmla="*/ 12273 h 2553338"/>
                  <a:gd name="csX137" fmla="*/ 265091 w 1936944"/>
                  <a:gd name="csY137" fmla="*/ 14613 h 2553338"/>
                  <a:gd name="csX138" fmla="*/ 267028 w 1936944"/>
                  <a:gd name="csY138" fmla="*/ 17153 h 2553338"/>
                  <a:gd name="csX139" fmla="*/ 268969 w 1936944"/>
                  <a:gd name="csY139" fmla="*/ 19893 h 2553338"/>
                  <a:gd name="csX140" fmla="*/ 270906 w 1936944"/>
                  <a:gd name="csY140" fmla="*/ 22833 h 2553338"/>
                  <a:gd name="csX141" fmla="*/ 272848 w 1936944"/>
                  <a:gd name="csY141" fmla="*/ 25968 h 2553338"/>
                  <a:gd name="csX142" fmla="*/ 274785 w 1936944"/>
                  <a:gd name="csY142" fmla="*/ 29299 h 2553338"/>
                  <a:gd name="csX143" fmla="*/ 276727 w 1936944"/>
                  <a:gd name="csY143" fmla="*/ 32835 h 2553338"/>
                  <a:gd name="csX144" fmla="*/ 278663 w 1936944"/>
                  <a:gd name="csY144" fmla="*/ 36561 h 2553338"/>
                  <a:gd name="csX145" fmla="*/ 280600 w 1936944"/>
                  <a:gd name="csY145" fmla="*/ 40483 h 2553338"/>
                  <a:gd name="csX146" fmla="*/ 282542 w 1936944"/>
                  <a:gd name="csY146" fmla="*/ 44605 h 2553338"/>
                  <a:gd name="csX147" fmla="*/ 284479 w 1936944"/>
                  <a:gd name="csY147" fmla="*/ 48917 h 2553338"/>
                  <a:gd name="csX148" fmla="*/ 286421 w 1936944"/>
                  <a:gd name="csY148" fmla="*/ 53430 h 2553338"/>
                  <a:gd name="csX149" fmla="*/ 288358 w 1936944"/>
                  <a:gd name="csY149" fmla="*/ 58128 h 2553338"/>
                  <a:gd name="csX150" fmla="*/ 290295 w 1936944"/>
                  <a:gd name="csY150" fmla="*/ 63027 h 2553338"/>
                  <a:gd name="csX151" fmla="*/ 292236 w 1936944"/>
                  <a:gd name="csY151" fmla="*/ 68111 h 2553338"/>
                  <a:gd name="csX152" fmla="*/ 294173 w 1936944"/>
                  <a:gd name="csY152" fmla="*/ 73391 h 2553338"/>
                  <a:gd name="csX153" fmla="*/ 296115 w 1936944"/>
                  <a:gd name="csY153" fmla="*/ 78862 h 2553338"/>
                  <a:gd name="csX154" fmla="*/ 298052 w 1936944"/>
                  <a:gd name="csY154" fmla="*/ 84518 h 2553338"/>
                  <a:gd name="csX155" fmla="*/ 299993 w 1936944"/>
                  <a:gd name="csY155" fmla="*/ 90365 h 2553338"/>
                  <a:gd name="csX156" fmla="*/ 301930 w 1936944"/>
                  <a:gd name="csY156" fmla="*/ 96402 h 2553338"/>
                  <a:gd name="csX157" fmla="*/ 303867 w 1936944"/>
                  <a:gd name="csY157" fmla="*/ 102621 h 2553338"/>
                  <a:gd name="csX158" fmla="*/ 305809 w 1936944"/>
                  <a:gd name="csY158" fmla="*/ 109030 h 2553338"/>
                  <a:gd name="csX159" fmla="*/ 307746 w 1936944"/>
                  <a:gd name="csY159" fmla="*/ 115620 h 2553338"/>
                  <a:gd name="csX160" fmla="*/ 309687 w 1936944"/>
                  <a:gd name="csY160" fmla="*/ 122396 h 2553338"/>
                  <a:gd name="csX161" fmla="*/ 311624 w 1936944"/>
                  <a:gd name="csY161" fmla="*/ 129354 h 2553338"/>
                  <a:gd name="csX162" fmla="*/ 313561 w 1936944"/>
                  <a:gd name="csY162" fmla="*/ 136492 h 2553338"/>
                  <a:gd name="csX163" fmla="*/ 315503 w 1936944"/>
                  <a:gd name="csY163" fmla="*/ 143811 h 2553338"/>
                  <a:gd name="csX164" fmla="*/ 317440 w 1936944"/>
                  <a:gd name="csY164" fmla="*/ 151312 h 2553338"/>
                  <a:gd name="csX165" fmla="*/ 319381 w 1936944"/>
                  <a:gd name="csY165" fmla="*/ 158988 h 2553338"/>
                  <a:gd name="csX166" fmla="*/ 321318 w 1936944"/>
                  <a:gd name="csY166" fmla="*/ 166841 h 2553338"/>
                  <a:gd name="csX167" fmla="*/ 323260 w 1936944"/>
                  <a:gd name="csY167" fmla="*/ 174871 h 2553338"/>
                  <a:gd name="csX168" fmla="*/ 325197 w 1936944"/>
                  <a:gd name="csY168" fmla="*/ 183076 h 2553338"/>
                  <a:gd name="csX169" fmla="*/ 327134 w 1936944"/>
                  <a:gd name="csY169" fmla="*/ 191454 h 2553338"/>
                  <a:gd name="csX170" fmla="*/ 329075 w 1936944"/>
                  <a:gd name="csY170" fmla="*/ 200002 h 2553338"/>
                  <a:gd name="csX171" fmla="*/ 331012 w 1936944"/>
                  <a:gd name="csY171" fmla="*/ 208723 h 2553338"/>
                  <a:gd name="csX172" fmla="*/ 332954 w 1936944"/>
                  <a:gd name="csY172" fmla="*/ 217610 h 2553338"/>
                  <a:gd name="csX173" fmla="*/ 334891 w 1936944"/>
                  <a:gd name="csY173" fmla="*/ 226663 h 2553338"/>
                  <a:gd name="csX174" fmla="*/ 336828 w 1936944"/>
                  <a:gd name="csY174" fmla="*/ 235884 h 2553338"/>
                  <a:gd name="csX175" fmla="*/ 338769 w 1936944"/>
                  <a:gd name="csY175" fmla="*/ 245272 h 2553338"/>
                  <a:gd name="csX176" fmla="*/ 340706 w 1936944"/>
                  <a:gd name="csY176" fmla="*/ 254821 h 2553338"/>
                  <a:gd name="csX177" fmla="*/ 342648 w 1936944"/>
                  <a:gd name="csY177" fmla="*/ 264532 h 2553338"/>
                  <a:gd name="csX178" fmla="*/ 344585 w 1936944"/>
                  <a:gd name="csY178" fmla="*/ 274401 h 2553338"/>
                  <a:gd name="csX179" fmla="*/ 346526 w 1936944"/>
                  <a:gd name="csY179" fmla="*/ 284432 h 2553338"/>
                  <a:gd name="csX180" fmla="*/ 348463 w 1936944"/>
                  <a:gd name="csY180" fmla="*/ 294620 h 2553338"/>
                  <a:gd name="csX181" fmla="*/ 350400 w 1936944"/>
                  <a:gd name="csY181" fmla="*/ 304960 h 2553338"/>
                  <a:gd name="csX182" fmla="*/ 352342 w 1936944"/>
                  <a:gd name="csY182" fmla="*/ 315458 h 2553338"/>
                  <a:gd name="csX183" fmla="*/ 354279 w 1936944"/>
                  <a:gd name="csY183" fmla="*/ 326103 h 2553338"/>
                  <a:gd name="csX184" fmla="*/ 356220 w 1936944"/>
                  <a:gd name="csY184" fmla="*/ 336901 h 2553338"/>
                  <a:gd name="csX185" fmla="*/ 358157 w 1936944"/>
                  <a:gd name="csY185" fmla="*/ 347847 h 2553338"/>
                  <a:gd name="csX186" fmla="*/ 360094 w 1936944"/>
                  <a:gd name="csY186" fmla="*/ 358945 h 2553338"/>
                  <a:gd name="csX187" fmla="*/ 362036 w 1936944"/>
                  <a:gd name="csY187" fmla="*/ 370181 h 2553338"/>
                  <a:gd name="csX188" fmla="*/ 363973 w 1936944"/>
                  <a:gd name="csY188" fmla="*/ 381565 h 2553338"/>
                  <a:gd name="csX189" fmla="*/ 365915 w 1936944"/>
                  <a:gd name="csY189" fmla="*/ 393088 h 2553338"/>
                  <a:gd name="csX190" fmla="*/ 367852 w 1936944"/>
                  <a:gd name="csY190" fmla="*/ 404753 h 2553338"/>
                  <a:gd name="csX191" fmla="*/ 369793 w 1936944"/>
                  <a:gd name="csY191" fmla="*/ 416551 h 2553338"/>
                  <a:gd name="csX192" fmla="*/ 371730 w 1936944"/>
                  <a:gd name="csY192" fmla="*/ 428493 h 2553338"/>
                  <a:gd name="csX193" fmla="*/ 373667 w 1936944"/>
                  <a:gd name="csY193" fmla="*/ 440563 h 2553338"/>
                  <a:gd name="csX194" fmla="*/ 375608 w 1936944"/>
                  <a:gd name="csY194" fmla="*/ 452767 h 2553338"/>
                  <a:gd name="csX195" fmla="*/ 377545 w 1936944"/>
                  <a:gd name="csY195" fmla="*/ 465099 h 2553338"/>
                  <a:gd name="csX196" fmla="*/ 379487 w 1936944"/>
                  <a:gd name="csY196" fmla="*/ 477565 h 2553338"/>
                  <a:gd name="csX197" fmla="*/ 381424 w 1936944"/>
                  <a:gd name="csY197" fmla="*/ 490154 h 2553338"/>
                  <a:gd name="csX198" fmla="*/ 383361 w 1936944"/>
                  <a:gd name="csY198" fmla="*/ 502868 h 2553338"/>
                  <a:gd name="csX199" fmla="*/ 385303 w 1936944"/>
                  <a:gd name="csY199" fmla="*/ 515700 h 2553338"/>
                  <a:gd name="csX200" fmla="*/ 387240 w 1936944"/>
                  <a:gd name="csY200" fmla="*/ 528657 h 2553338"/>
                  <a:gd name="csX201" fmla="*/ 389181 w 1936944"/>
                  <a:gd name="csY201" fmla="*/ 541733 h 2553338"/>
                  <a:gd name="csX202" fmla="*/ 391118 w 1936944"/>
                  <a:gd name="csY202" fmla="*/ 554923 h 2553338"/>
                  <a:gd name="csX203" fmla="*/ 393060 w 1936944"/>
                  <a:gd name="csY203" fmla="*/ 568227 h 2553338"/>
                  <a:gd name="csX204" fmla="*/ 394996 w 1936944"/>
                  <a:gd name="csY204" fmla="*/ 581646 h 2553338"/>
                  <a:gd name="csX205" fmla="*/ 396933 w 1936944"/>
                  <a:gd name="csY205" fmla="*/ 595174 h 2553338"/>
                  <a:gd name="csX206" fmla="*/ 398875 w 1936944"/>
                  <a:gd name="csY206" fmla="*/ 608807 h 2553338"/>
                  <a:gd name="csX207" fmla="*/ 400812 w 1936944"/>
                  <a:gd name="csY207" fmla="*/ 622550 h 2553338"/>
                  <a:gd name="csX208" fmla="*/ 402754 w 1936944"/>
                  <a:gd name="csY208" fmla="*/ 636393 h 2553338"/>
                  <a:gd name="csX209" fmla="*/ 404691 w 1936944"/>
                  <a:gd name="csY209" fmla="*/ 650341 h 2553338"/>
                  <a:gd name="csX210" fmla="*/ 406628 w 1936944"/>
                  <a:gd name="csY210" fmla="*/ 664384 h 2553338"/>
                  <a:gd name="csX211" fmla="*/ 408569 w 1936944"/>
                  <a:gd name="csY211" fmla="*/ 678522 h 2553338"/>
                  <a:gd name="csX212" fmla="*/ 410506 w 1936944"/>
                  <a:gd name="csY212" fmla="*/ 692761 h 2553338"/>
                  <a:gd name="csX213" fmla="*/ 412448 w 1936944"/>
                  <a:gd name="csY213" fmla="*/ 707089 h 2553338"/>
                  <a:gd name="csX214" fmla="*/ 414385 w 1936944"/>
                  <a:gd name="csY214" fmla="*/ 721504 h 2553338"/>
                  <a:gd name="csX215" fmla="*/ 416326 w 1936944"/>
                  <a:gd name="csY215" fmla="*/ 736014 h 2553338"/>
                  <a:gd name="csX216" fmla="*/ 418263 w 1936944"/>
                  <a:gd name="csY216" fmla="*/ 750605 h 2553338"/>
                  <a:gd name="csX217" fmla="*/ 420200 w 1936944"/>
                  <a:gd name="csY217" fmla="*/ 765277 h 2553338"/>
                  <a:gd name="csX218" fmla="*/ 422142 w 1936944"/>
                  <a:gd name="csY218" fmla="*/ 780035 h 2553338"/>
                  <a:gd name="csX219" fmla="*/ 424079 w 1936944"/>
                  <a:gd name="csY219" fmla="*/ 794869 h 2553338"/>
                  <a:gd name="csX220" fmla="*/ 426020 w 1936944"/>
                  <a:gd name="csY220" fmla="*/ 809779 h 2553338"/>
                  <a:gd name="csX221" fmla="*/ 427957 w 1936944"/>
                  <a:gd name="csY221" fmla="*/ 824766 h 2553338"/>
                  <a:gd name="csX222" fmla="*/ 429894 w 1936944"/>
                  <a:gd name="csY222" fmla="*/ 839819 h 2553338"/>
                  <a:gd name="csX223" fmla="*/ 431836 w 1936944"/>
                  <a:gd name="csY223" fmla="*/ 854943 h 2553338"/>
                  <a:gd name="csX224" fmla="*/ 433773 w 1936944"/>
                  <a:gd name="csY224" fmla="*/ 870135 h 2553338"/>
                  <a:gd name="csX225" fmla="*/ 435714 w 1936944"/>
                  <a:gd name="csY225" fmla="*/ 885393 h 2553338"/>
                  <a:gd name="csX226" fmla="*/ 437651 w 1936944"/>
                  <a:gd name="csY226" fmla="*/ 900708 h 2553338"/>
                  <a:gd name="csX227" fmla="*/ 439593 w 1936944"/>
                  <a:gd name="csY227" fmla="*/ 916086 h 2553338"/>
                  <a:gd name="csX228" fmla="*/ 441530 w 1936944"/>
                  <a:gd name="csY228" fmla="*/ 931520 h 2553338"/>
                  <a:gd name="csX229" fmla="*/ 443467 w 1936944"/>
                  <a:gd name="csY229" fmla="*/ 947012 h 2553338"/>
                  <a:gd name="csX230" fmla="*/ 445408 w 1936944"/>
                  <a:gd name="csY230" fmla="*/ 962551 h 2553338"/>
                  <a:gd name="csX231" fmla="*/ 447345 w 1936944"/>
                  <a:gd name="csY231" fmla="*/ 978143 h 2553338"/>
                  <a:gd name="csX232" fmla="*/ 449287 w 1936944"/>
                  <a:gd name="csY232" fmla="*/ 993777 h 2553338"/>
                  <a:gd name="csX233" fmla="*/ 451224 w 1936944"/>
                  <a:gd name="csY233" fmla="*/ 1009459 h 2553338"/>
                  <a:gd name="csX234" fmla="*/ 453161 w 1936944"/>
                  <a:gd name="csY234" fmla="*/ 1025185 h 2553338"/>
                  <a:gd name="csX235" fmla="*/ 455102 w 1936944"/>
                  <a:gd name="csY235" fmla="*/ 1040952 h 2553338"/>
                  <a:gd name="csX236" fmla="*/ 457039 w 1936944"/>
                  <a:gd name="csY236" fmla="*/ 1056754 h 2553338"/>
                  <a:gd name="csX237" fmla="*/ 458981 w 1936944"/>
                  <a:gd name="csY237" fmla="*/ 1072589 h 2553338"/>
                  <a:gd name="csX238" fmla="*/ 460918 w 1936944"/>
                  <a:gd name="csY238" fmla="*/ 1088457 h 2553338"/>
                  <a:gd name="csX239" fmla="*/ 462855 w 1936944"/>
                  <a:gd name="csY239" fmla="*/ 1104358 h 2553338"/>
                  <a:gd name="csX240" fmla="*/ 464796 w 1936944"/>
                  <a:gd name="csY240" fmla="*/ 1120283 h 2553338"/>
                  <a:gd name="csX241" fmla="*/ 466733 w 1936944"/>
                  <a:gd name="csY241" fmla="*/ 1136232 h 2553338"/>
                  <a:gd name="csX242" fmla="*/ 468675 w 1936944"/>
                  <a:gd name="csY242" fmla="*/ 1152205 h 2553338"/>
                  <a:gd name="csX243" fmla="*/ 470612 w 1936944"/>
                  <a:gd name="csY243" fmla="*/ 1168197 h 2553338"/>
                  <a:gd name="csX244" fmla="*/ 472554 w 1936944"/>
                  <a:gd name="csY244" fmla="*/ 1184208 h 2553338"/>
                  <a:gd name="csX245" fmla="*/ 474490 w 1936944"/>
                  <a:gd name="csY245" fmla="*/ 1200229 h 2553338"/>
                  <a:gd name="csX246" fmla="*/ 476427 w 1936944"/>
                  <a:gd name="csY246" fmla="*/ 1216268 h 2553338"/>
                  <a:gd name="csX247" fmla="*/ 478369 w 1936944"/>
                  <a:gd name="csY247" fmla="*/ 1232313 h 2553338"/>
                  <a:gd name="csX248" fmla="*/ 480306 w 1936944"/>
                  <a:gd name="csY248" fmla="*/ 1248367 h 2553338"/>
                  <a:gd name="csX249" fmla="*/ 482248 w 1936944"/>
                  <a:gd name="csY249" fmla="*/ 1264421 h 2553338"/>
                  <a:gd name="csX250" fmla="*/ 484185 w 1936944"/>
                  <a:gd name="csY250" fmla="*/ 1280484 h 2553338"/>
                  <a:gd name="csX251" fmla="*/ 486126 w 1936944"/>
                  <a:gd name="csY251" fmla="*/ 1296538 h 2553338"/>
                  <a:gd name="csX252" fmla="*/ 488063 w 1936944"/>
                  <a:gd name="csY252" fmla="*/ 1312597 h 2553338"/>
                  <a:gd name="csX253" fmla="*/ 490000 w 1936944"/>
                  <a:gd name="csY253" fmla="*/ 1328646 h 2553338"/>
                  <a:gd name="csX254" fmla="*/ 491942 w 1936944"/>
                  <a:gd name="csY254" fmla="*/ 1344685 h 2553338"/>
                  <a:gd name="csX255" fmla="*/ 493878 w 1936944"/>
                  <a:gd name="csY255" fmla="*/ 1360715 h 2553338"/>
                  <a:gd name="csX256" fmla="*/ 495820 w 1936944"/>
                  <a:gd name="csY256" fmla="*/ 1376736 h 2553338"/>
                  <a:gd name="csX257" fmla="*/ 497757 w 1936944"/>
                  <a:gd name="csY257" fmla="*/ 1392733 h 2553338"/>
                  <a:gd name="csX258" fmla="*/ 499694 w 1936944"/>
                  <a:gd name="csY258" fmla="*/ 1408720 h 2553338"/>
                  <a:gd name="csX259" fmla="*/ 501636 w 1936944"/>
                  <a:gd name="csY259" fmla="*/ 1424679 h 2553338"/>
                  <a:gd name="csX260" fmla="*/ 503573 w 1936944"/>
                  <a:gd name="csY260" fmla="*/ 1440618 h 2553338"/>
                  <a:gd name="csX261" fmla="*/ 505514 w 1936944"/>
                  <a:gd name="csY261" fmla="*/ 1456529 h 2553338"/>
                  <a:gd name="csX262" fmla="*/ 507451 w 1936944"/>
                  <a:gd name="csY262" fmla="*/ 1472416 h 2553338"/>
                  <a:gd name="csX263" fmla="*/ 509393 w 1936944"/>
                  <a:gd name="csY263" fmla="*/ 1488270 h 2553338"/>
                  <a:gd name="csX264" fmla="*/ 511330 w 1936944"/>
                  <a:gd name="csY264" fmla="*/ 1504086 h 2553338"/>
                  <a:gd name="csX265" fmla="*/ 513266 w 1936944"/>
                  <a:gd name="csY265" fmla="*/ 1519873 h 2553338"/>
                  <a:gd name="csX266" fmla="*/ 515208 w 1936944"/>
                  <a:gd name="csY266" fmla="*/ 1535617 h 2553338"/>
                  <a:gd name="csX267" fmla="*/ 517145 w 1936944"/>
                  <a:gd name="csY267" fmla="*/ 1551318 h 2553338"/>
                  <a:gd name="csX268" fmla="*/ 519087 w 1936944"/>
                  <a:gd name="csY268" fmla="*/ 1566981 h 2553338"/>
                  <a:gd name="csX269" fmla="*/ 521024 w 1936944"/>
                  <a:gd name="csY269" fmla="*/ 1582592 h 2553338"/>
                  <a:gd name="csX270" fmla="*/ 522961 w 1936944"/>
                  <a:gd name="csY270" fmla="*/ 1598160 h 2553338"/>
                  <a:gd name="csX271" fmla="*/ 524902 w 1936944"/>
                  <a:gd name="csY271" fmla="*/ 1613675 h 2553338"/>
                  <a:gd name="csX272" fmla="*/ 526839 w 1936944"/>
                  <a:gd name="csY272" fmla="*/ 1629138 h 2553338"/>
                  <a:gd name="csX273" fmla="*/ 528781 w 1936944"/>
                  <a:gd name="csY273" fmla="*/ 1644544 h 2553338"/>
                  <a:gd name="csX274" fmla="*/ 530718 w 1936944"/>
                  <a:gd name="csY274" fmla="*/ 1659893 h 2553338"/>
                  <a:gd name="csX275" fmla="*/ 532659 w 1936944"/>
                  <a:gd name="csY275" fmla="*/ 1675180 h 2553338"/>
                  <a:gd name="csX276" fmla="*/ 534596 w 1936944"/>
                  <a:gd name="csY276" fmla="*/ 1690404 h 2553338"/>
                  <a:gd name="csX277" fmla="*/ 536533 w 1936944"/>
                  <a:gd name="csY277" fmla="*/ 1705562 h 2553338"/>
                  <a:gd name="csX278" fmla="*/ 538475 w 1936944"/>
                  <a:gd name="csY278" fmla="*/ 1720654 h 2553338"/>
                  <a:gd name="csX279" fmla="*/ 540412 w 1936944"/>
                  <a:gd name="csY279" fmla="*/ 1735674 h 2553338"/>
                  <a:gd name="csX280" fmla="*/ 542353 w 1936944"/>
                  <a:gd name="csY280" fmla="*/ 1750617 h 2553338"/>
                  <a:gd name="csX281" fmla="*/ 544290 w 1936944"/>
                  <a:gd name="csY281" fmla="*/ 1765494 h 2553338"/>
                  <a:gd name="csX282" fmla="*/ 546227 w 1936944"/>
                  <a:gd name="csY282" fmla="*/ 1780285 h 2553338"/>
                  <a:gd name="csX283" fmla="*/ 548169 w 1936944"/>
                  <a:gd name="csY283" fmla="*/ 1795005 h 2553338"/>
                  <a:gd name="csX284" fmla="*/ 550106 w 1936944"/>
                  <a:gd name="csY284" fmla="*/ 1809634 h 2553338"/>
                  <a:gd name="csX285" fmla="*/ 552047 w 1936944"/>
                  <a:gd name="csY285" fmla="*/ 1824187 h 2553338"/>
                  <a:gd name="csX286" fmla="*/ 553984 w 1936944"/>
                  <a:gd name="csY286" fmla="*/ 1838649 h 2553338"/>
                  <a:gd name="csX287" fmla="*/ 555926 w 1936944"/>
                  <a:gd name="csY287" fmla="*/ 1853021 h 2553338"/>
                  <a:gd name="csX288" fmla="*/ 557863 w 1936944"/>
                  <a:gd name="csY288" fmla="*/ 1867302 h 2553338"/>
                  <a:gd name="csX289" fmla="*/ 559800 w 1936944"/>
                  <a:gd name="csY289" fmla="*/ 1881493 h 2553338"/>
                  <a:gd name="csX290" fmla="*/ 561741 w 1936944"/>
                  <a:gd name="csY290" fmla="*/ 1895584 h 2553338"/>
                  <a:gd name="csX291" fmla="*/ 563678 w 1936944"/>
                  <a:gd name="csY291" fmla="*/ 1909579 h 2553338"/>
                  <a:gd name="csX292" fmla="*/ 565620 w 1936944"/>
                  <a:gd name="csY292" fmla="*/ 1923474 h 2553338"/>
                  <a:gd name="csX293" fmla="*/ 567557 w 1936944"/>
                  <a:gd name="csY293" fmla="*/ 1937269 h 2553338"/>
                  <a:gd name="csX294" fmla="*/ 569494 w 1936944"/>
                  <a:gd name="csY294" fmla="*/ 1950955 h 2553338"/>
                  <a:gd name="csX295" fmla="*/ 571436 w 1936944"/>
                  <a:gd name="csY295" fmla="*/ 1964536 h 2553338"/>
                  <a:gd name="csX296" fmla="*/ 573372 w 1936944"/>
                  <a:gd name="csY296" fmla="*/ 1978012 h 2553338"/>
                  <a:gd name="csX297" fmla="*/ 575314 w 1936944"/>
                  <a:gd name="csY297" fmla="*/ 1991373 h 2553338"/>
                  <a:gd name="csX298" fmla="*/ 577251 w 1936944"/>
                  <a:gd name="csY298" fmla="*/ 2004621 h 2553338"/>
                  <a:gd name="csX299" fmla="*/ 579188 w 1936944"/>
                  <a:gd name="csY299" fmla="*/ 2017753 h 2553338"/>
                  <a:gd name="csX300" fmla="*/ 581129 w 1936944"/>
                  <a:gd name="csY300" fmla="*/ 2030767 h 2553338"/>
                  <a:gd name="csX301" fmla="*/ 583066 w 1936944"/>
                  <a:gd name="csY301" fmla="*/ 2043666 h 2553338"/>
                  <a:gd name="csX302" fmla="*/ 585008 w 1936944"/>
                  <a:gd name="csY302" fmla="*/ 2056442 h 2553338"/>
                  <a:gd name="csX303" fmla="*/ 586945 w 1936944"/>
                  <a:gd name="csY303" fmla="*/ 2069093 h 2553338"/>
                  <a:gd name="csX304" fmla="*/ 588887 w 1936944"/>
                  <a:gd name="csY304" fmla="*/ 2081617 h 2553338"/>
                  <a:gd name="csX305" fmla="*/ 590824 w 1936944"/>
                  <a:gd name="csY305" fmla="*/ 2094016 h 2553338"/>
                  <a:gd name="csX306" fmla="*/ 592760 w 1936944"/>
                  <a:gd name="csY306" fmla="*/ 2106286 h 2553338"/>
                  <a:gd name="csX307" fmla="*/ 594702 w 1936944"/>
                  <a:gd name="csY307" fmla="*/ 2118423 h 2553338"/>
                  <a:gd name="csX308" fmla="*/ 596639 w 1936944"/>
                  <a:gd name="csY308" fmla="*/ 2130431 h 2553338"/>
                  <a:gd name="csX309" fmla="*/ 598581 w 1936944"/>
                  <a:gd name="csY309" fmla="*/ 2142301 h 2553338"/>
                  <a:gd name="csX310" fmla="*/ 600518 w 1936944"/>
                  <a:gd name="csY310" fmla="*/ 2154033 h 2553338"/>
                  <a:gd name="csX311" fmla="*/ 602455 w 1936944"/>
                  <a:gd name="csY311" fmla="*/ 2165627 h 2553338"/>
                  <a:gd name="csX312" fmla="*/ 604396 w 1936944"/>
                  <a:gd name="csY312" fmla="*/ 2177077 h 2553338"/>
                  <a:gd name="csX313" fmla="*/ 606333 w 1936944"/>
                  <a:gd name="csY313" fmla="*/ 2188390 h 2553338"/>
                  <a:gd name="csX314" fmla="*/ 608275 w 1936944"/>
                  <a:gd name="csY314" fmla="*/ 2199555 h 2553338"/>
                  <a:gd name="csX315" fmla="*/ 610212 w 1936944"/>
                  <a:gd name="csY315" fmla="*/ 2210577 h 2553338"/>
                  <a:gd name="csX316" fmla="*/ 612153 w 1936944"/>
                  <a:gd name="csY316" fmla="*/ 2221451 h 2553338"/>
                  <a:gd name="csX317" fmla="*/ 614090 w 1936944"/>
                  <a:gd name="csY317" fmla="*/ 2232172 h 2553338"/>
                  <a:gd name="csX318" fmla="*/ 616027 w 1936944"/>
                  <a:gd name="csY318" fmla="*/ 2242746 h 2553338"/>
                  <a:gd name="csX319" fmla="*/ 617969 w 1936944"/>
                  <a:gd name="csY319" fmla="*/ 2253163 h 2553338"/>
                  <a:gd name="csX320" fmla="*/ 619906 w 1936944"/>
                  <a:gd name="csY320" fmla="*/ 2263427 h 2553338"/>
                  <a:gd name="csX321" fmla="*/ 621847 w 1936944"/>
                  <a:gd name="csY321" fmla="*/ 2273534 h 2553338"/>
                  <a:gd name="csX322" fmla="*/ 623784 w 1936944"/>
                  <a:gd name="csY322" fmla="*/ 2283489 h 2553338"/>
                  <a:gd name="csX323" fmla="*/ 625726 w 1936944"/>
                  <a:gd name="csY323" fmla="*/ 2293276 h 2553338"/>
                  <a:gd name="csX324" fmla="*/ 627663 w 1936944"/>
                  <a:gd name="csY324" fmla="*/ 2302907 h 2553338"/>
                  <a:gd name="csX325" fmla="*/ 629600 w 1936944"/>
                  <a:gd name="csY325" fmla="*/ 2312375 h 2553338"/>
                  <a:gd name="csX326" fmla="*/ 631541 w 1936944"/>
                  <a:gd name="csY326" fmla="*/ 2321682 h 2553338"/>
                  <a:gd name="csX327" fmla="*/ 633478 w 1936944"/>
                  <a:gd name="csY327" fmla="*/ 2330817 h 2553338"/>
                  <a:gd name="csX328" fmla="*/ 635420 w 1936944"/>
                  <a:gd name="csY328" fmla="*/ 2339789 h 2553338"/>
                  <a:gd name="csX329" fmla="*/ 637357 w 1936944"/>
                  <a:gd name="csY329" fmla="*/ 2348596 h 2553338"/>
                  <a:gd name="csX330" fmla="*/ 639294 w 1936944"/>
                  <a:gd name="csY330" fmla="*/ 2357225 h 2553338"/>
                  <a:gd name="csX331" fmla="*/ 641235 w 1936944"/>
                  <a:gd name="csY331" fmla="*/ 2365688 h 2553338"/>
                  <a:gd name="csX332" fmla="*/ 643172 w 1936944"/>
                  <a:gd name="csY332" fmla="*/ 2373979 h 2553338"/>
                  <a:gd name="csX333" fmla="*/ 645114 w 1936944"/>
                  <a:gd name="csY333" fmla="*/ 2382100 h 2553338"/>
                  <a:gd name="csX334" fmla="*/ 647051 w 1936944"/>
                  <a:gd name="csY334" fmla="*/ 2390038 h 2553338"/>
                  <a:gd name="csX335" fmla="*/ 648992 w 1936944"/>
                  <a:gd name="csY335" fmla="*/ 2397805 h 2553338"/>
                  <a:gd name="csX336" fmla="*/ 650929 w 1936944"/>
                  <a:gd name="csY336" fmla="*/ 2405392 h 2553338"/>
                  <a:gd name="csX337" fmla="*/ 652866 w 1936944"/>
                  <a:gd name="csY337" fmla="*/ 2412802 h 2553338"/>
                  <a:gd name="csX338" fmla="*/ 654808 w 1936944"/>
                  <a:gd name="csY338" fmla="*/ 2420035 h 2553338"/>
                  <a:gd name="csX339" fmla="*/ 656745 w 1936944"/>
                  <a:gd name="csY339" fmla="*/ 2427083 h 2553338"/>
                  <a:gd name="csX340" fmla="*/ 658686 w 1936944"/>
                  <a:gd name="csY340" fmla="*/ 2433949 h 2553338"/>
                  <a:gd name="csX341" fmla="*/ 660623 w 1936944"/>
                  <a:gd name="csY341" fmla="*/ 2440635 h 2553338"/>
                  <a:gd name="csX342" fmla="*/ 662560 w 1936944"/>
                  <a:gd name="csY342" fmla="*/ 2447130 h 2553338"/>
                  <a:gd name="csX343" fmla="*/ 664502 w 1936944"/>
                  <a:gd name="csY343" fmla="*/ 2453448 h 2553338"/>
                  <a:gd name="csX344" fmla="*/ 666439 w 1936944"/>
                  <a:gd name="csY344" fmla="*/ 2459577 h 2553338"/>
                  <a:gd name="csX345" fmla="*/ 668380 w 1936944"/>
                  <a:gd name="csY345" fmla="*/ 2465514 h 2553338"/>
                  <a:gd name="csX346" fmla="*/ 670318 w 1936944"/>
                  <a:gd name="csY346" fmla="*/ 2471271 h 2553338"/>
                  <a:gd name="csX347" fmla="*/ 672259 w 1936944"/>
                  <a:gd name="csY347" fmla="*/ 2476831 h 2553338"/>
                  <a:gd name="csX348" fmla="*/ 674196 w 1936944"/>
                  <a:gd name="csY348" fmla="*/ 2482207 h 2553338"/>
                  <a:gd name="csX349" fmla="*/ 676133 w 1936944"/>
                  <a:gd name="csY349" fmla="*/ 2487386 h 2553338"/>
                  <a:gd name="csX350" fmla="*/ 678074 w 1936944"/>
                  <a:gd name="csY350" fmla="*/ 2492380 h 2553338"/>
                  <a:gd name="csX351" fmla="*/ 680011 w 1936944"/>
                  <a:gd name="csY351" fmla="*/ 2497179 h 2553338"/>
                  <a:gd name="csX352" fmla="*/ 681953 w 1936944"/>
                  <a:gd name="csY352" fmla="*/ 2501787 h 2553338"/>
                  <a:gd name="csX353" fmla="*/ 683890 w 1936944"/>
                  <a:gd name="csY353" fmla="*/ 2506194 h 2553338"/>
                  <a:gd name="csX354" fmla="*/ 685827 w 1936944"/>
                  <a:gd name="csY354" fmla="*/ 2510412 h 2553338"/>
                  <a:gd name="csX355" fmla="*/ 687769 w 1936944"/>
                  <a:gd name="csY355" fmla="*/ 2514433 h 2553338"/>
                  <a:gd name="csX356" fmla="*/ 689706 w 1936944"/>
                  <a:gd name="csY356" fmla="*/ 2518260 h 2553338"/>
                  <a:gd name="csX357" fmla="*/ 691647 w 1936944"/>
                  <a:gd name="csY357" fmla="*/ 2521891 h 2553338"/>
                  <a:gd name="csX358" fmla="*/ 693584 w 1936944"/>
                  <a:gd name="csY358" fmla="*/ 2525327 h 2553338"/>
                  <a:gd name="csX359" fmla="*/ 695521 w 1936944"/>
                  <a:gd name="csY359" fmla="*/ 2528557 h 2553338"/>
                  <a:gd name="csX360" fmla="*/ 697462 w 1936944"/>
                  <a:gd name="csY360" fmla="*/ 2531598 h 2553338"/>
                  <a:gd name="csX361" fmla="*/ 699399 w 1936944"/>
                  <a:gd name="csY361" fmla="*/ 2534433 h 2553338"/>
                  <a:gd name="csX362" fmla="*/ 701341 w 1936944"/>
                  <a:gd name="csY362" fmla="*/ 2537073 h 2553338"/>
                  <a:gd name="csX363" fmla="*/ 703278 w 1936944"/>
                  <a:gd name="csY363" fmla="*/ 2539513 h 2553338"/>
                  <a:gd name="csX364" fmla="*/ 705220 w 1936944"/>
                  <a:gd name="csY364" fmla="*/ 2541752 h 2553338"/>
                  <a:gd name="csX365" fmla="*/ 707157 w 1936944"/>
                  <a:gd name="csY365" fmla="*/ 2543792 h 2553338"/>
                  <a:gd name="csX366" fmla="*/ 709094 w 1936944"/>
                  <a:gd name="csY366" fmla="*/ 2545631 h 2553338"/>
                  <a:gd name="csX367" fmla="*/ 711035 w 1936944"/>
                  <a:gd name="csY367" fmla="*/ 2547270 h 2553338"/>
                  <a:gd name="csX368" fmla="*/ 712972 w 1936944"/>
                  <a:gd name="csY368" fmla="*/ 2548709 h 2553338"/>
                  <a:gd name="csX369" fmla="*/ 714914 w 1936944"/>
                  <a:gd name="csY369" fmla="*/ 2549943 h 2553338"/>
                  <a:gd name="csX370" fmla="*/ 716851 w 1936944"/>
                  <a:gd name="csY370" fmla="*/ 2550978 h 2553338"/>
                  <a:gd name="csX371" fmla="*/ 718788 w 1936944"/>
                  <a:gd name="csY371" fmla="*/ 2551812 h 2553338"/>
                  <a:gd name="csX372" fmla="*/ 720729 w 1936944"/>
                  <a:gd name="csY372" fmla="*/ 2552445 h 2553338"/>
                  <a:gd name="csX373" fmla="*/ 722666 w 1936944"/>
                  <a:gd name="csY373" fmla="*/ 2552874 h 2553338"/>
                  <a:gd name="csX374" fmla="*/ 724608 w 1936944"/>
                  <a:gd name="csY374" fmla="*/ 2553098 h 2553338"/>
                  <a:gd name="csX375" fmla="*/ 726545 w 1936944"/>
                  <a:gd name="csY375" fmla="*/ 2553127 h 2553338"/>
                  <a:gd name="csX376" fmla="*/ 728486 w 1936944"/>
                  <a:gd name="csY376" fmla="*/ 2552951 h 2553338"/>
                  <a:gd name="csX377" fmla="*/ 730423 w 1936944"/>
                  <a:gd name="csY377" fmla="*/ 2552569 h 2553338"/>
                  <a:gd name="csX378" fmla="*/ 732360 w 1936944"/>
                  <a:gd name="csY378" fmla="*/ 2551988 h 2553338"/>
                  <a:gd name="csX379" fmla="*/ 734302 w 1936944"/>
                  <a:gd name="csY379" fmla="*/ 2551206 h 2553338"/>
                  <a:gd name="csX380" fmla="*/ 736239 w 1936944"/>
                  <a:gd name="csY380" fmla="*/ 2550225 h 2553338"/>
                  <a:gd name="csX381" fmla="*/ 738180 w 1936944"/>
                  <a:gd name="csY381" fmla="*/ 2549038 h 2553338"/>
                  <a:gd name="csX382" fmla="*/ 740117 w 1936944"/>
                  <a:gd name="csY382" fmla="*/ 2547652 h 2553338"/>
                  <a:gd name="csX383" fmla="*/ 742054 w 1936944"/>
                  <a:gd name="csY383" fmla="*/ 2546060 h 2553338"/>
                  <a:gd name="csX384" fmla="*/ 743996 w 1936944"/>
                  <a:gd name="csY384" fmla="*/ 2544273 h 2553338"/>
                  <a:gd name="csX385" fmla="*/ 745933 w 1936944"/>
                  <a:gd name="csY385" fmla="*/ 2542281 h 2553338"/>
                  <a:gd name="csX386" fmla="*/ 747874 w 1936944"/>
                  <a:gd name="csY386" fmla="*/ 2540094 h 2553338"/>
                  <a:gd name="csX387" fmla="*/ 749811 w 1936944"/>
                  <a:gd name="csY387" fmla="*/ 2537702 h 2553338"/>
                  <a:gd name="csX388" fmla="*/ 751753 w 1936944"/>
                  <a:gd name="csY388" fmla="*/ 2535114 h 2553338"/>
                  <a:gd name="csX389" fmla="*/ 753690 w 1936944"/>
                  <a:gd name="csY389" fmla="*/ 2532327 h 2553338"/>
                  <a:gd name="csX390" fmla="*/ 755627 w 1936944"/>
                  <a:gd name="csY390" fmla="*/ 2529339 h 2553338"/>
                  <a:gd name="csX391" fmla="*/ 757568 w 1936944"/>
                  <a:gd name="csY391" fmla="*/ 2526151 h 2553338"/>
                  <a:gd name="csX392" fmla="*/ 759505 w 1936944"/>
                  <a:gd name="csY392" fmla="*/ 2522768 h 2553338"/>
                  <a:gd name="csX393" fmla="*/ 761447 w 1936944"/>
                  <a:gd name="csY393" fmla="*/ 2519189 h 2553338"/>
                  <a:gd name="csX394" fmla="*/ 763384 w 1936944"/>
                  <a:gd name="csY394" fmla="*/ 2515410 h 2553338"/>
                  <a:gd name="csX395" fmla="*/ 765321 w 1936944"/>
                  <a:gd name="csY395" fmla="*/ 2511436 h 2553338"/>
                  <a:gd name="csX396" fmla="*/ 767262 w 1936944"/>
                  <a:gd name="csY396" fmla="*/ 2507271 h 2553338"/>
                  <a:gd name="csX397" fmla="*/ 769199 w 1936944"/>
                  <a:gd name="csY397" fmla="*/ 2502906 h 2553338"/>
                  <a:gd name="csX398" fmla="*/ 771141 w 1936944"/>
                  <a:gd name="csY398" fmla="*/ 2498346 h 2553338"/>
                  <a:gd name="csX399" fmla="*/ 773078 w 1936944"/>
                  <a:gd name="csY399" fmla="*/ 2493600 h 2553338"/>
                  <a:gd name="csX400" fmla="*/ 775020 w 1936944"/>
                  <a:gd name="csY400" fmla="*/ 2488654 h 2553338"/>
                  <a:gd name="csX401" fmla="*/ 776956 w 1936944"/>
                  <a:gd name="csY401" fmla="*/ 2483517 h 2553338"/>
                  <a:gd name="csX402" fmla="*/ 778893 w 1936944"/>
                  <a:gd name="csY402" fmla="*/ 2478194 h 2553338"/>
                  <a:gd name="csX403" fmla="*/ 780835 w 1936944"/>
                  <a:gd name="csY403" fmla="*/ 2472676 h 2553338"/>
                  <a:gd name="csX404" fmla="*/ 782772 w 1936944"/>
                  <a:gd name="csY404" fmla="*/ 2466972 h 2553338"/>
                  <a:gd name="csX405" fmla="*/ 784713 w 1936944"/>
                  <a:gd name="csY405" fmla="*/ 2461078 h 2553338"/>
                  <a:gd name="csX406" fmla="*/ 786651 w 1936944"/>
                  <a:gd name="csY406" fmla="*/ 2454997 h 2553338"/>
                  <a:gd name="csX407" fmla="*/ 788588 w 1936944"/>
                  <a:gd name="csY407" fmla="*/ 2448726 h 2553338"/>
                  <a:gd name="csX408" fmla="*/ 790529 w 1936944"/>
                  <a:gd name="csY408" fmla="*/ 2442274 h 2553338"/>
                  <a:gd name="csX409" fmla="*/ 792466 w 1936944"/>
                  <a:gd name="csY409" fmla="*/ 2435636 h 2553338"/>
                  <a:gd name="csX410" fmla="*/ 794408 w 1936944"/>
                  <a:gd name="csY410" fmla="*/ 2428818 h 2553338"/>
                  <a:gd name="csX411" fmla="*/ 796344 w 1936944"/>
                  <a:gd name="csY411" fmla="*/ 2421813 h 2553338"/>
                  <a:gd name="csX412" fmla="*/ 798286 w 1936944"/>
                  <a:gd name="csY412" fmla="*/ 2414627 h 2553338"/>
                  <a:gd name="csX413" fmla="*/ 800223 w 1936944"/>
                  <a:gd name="csY413" fmla="*/ 2407265 h 2553338"/>
                  <a:gd name="csX414" fmla="*/ 802160 w 1936944"/>
                  <a:gd name="csY414" fmla="*/ 2399721 h 2553338"/>
                  <a:gd name="csX415" fmla="*/ 804102 w 1936944"/>
                  <a:gd name="csY415" fmla="*/ 2391997 h 2553338"/>
                  <a:gd name="csX416" fmla="*/ 806039 w 1936944"/>
                  <a:gd name="csY416" fmla="*/ 2384101 h 2553338"/>
                  <a:gd name="csX417" fmla="*/ 807980 w 1936944"/>
                  <a:gd name="csY417" fmla="*/ 2376029 h 2553338"/>
                  <a:gd name="csX418" fmla="*/ 809917 w 1936944"/>
                  <a:gd name="csY418" fmla="*/ 2367780 h 2553338"/>
                  <a:gd name="csX419" fmla="*/ 811854 w 1936944"/>
                  <a:gd name="csY419" fmla="*/ 2359360 h 2553338"/>
                  <a:gd name="csX420" fmla="*/ 813796 w 1936944"/>
                  <a:gd name="csY420" fmla="*/ 2350768 h 2553338"/>
                  <a:gd name="csX421" fmla="*/ 815732 w 1936944"/>
                  <a:gd name="csY421" fmla="*/ 2342005 h 2553338"/>
                  <a:gd name="csX422" fmla="*/ 817674 w 1936944"/>
                  <a:gd name="csY422" fmla="*/ 2333075 h 2553338"/>
                  <a:gd name="csX423" fmla="*/ 819611 w 1936944"/>
                  <a:gd name="csY423" fmla="*/ 2323979 h 2553338"/>
                  <a:gd name="csX424" fmla="*/ 821553 w 1936944"/>
                  <a:gd name="csY424" fmla="*/ 2314720 h 2553338"/>
                  <a:gd name="csX425" fmla="*/ 823490 w 1936944"/>
                  <a:gd name="csY425" fmla="*/ 2305289 h 2553338"/>
                  <a:gd name="csX426" fmla="*/ 825427 w 1936944"/>
                  <a:gd name="csY426" fmla="*/ 2295702 h 2553338"/>
                  <a:gd name="csX427" fmla="*/ 827368 w 1936944"/>
                  <a:gd name="csY427" fmla="*/ 2285947 h 2553338"/>
                  <a:gd name="csX428" fmla="*/ 829305 w 1936944"/>
                  <a:gd name="csY428" fmla="*/ 2276041 h 2553338"/>
                  <a:gd name="csX429" fmla="*/ 831247 w 1936944"/>
                  <a:gd name="csY429" fmla="*/ 2265972 h 2553338"/>
                  <a:gd name="csX430" fmla="*/ 833184 w 1936944"/>
                  <a:gd name="csY430" fmla="*/ 2255746 h 2553338"/>
                  <a:gd name="csX431" fmla="*/ 835121 w 1936944"/>
                  <a:gd name="csY431" fmla="*/ 2245363 h 2553338"/>
                  <a:gd name="csX432" fmla="*/ 837062 w 1936944"/>
                  <a:gd name="csY432" fmla="*/ 2234831 h 2553338"/>
                  <a:gd name="csX433" fmla="*/ 838999 w 1936944"/>
                  <a:gd name="csY433" fmla="*/ 2224143 h 2553338"/>
                  <a:gd name="csX434" fmla="*/ 840941 w 1936944"/>
                  <a:gd name="csY434" fmla="*/ 2213307 h 2553338"/>
                  <a:gd name="csX435" fmla="*/ 842878 w 1936944"/>
                  <a:gd name="csY435" fmla="*/ 2202323 h 2553338"/>
                  <a:gd name="csX436" fmla="*/ 844819 w 1936944"/>
                  <a:gd name="csY436" fmla="*/ 2191197 h 2553338"/>
                  <a:gd name="csX437" fmla="*/ 846756 w 1936944"/>
                  <a:gd name="csY437" fmla="*/ 2179922 h 2553338"/>
                  <a:gd name="csX438" fmla="*/ 848693 w 1936944"/>
                  <a:gd name="csY438" fmla="*/ 2168500 h 2553338"/>
                  <a:gd name="csX439" fmla="*/ 850635 w 1936944"/>
                  <a:gd name="csY439" fmla="*/ 2156945 h 2553338"/>
                  <a:gd name="csX440" fmla="*/ 852572 w 1936944"/>
                  <a:gd name="csY440" fmla="*/ 2145246 h 2553338"/>
                  <a:gd name="csX441" fmla="*/ 854513 w 1936944"/>
                  <a:gd name="csY441" fmla="*/ 2133409 h 2553338"/>
                  <a:gd name="csX442" fmla="*/ 856450 w 1936944"/>
                  <a:gd name="csY442" fmla="*/ 2121439 h 2553338"/>
                  <a:gd name="csX443" fmla="*/ 858387 w 1936944"/>
                  <a:gd name="csY443" fmla="*/ 2109331 h 2553338"/>
                  <a:gd name="csX444" fmla="*/ 860329 w 1936944"/>
                  <a:gd name="csY444" fmla="*/ 2097098 h 2553338"/>
                  <a:gd name="csX445" fmla="*/ 862266 w 1936944"/>
                  <a:gd name="csY445" fmla="*/ 2084728 h 2553338"/>
                  <a:gd name="csX446" fmla="*/ 864207 w 1936944"/>
                  <a:gd name="csY446" fmla="*/ 2072234 h 2553338"/>
                  <a:gd name="csX447" fmla="*/ 866144 w 1936944"/>
                  <a:gd name="csY447" fmla="*/ 2059616 h 2553338"/>
                  <a:gd name="csX448" fmla="*/ 868086 w 1936944"/>
                  <a:gd name="csY448" fmla="*/ 2046869 h 2553338"/>
                  <a:gd name="csX449" fmla="*/ 870023 w 1936944"/>
                  <a:gd name="csY449" fmla="*/ 2034003 h 2553338"/>
                  <a:gd name="csX450" fmla="*/ 871960 w 1936944"/>
                  <a:gd name="csY450" fmla="*/ 2021018 h 2553338"/>
                  <a:gd name="csX451" fmla="*/ 873902 w 1936944"/>
                  <a:gd name="csY451" fmla="*/ 2007913 h 2553338"/>
                  <a:gd name="csX452" fmla="*/ 875838 w 1936944"/>
                  <a:gd name="csY452" fmla="*/ 1994695 h 2553338"/>
                  <a:gd name="csX453" fmla="*/ 877780 w 1936944"/>
                  <a:gd name="csY453" fmla="*/ 1981362 h 2553338"/>
                  <a:gd name="csX454" fmla="*/ 879717 w 1936944"/>
                  <a:gd name="csY454" fmla="*/ 1967914 h 2553338"/>
                  <a:gd name="csX455" fmla="*/ 881654 w 1936944"/>
                  <a:gd name="csY455" fmla="*/ 1954362 h 2553338"/>
                  <a:gd name="csX456" fmla="*/ 883595 w 1936944"/>
                  <a:gd name="csY456" fmla="*/ 1940700 h 2553338"/>
                  <a:gd name="csX457" fmla="*/ 885532 w 1936944"/>
                  <a:gd name="csY457" fmla="*/ 1926934 h 2553338"/>
                  <a:gd name="csX458" fmla="*/ 887474 w 1936944"/>
                  <a:gd name="csY458" fmla="*/ 1913062 h 2553338"/>
                  <a:gd name="csX459" fmla="*/ 889411 w 1936944"/>
                  <a:gd name="csY459" fmla="*/ 1899096 h 2553338"/>
                  <a:gd name="csX460" fmla="*/ 891353 w 1936944"/>
                  <a:gd name="csY460" fmla="*/ 1885024 h 2553338"/>
                  <a:gd name="csX461" fmla="*/ 893290 w 1936944"/>
                  <a:gd name="csY461" fmla="*/ 1870862 h 2553338"/>
                  <a:gd name="csX462" fmla="*/ 895226 w 1936944"/>
                  <a:gd name="csY462" fmla="*/ 1856600 h 2553338"/>
                  <a:gd name="csX463" fmla="*/ 897168 w 1936944"/>
                  <a:gd name="csY463" fmla="*/ 1842252 h 2553338"/>
                  <a:gd name="csX464" fmla="*/ 899105 w 1936944"/>
                  <a:gd name="csY464" fmla="*/ 1827808 h 2553338"/>
                  <a:gd name="csX465" fmla="*/ 901046 w 1936944"/>
                  <a:gd name="csY465" fmla="*/ 1813279 h 2553338"/>
                  <a:gd name="csX466" fmla="*/ 902984 w 1936944"/>
                  <a:gd name="csY466" fmla="*/ 1798669 h 2553338"/>
                  <a:gd name="csX467" fmla="*/ 904921 w 1936944"/>
                  <a:gd name="csY467" fmla="*/ 1783973 h 2553338"/>
                  <a:gd name="csX468" fmla="*/ 906862 w 1936944"/>
                  <a:gd name="csY468" fmla="*/ 1769197 h 2553338"/>
                  <a:gd name="csX469" fmla="*/ 908799 w 1936944"/>
                  <a:gd name="csY469" fmla="*/ 1754344 h 2553338"/>
                  <a:gd name="csX470" fmla="*/ 910741 w 1936944"/>
                  <a:gd name="csY470" fmla="*/ 1739414 h 2553338"/>
                  <a:gd name="csX471" fmla="*/ 912678 w 1936944"/>
                  <a:gd name="csY471" fmla="*/ 1724413 h 2553338"/>
                  <a:gd name="csX472" fmla="*/ 914619 w 1936944"/>
                  <a:gd name="csY472" fmla="*/ 1709341 h 2553338"/>
                  <a:gd name="csX473" fmla="*/ 916556 w 1936944"/>
                  <a:gd name="csY473" fmla="*/ 1694197 h 2553338"/>
                  <a:gd name="csX474" fmla="*/ 918493 w 1936944"/>
                  <a:gd name="csY474" fmla="*/ 1678992 h 2553338"/>
                  <a:gd name="csX475" fmla="*/ 920435 w 1936944"/>
                  <a:gd name="csY475" fmla="*/ 1663719 h 2553338"/>
                  <a:gd name="csX476" fmla="*/ 922372 w 1936944"/>
                  <a:gd name="csY476" fmla="*/ 1648385 h 2553338"/>
                  <a:gd name="csX477" fmla="*/ 924313 w 1936944"/>
                  <a:gd name="csY477" fmla="*/ 1632993 h 2553338"/>
                  <a:gd name="csX478" fmla="*/ 926250 w 1936944"/>
                  <a:gd name="csY478" fmla="*/ 1617545 h 2553338"/>
                  <a:gd name="csX479" fmla="*/ 928187 w 1936944"/>
                  <a:gd name="csY479" fmla="*/ 1602044 h 2553338"/>
                  <a:gd name="csX480" fmla="*/ 930129 w 1936944"/>
                  <a:gd name="csY480" fmla="*/ 1586490 h 2553338"/>
                  <a:gd name="csX481" fmla="*/ 932066 w 1936944"/>
                  <a:gd name="csY481" fmla="*/ 1570889 h 2553338"/>
                  <a:gd name="csX482" fmla="*/ 934007 w 1936944"/>
                  <a:gd name="csY482" fmla="*/ 1555240 h 2553338"/>
                  <a:gd name="csX483" fmla="*/ 935944 w 1936944"/>
                  <a:gd name="csY483" fmla="*/ 1539543 h 2553338"/>
                  <a:gd name="csX484" fmla="*/ 937886 w 1936944"/>
                  <a:gd name="csY484" fmla="*/ 1523809 h 2553338"/>
                  <a:gd name="csX485" fmla="*/ 939823 w 1936944"/>
                  <a:gd name="csY485" fmla="*/ 1508036 h 2553338"/>
                  <a:gd name="csX486" fmla="*/ 941760 w 1936944"/>
                  <a:gd name="csY486" fmla="*/ 1492225 h 2553338"/>
                  <a:gd name="csX487" fmla="*/ 943701 w 1936944"/>
                  <a:gd name="csY487" fmla="*/ 1476381 h 2553338"/>
                  <a:gd name="csX488" fmla="*/ 945638 w 1936944"/>
                  <a:gd name="csY488" fmla="*/ 1460503 h 2553338"/>
                  <a:gd name="csX489" fmla="*/ 947580 w 1936944"/>
                  <a:gd name="csY489" fmla="*/ 1444597 h 2553338"/>
                  <a:gd name="csX490" fmla="*/ 949517 w 1936944"/>
                  <a:gd name="csY490" fmla="*/ 1428667 h 2553338"/>
                  <a:gd name="csX491" fmla="*/ 951454 w 1936944"/>
                  <a:gd name="csY491" fmla="*/ 1412708 h 2553338"/>
                  <a:gd name="csX492" fmla="*/ 953395 w 1936944"/>
                  <a:gd name="csY492" fmla="*/ 1396731 h 2553338"/>
                  <a:gd name="csX493" fmla="*/ 955332 w 1936944"/>
                  <a:gd name="csY493" fmla="*/ 1380734 h 2553338"/>
                  <a:gd name="csX494" fmla="*/ 957274 w 1936944"/>
                  <a:gd name="csY494" fmla="*/ 1364723 h 2553338"/>
                  <a:gd name="csX495" fmla="*/ 959211 w 1936944"/>
                  <a:gd name="csY495" fmla="*/ 1348693 h 2553338"/>
                  <a:gd name="csX496" fmla="*/ 961153 w 1936944"/>
                  <a:gd name="csY496" fmla="*/ 1332658 h 2553338"/>
                  <a:gd name="csX497" fmla="*/ 963089 w 1936944"/>
                  <a:gd name="csY497" fmla="*/ 1316609 h 2553338"/>
                  <a:gd name="csX498" fmla="*/ 965026 w 1936944"/>
                  <a:gd name="csY498" fmla="*/ 1300555 h 2553338"/>
                  <a:gd name="csX499" fmla="*/ 966968 w 1936944"/>
                  <a:gd name="csY499" fmla="*/ 1284496 h 2553338"/>
                  <a:gd name="csX500" fmla="*/ 968905 w 1936944"/>
                  <a:gd name="csY500" fmla="*/ 1268438 h 2553338"/>
                  <a:gd name="csX501" fmla="*/ 970846 w 1936944"/>
                  <a:gd name="csY501" fmla="*/ 1252379 h 2553338"/>
                  <a:gd name="csX502" fmla="*/ 972783 w 1936944"/>
                  <a:gd name="csY502" fmla="*/ 1236325 h 2553338"/>
                  <a:gd name="csX503" fmla="*/ 974720 w 1936944"/>
                  <a:gd name="csY503" fmla="*/ 1220276 h 2553338"/>
                  <a:gd name="csX504" fmla="*/ 976662 w 1936944"/>
                  <a:gd name="csY504" fmla="*/ 1204241 h 2553338"/>
                  <a:gd name="csX505" fmla="*/ 978599 w 1936944"/>
                  <a:gd name="csY505" fmla="*/ 1188211 h 2553338"/>
                  <a:gd name="csX506" fmla="*/ 980540 w 1936944"/>
                  <a:gd name="csY506" fmla="*/ 1172200 h 2553338"/>
                  <a:gd name="csX507" fmla="*/ 982477 w 1936944"/>
                  <a:gd name="csY507" fmla="*/ 1156203 h 2553338"/>
                  <a:gd name="csX508" fmla="*/ 984419 w 1936944"/>
                  <a:gd name="csY508" fmla="*/ 1140226 h 2553338"/>
                  <a:gd name="csX509" fmla="*/ 986356 w 1936944"/>
                  <a:gd name="csY509" fmla="*/ 1124267 h 2553338"/>
                  <a:gd name="csX510" fmla="*/ 988293 w 1936944"/>
                  <a:gd name="csY510" fmla="*/ 1108337 h 2553338"/>
                  <a:gd name="csX511" fmla="*/ 990235 w 1936944"/>
                  <a:gd name="csY511" fmla="*/ 1092431 h 2553338"/>
                  <a:gd name="csX512" fmla="*/ 992172 w 1936944"/>
                  <a:gd name="csY512" fmla="*/ 1076553 h 2553338"/>
                  <a:gd name="csX513" fmla="*/ 994113 w 1936944"/>
                  <a:gd name="csY513" fmla="*/ 1060709 h 2553338"/>
                  <a:gd name="csX514" fmla="*/ 996050 w 1936944"/>
                  <a:gd name="csY514" fmla="*/ 1044898 h 2553338"/>
                  <a:gd name="csX515" fmla="*/ 997987 w 1936944"/>
                  <a:gd name="csY515" fmla="*/ 1029125 h 2553338"/>
                  <a:gd name="csX516" fmla="*/ 999928 w 1936944"/>
                  <a:gd name="csY516" fmla="*/ 1013391 h 2553338"/>
                  <a:gd name="csX517" fmla="*/ 1001865 w 1936944"/>
                  <a:gd name="csY517" fmla="*/ 997694 h 2553338"/>
                  <a:gd name="csX518" fmla="*/ 1003807 w 1936944"/>
                  <a:gd name="csY518" fmla="*/ 982045 h 2553338"/>
                  <a:gd name="csX519" fmla="*/ 1005744 w 1936944"/>
                  <a:gd name="csY519" fmla="*/ 966444 h 2553338"/>
                  <a:gd name="csX520" fmla="*/ 1007686 w 1936944"/>
                  <a:gd name="csY520" fmla="*/ 950890 h 2553338"/>
                  <a:gd name="csX521" fmla="*/ 1009623 w 1936944"/>
                  <a:gd name="csY521" fmla="*/ 935389 h 2553338"/>
                  <a:gd name="csX522" fmla="*/ 1011560 w 1936944"/>
                  <a:gd name="csY522" fmla="*/ 919941 h 2553338"/>
                  <a:gd name="csX523" fmla="*/ 1013501 w 1936944"/>
                  <a:gd name="csY523" fmla="*/ 904549 h 2553338"/>
                  <a:gd name="csX524" fmla="*/ 1015438 w 1936944"/>
                  <a:gd name="csY524" fmla="*/ 889215 h 2553338"/>
                  <a:gd name="csX525" fmla="*/ 1017380 w 1936944"/>
                  <a:gd name="csY525" fmla="*/ 873942 h 2553338"/>
                  <a:gd name="csX526" fmla="*/ 1019317 w 1936944"/>
                  <a:gd name="csY526" fmla="*/ 858737 h 2553338"/>
                  <a:gd name="csX527" fmla="*/ 1021254 w 1936944"/>
                  <a:gd name="csY527" fmla="*/ 843593 h 2553338"/>
                  <a:gd name="csX528" fmla="*/ 1023195 w 1936944"/>
                  <a:gd name="csY528" fmla="*/ 828521 h 2553338"/>
                  <a:gd name="csX529" fmla="*/ 1025132 w 1936944"/>
                  <a:gd name="csY529" fmla="*/ 813520 h 2553338"/>
                  <a:gd name="csX530" fmla="*/ 1027074 w 1936944"/>
                  <a:gd name="csY530" fmla="*/ 798590 h 2553338"/>
                  <a:gd name="csX531" fmla="*/ 1029011 w 1936944"/>
                  <a:gd name="csY531" fmla="*/ 783737 h 2553338"/>
                  <a:gd name="csX532" fmla="*/ 1030952 w 1936944"/>
                  <a:gd name="csY532" fmla="*/ 768961 h 2553338"/>
                  <a:gd name="csX533" fmla="*/ 1032889 w 1936944"/>
                  <a:gd name="csY533" fmla="*/ 754265 h 2553338"/>
                  <a:gd name="csX534" fmla="*/ 1034826 w 1936944"/>
                  <a:gd name="csY534" fmla="*/ 739655 h 2553338"/>
                  <a:gd name="csX535" fmla="*/ 1036768 w 1936944"/>
                  <a:gd name="csY535" fmla="*/ 725126 h 2553338"/>
                  <a:gd name="csX536" fmla="*/ 1038705 w 1936944"/>
                  <a:gd name="csY536" fmla="*/ 710682 h 2553338"/>
                  <a:gd name="csX537" fmla="*/ 1040646 w 1936944"/>
                  <a:gd name="csY537" fmla="*/ 696334 h 2553338"/>
                  <a:gd name="csX538" fmla="*/ 1042583 w 1936944"/>
                  <a:gd name="csY538" fmla="*/ 682072 h 2553338"/>
                  <a:gd name="csX539" fmla="*/ 1044520 w 1936944"/>
                  <a:gd name="csY539" fmla="*/ 667910 h 2553338"/>
                  <a:gd name="csX540" fmla="*/ 1046462 w 1936944"/>
                  <a:gd name="csY540" fmla="*/ 653838 h 2553338"/>
                  <a:gd name="csX541" fmla="*/ 1048399 w 1936944"/>
                  <a:gd name="csY541" fmla="*/ 639872 h 2553338"/>
                  <a:gd name="csX542" fmla="*/ 1050340 w 1936944"/>
                  <a:gd name="csY542" fmla="*/ 626000 h 2553338"/>
                  <a:gd name="csX543" fmla="*/ 1052277 w 1936944"/>
                  <a:gd name="csY543" fmla="*/ 612234 h 2553338"/>
                  <a:gd name="csX544" fmla="*/ 1054219 w 1936944"/>
                  <a:gd name="csY544" fmla="*/ 598572 h 2553338"/>
                  <a:gd name="csX545" fmla="*/ 1056156 w 1936944"/>
                  <a:gd name="csY545" fmla="*/ 585020 h 2553338"/>
                  <a:gd name="csX546" fmla="*/ 1058093 w 1936944"/>
                  <a:gd name="csY546" fmla="*/ 571572 h 2553338"/>
                  <a:gd name="csX547" fmla="*/ 1060035 w 1936944"/>
                  <a:gd name="csY547" fmla="*/ 558239 h 2553338"/>
                  <a:gd name="csX548" fmla="*/ 1061971 w 1936944"/>
                  <a:gd name="csY548" fmla="*/ 545021 h 2553338"/>
                  <a:gd name="csX549" fmla="*/ 1063913 w 1936944"/>
                  <a:gd name="csY549" fmla="*/ 531916 h 2553338"/>
                  <a:gd name="csX550" fmla="*/ 1065850 w 1936944"/>
                  <a:gd name="csY550" fmla="*/ 518931 h 2553338"/>
                  <a:gd name="csX551" fmla="*/ 1067787 w 1936944"/>
                  <a:gd name="csY551" fmla="*/ 506065 h 2553338"/>
                  <a:gd name="csX552" fmla="*/ 1069728 w 1936944"/>
                  <a:gd name="csY552" fmla="*/ 493318 h 2553338"/>
                  <a:gd name="csX553" fmla="*/ 1071665 w 1936944"/>
                  <a:gd name="csY553" fmla="*/ 480700 h 2553338"/>
                  <a:gd name="csX554" fmla="*/ 1073607 w 1936944"/>
                  <a:gd name="csY554" fmla="*/ 468206 h 2553338"/>
                  <a:gd name="csX555" fmla="*/ 1075544 w 1936944"/>
                  <a:gd name="csY555" fmla="*/ 455835 h 2553338"/>
                  <a:gd name="csX556" fmla="*/ 1077486 w 1936944"/>
                  <a:gd name="csY556" fmla="*/ 443603 h 2553338"/>
                  <a:gd name="csX557" fmla="*/ 1079422 w 1936944"/>
                  <a:gd name="csY557" fmla="*/ 431495 h 2553338"/>
                  <a:gd name="csX558" fmla="*/ 1081359 w 1936944"/>
                  <a:gd name="csY558" fmla="*/ 419525 h 2553338"/>
                  <a:gd name="csX559" fmla="*/ 1083301 w 1936944"/>
                  <a:gd name="csY559" fmla="*/ 407688 h 2553338"/>
                  <a:gd name="csX560" fmla="*/ 1085238 w 1936944"/>
                  <a:gd name="csY560" fmla="*/ 395990 h 2553338"/>
                  <a:gd name="csX561" fmla="*/ 1087179 w 1936944"/>
                  <a:gd name="csY561" fmla="*/ 384434 h 2553338"/>
                  <a:gd name="csX562" fmla="*/ 1089117 w 1936944"/>
                  <a:gd name="csY562" fmla="*/ 373012 h 2553338"/>
                  <a:gd name="csX563" fmla="*/ 1091054 w 1936944"/>
                  <a:gd name="csY563" fmla="*/ 361737 h 2553338"/>
                  <a:gd name="csX564" fmla="*/ 1092995 w 1936944"/>
                  <a:gd name="csY564" fmla="*/ 350611 h 2553338"/>
                  <a:gd name="csX565" fmla="*/ 1094932 w 1936944"/>
                  <a:gd name="csY565" fmla="*/ 339627 h 2553338"/>
                  <a:gd name="csX566" fmla="*/ 1096874 w 1936944"/>
                  <a:gd name="csY566" fmla="*/ 328791 h 2553338"/>
                  <a:gd name="csX567" fmla="*/ 1098810 w 1936944"/>
                  <a:gd name="csY567" fmla="*/ 318103 h 2553338"/>
                  <a:gd name="csX568" fmla="*/ 1100752 w 1936944"/>
                  <a:gd name="csY568" fmla="*/ 307572 h 2553338"/>
                  <a:gd name="csX569" fmla="*/ 1102689 w 1936944"/>
                  <a:gd name="csY569" fmla="*/ 297188 h 2553338"/>
                  <a:gd name="csX570" fmla="*/ 1104626 w 1936944"/>
                  <a:gd name="csY570" fmla="*/ 286967 h 2553338"/>
                  <a:gd name="csX571" fmla="*/ 1106568 w 1936944"/>
                  <a:gd name="csY571" fmla="*/ 276893 h 2553338"/>
                  <a:gd name="csX572" fmla="*/ 1108505 w 1936944"/>
                  <a:gd name="csY572" fmla="*/ 266986 h 2553338"/>
                  <a:gd name="csX573" fmla="*/ 1110446 w 1936944"/>
                  <a:gd name="csY573" fmla="*/ 257232 h 2553338"/>
                  <a:gd name="csX574" fmla="*/ 1112383 w 1936944"/>
                  <a:gd name="csY574" fmla="*/ 247645 h 2553338"/>
                  <a:gd name="csX575" fmla="*/ 1114320 w 1936944"/>
                  <a:gd name="csY575" fmla="*/ 238219 h 2553338"/>
                  <a:gd name="csX576" fmla="*/ 1116262 w 1936944"/>
                  <a:gd name="csY576" fmla="*/ 228955 h 2553338"/>
                  <a:gd name="csX577" fmla="*/ 1118198 w 1936944"/>
                  <a:gd name="csY577" fmla="*/ 219859 h 2553338"/>
                  <a:gd name="csX578" fmla="*/ 1120140 w 1936944"/>
                  <a:gd name="csY578" fmla="*/ 210929 h 2553338"/>
                  <a:gd name="csX579" fmla="*/ 1122077 w 1936944"/>
                  <a:gd name="csY579" fmla="*/ 202166 h 2553338"/>
                  <a:gd name="csX580" fmla="*/ 1124019 w 1936944"/>
                  <a:gd name="csY580" fmla="*/ 193574 h 2553338"/>
                  <a:gd name="csX581" fmla="*/ 1125956 w 1936944"/>
                  <a:gd name="csY581" fmla="*/ 185154 h 2553338"/>
                  <a:gd name="csX582" fmla="*/ 1127893 w 1936944"/>
                  <a:gd name="csY582" fmla="*/ 176905 h 2553338"/>
                  <a:gd name="csX583" fmla="*/ 1129834 w 1936944"/>
                  <a:gd name="csY583" fmla="*/ 168833 h 2553338"/>
                  <a:gd name="csX584" fmla="*/ 1131771 w 1936944"/>
                  <a:gd name="csY584" fmla="*/ 160937 h 2553338"/>
                  <a:gd name="csX585" fmla="*/ 1133713 w 1936944"/>
                  <a:gd name="csY585" fmla="*/ 153213 h 2553338"/>
                  <a:gd name="csX586" fmla="*/ 1135650 w 1936944"/>
                  <a:gd name="csY586" fmla="*/ 145670 h 2553338"/>
                  <a:gd name="csX587" fmla="*/ 1137587 w 1936944"/>
                  <a:gd name="csY587" fmla="*/ 138307 h 2553338"/>
                  <a:gd name="csX588" fmla="*/ 1139528 w 1936944"/>
                  <a:gd name="csY588" fmla="*/ 131122 h 2553338"/>
                  <a:gd name="csX589" fmla="*/ 1141465 w 1936944"/>
                  <a:gd name="csY589" fmla="*/ 124117 h 2553338"/>
                  <a:gd name="csX590" fmla="*/ 1143407 w 1936944"/>
                  <a:gd name="csY590" fmla="*/ 117298 h 2553338"/>
                  <a:gd name="csX591" fmla="*/ 1145344 w 1936944"/>
                  <a:gd name="csY591" fmla="*/ 110660 h 2553338"/>
                  <a:gd name="csX592" fmla="*/ 1147281 w 1936944"/>
                  <a:gd name="csY592" fmla="*/ 104208 h 2553338"/>
                  <a:gd name="csX593" fmla="*/ 1149222 w 1936944"/>
                  <a:gd name="csY593" fmla="*/ 97937 h 2553338"/>
                  <a:gd name="csX594" fmla="*/ 1151159 w 1936944"/>
                  <a:gd name="csY594" fmla="*/ 91856 h 2553338"/>
                  <a:gd name="csX595" fmla="*/ 1153101 w 1936944"/>
                  <a:gd name="csY595" fmla="*/ 85962 h 2553338"/>
                  <a:gd name="csX596" fmla="*/ 1155038 w 1936944"/>
                  <a:gd name="csY596" fmla="*/ 80258 h 2553338"/>
                  <a:gd name="csX597" fmla="*/ 1156979 w 1936944"/>
                  <a:gd name="csY597" fmla="*/ 74740 h 2553338"/>
                  <a:gd name="csX598" fmla="*/ 1158916 w 1936944"/>
                  <a:gd name="csY598" fmla="*/ 69417 h 2553338"/>
                  <a:gd name="csX599" fmla="*/ 1160853 w 1936944"/>
                  <a:gd name="csY599" fmla="*/ 64280 h 2553338"/>
                  <a:gd name="csX600" fmla="*/ 1162795 w 1936944"/>
                  <a:gd name="csY600" fmla="*/ 59339 h 2553338"/>
                  <a:gd name="csX601" fmla="*/ 1164732 w 1936944"/>
                  <a:gd name="csY601" fmla="*/ 54588 h 2553338"/>
                  <a:gd name="csX602" fmla="*/ 1166673 w 1936944"/>
                  <a:gd name="csY602" fmla="*/ 50028 h 2553338"/>
                  <a:gd name="csX603" fmla="*/ 1168610 w 1936944"/>
                  <a:gd name="csY603" fmla="*/ 45663 h 2553338"/>
                  <a:gd name="csX604" fmla="*/ 1170552 w 1936944"/>
                  <a:gd name="csY604" fmla="*/ 41498 h 2553338"/>
                  <a:gd name="csX605" fmla="*/ 1172489 w 1936944"/>
                  <a:gd name="csY605" fmla="*/ 37524 h 2553338"/>
                  <a:gd name="csX606" fmla="*/ 1174426 w 1936944"/>
                  <a:gd name="csY606" fmla="*/ 33745 h 2553338"/>
                  <a:gd name="csX607" fmla="*/ 1176368 w 1936944"/>
                  <a:gd name="csY607" fmla="*/ 30166 h 2553338"/>
                  <a:gd name="csX608" fmla="*/ 1178305 w 1936944"/>
                  <a:gd name="csY608" fmla="*/ 26783 h 2553338"/>
                  <a:gd name="csX609" fmla="*/ 1180246 w 1936944"/>
                  <a:gd name="csY609" fmla="*/ 23595 h 2553338"/>
                  <a:gd name="csX610" fmla="*/ 1182183 w 1936944"/>
                  <a:gd name="csY610" fmla="*/ 20607 h 2553338"/>
                  <a:gd name="csX611" fmla="*/ 1184120 w 1936944"/>
                  <a:gd name="csY611" fmla="*/ 17820 h 2553338"/>
                  <a:gd name="csX612" fmla="*/ 1186061 w 1936944"/>
                  <a:gd name="csY612" fmla="*/ 15232 h 2553338"/>
                  <a:gd name="csX613" fmla="*/ 1187998 w 1936944"/>
                  <a:gd name="csY613" fmla="*/ 12840 h 2553338"/>
                  <a:gd name="csX614" fmla="*/ 1189940 w 1936944"/>
                  <a:gd name="csY614" fmla="*/ 10653 h 2553338"/>
                  <a:gd name="csX615" fmla="*/ 1191877 w 1936944"/>
                  <a:gd name="csY615" fmla="*/ 8661 h 2553338"/>
                  <a:gd name="csX616" fmla="*/ 1193819 w 1936944"/>
                  <a:gd name="csY616" fmla="*/ 6874 h 2553338"/>
                  <a:gd name="csX617" fmla="*/ 1195756 w 1936944"/>
                  <a:gd name="csY617" fmla="*/ 5282 h 2553338"/>
                  <a:gd name="csX618" fmla="*/ 1197692 w 1936944"/>
                  <a:gd name="csY618" fmla="*/ 3896 h 2553338"/>
                  <a:gd name="csX619" fmla="*/ 1199634 w 1936944"/>
                  <a:gd name="csY619" fmla="*/ 2709 h 2553338"/>
                  <a:gd name="csX620" fmla="*/ 1201571 w 1936944"/>
                  <a:gd name="csY620" fmla="*/ 1728 h 2553338"/>
                  <a:gd name="csX621" fmla="*/ 1203512 w 1936944"/>
                  <a:gd name="csY621" fmla="*/ 946 h 2553338"/>
                  <a:gd name="csX622" fmla="*/ 1205450 w 1936944"/>
                  <a:gd name="csY622" fmla="*/ 365 h 2553338"/>
                  <a:gd name="csX623" fmla="*/ 1207387 w 1936944"/>
                  <a:gd name="csY623" fmla="*/ -16 h 2553338"/>
                  <a:gd name="csX624" fmla="*/ 1209328 w 1936944"/>
                  <a:gd name="csY624" fmla="*/ -193 h 2553338"/>
                  <a:gd name="csX625" fmla="*/ 1211265 w 1936944"/>
                  <a:gd name="csY625" fmla="*/ -164 h 2553338"/>
                  <a:gd name="csX626" fmla="*/ 1213207 w 1936944"/>
                  <a:gd name="csY626" fmla="*/ 60 h 2553338"/>
                  <a:gd name="csX627" fmla="*/ 1215144 w 1936944"/>
                  <a:gd name="csY627" fmla="*/ 489 h 2553338"/>
                  <a:gd name="csX628" fmla="*/ 1217085 w 1936944"/>
                  <a:gd name="csY628" fmla="*/ 1122 h 2553338"/>
                  <a:gd name="csX629" fmla="*/ 1219022 w 1936944"/>
                  <a:gd name="csY629" fmla="*/ 1956 h 2553338"/>
                  <a:gd name="csX630" fmla="*/ 1220959 w 1936944"/>
                  <a:gd name="csY630" fmla="*/ 2990 h 2553338"/>
                  <a:gd name="csX631" fmla="*/ 1222901 w 1936944"/>
                  <a:gd name="csY631" fmla="*/ 4225 h 2553338"/>
                  <a:gd name="csX632" fmla="*/ 1224838 w 1936944"/>
                  <a:gd name="csY632" fmla="*/ 5664 h 2553338"/>
                  <a:gd name="csX633" fmla="*/ 1226779 w 1936944"/>
                  <a:gd name="csY633" fmla="*/ 7303 h 2553338"/>
                  <a:gd name="csX634" fmla="*/ 1228716 w 1936944"/>
                  <a:gd name="csY634" fmla="*/ 9142 h 2553338"/>
                  <a:gd name="csX635" fmla="*/ 1230653 w 1936944"/>
                  <a:gd name="csY635" fmla="*/ 11182 h 2553338"/>
                  <a:gd name="csX636" fmla="*/ 1232595 w 1936944"/>
                  <a:gd name="csY636" fmla="*/ 13421 h 2553338"/>
                  <a:gd name="csX637" fmla="*/ 1234532 w 1936944"/>
                  <a:gd name="csY637" fmla="*/ 15861 h 2553338"/>
                  <a:gd name="csX638" fmla="*/ 1236473 w 1936944"/>
                  <a:gd name="csY638" fmla="*/ 18501 h 2553338"/>
                  <a:gd name="csX639" fmla="*/ 1238410 w 1936944"/>
                  <a:gd name="csY639" fmla="*/ 21336 h 2553338"/>
                  <a:gd name="csX640" fmla="*/ 1240352 w 1936944"/>
                  <a:gd name="csY640" fmla="*/ 24377 h 2553338"/>
                  <a:gd name="csX641" fmla="*/ 1242289 w 1936944"/>
                  <a:gd name="csY641" fmla="*/ 27607 h 2553338"/>
                  <a:gd name="csX642" fmla="*/ 1244226 w 1936944"/>
                  <a:gd name="csY642" fmla="*/ 31043 h 2553338"/>
                  <a:gd name="csX643" fmla="*/ 1246167 w 1936944"/>
                  <a:gd name="csY643" fmla="*/ 34674 h 2553338"/>
                  <a:gd name="csX644" fmla="*/ 1248104 w 1936944"/>
                  <a:gd name="csY644" fmla="*/ 38496 h 2553338"/>
                  <a:gd name="csX645" fmla="*/ 1250046 w 1936944"/>
                  <a:gd name="csY645" fmla="*/ 42522 h 2553338"/>
                  <a:gd name="csX646" fmla="*/ 1251983 w 1936944"/>
                  <a:gd name="csY646" fmla="*/ 46740 h 2553338"/>
                  <a:gd name="csX647" fmla="*/ 1253920 w 1936944"/>
                  <a:gd name="csY647" fmla="*/ 51147 h 2553338"/>
                  <a:gd name="csX648" fmla="*/ 1255861 w 1936944"/>
                  <a:gd name="csY648" fmla="*/ 55755 h 2553338"/>
                  <a:gd name="csX649" fmla="*/ 1257798 w 1936944"/>
                  <a:gd name="csY649" fmla="*/ 60554 h 2553338"/>
                  <a:gd name="csX650" fmla="*/ 1259740 w 1936944"/>
                  <a:gd name="csY650" fmla="*/ 65548 h 2553338"/>
                  <a:gd name="csX651" fmla="*/ 1261677 w 1936944"/>
                  <a:gd name="csY651" fmla="*/ 70728 h 2553338"/>
                  <a:gd name="csX652" fmla="*/ 1263614 w 1936944"/>
                  <a:gd name="csY652" fmla="*/ 76103 h 2553338"/>
                  <a:gd name="csX653" fmla="*/ 1265555 w 1936944"/>
                  <a:gd name="csY653" fmla="*/ 81664 h 2553338"/>
                  <a:gd name="csX654" fmla="*/ 1267492 w 1936944"/>
                  <a:gd name="csY654" fmla="*/ 87420 h 2553338"/>
                  <a:gd name="csX655" fmla="*/ 1269434 w 1936944"/>
                  <a:gd name="csY655" fmla="*/ 93357 h 2553338"/>
                  <a:gd name="csX656" fmla="*/ 1271371 w 1936944"/>
                  <a:gd name="csY656" fmla="*/ 99485 h 2553338"/>
                  <a:gd name="csX657" fmla="*/ 1273312 w 1936944"/>
                  <a:gd name="csY657" fmla="*/ 105804 h 2553338"/>
                  <a:gd name="csX658" fmla="*/ 1275249 w 1936944"/>
                  <a:gd name="csY658" fmla="*/ 112299 h 2553338"/>
                  <a:gd name="csX659" fmla="*/ 1277187 w 1936944"/>
                  <a:gd name="csY659" fmla="*/ 118985 h 2553338"/>
                  <a:gd name="csX660" fmla="*/ 1279128 w 1936944"/>
                  <a:gd name="csY660" fmla="*/ 125851 h 2553338"/>
                  <a:gd name="csX661" fmla="*/ 1281065 w 1936944"/>
                  <a:gd name="csY661" fmla="*/ 132899 h 2553338"/>
                  <a:gd name="csX662" fmla="*/ 1283007 w 1936944"/>
                  <a:gd name="csY662" fmla="*/ 140132 h 2553338"/>
                  <a:gd name="csX663" fmla="*/ 1284943 w 1936944"/>
                  <a:gd name="csY663" fmla="*/ 147542 h 2553338"/>
                  <a:gd name="csX664" fmla="*/ 1286880 w 1936944"/>
                  <a:gd name="csY664" fmla="*/ 155128 h 2553338"/>
                  <a:gd name="csX665" fmla="*/ 1288822 w 1936944"/>
                  <a:gd name="csY665" fmla="*/ 162896 h 2553338"/>
                  <a:gd name="csX666" fmla="*/ 1290759 w 1936944"/>
                  <a:gd name="csY666" fmla="*/ 170835 h 2553338"/>
                  <a:gd name="csX667" fmla="*/ 1292701 w 1936944"/>
                  <a:gd name="csY667" fmla="*/ 178954 h 2553338"/>
                  <a:gd name="csX668" fmla="*/ 1294638 w 1936944"/>
                  <a:gd name="csY668" fmla="*/ 187246 h 2553338"/>
                  <a:gd name="csX669" fmla="*/ 1296579 w 1936944"/>
                  <a:gd name="csY669" fmla="*/ 195709 h 2553338"/>
                  <a:gd name="csX670" fmla="*/ 1298516 w 1936944"/>
                  <a:gd name="csY670" fmla="*/ 204339 h 2553338"/>
                  <a:gd name="csX671" fmla="*/ 1300453 w 1936944"/>
                  <a:gd name="csY671" fmla="*/ 213145 h 2553338"/>
                  <a:gd name="csX672" fmla="*/ 1302394 w 1936944"/>
                  <a:gd name="csY672" fmla="*/ 222117 h 2553338"/>
                  <a:gd name="csX673" fmla="*/ 1304331 w 1936944"/>
                  <a:gd name="csY673" fmla="*/ 231252 h 2553338"/>
                  <a:gd name="csX674" fmla="*/ 1306273 w 1936944"/>
                  <a:gd name="csY674" fmla="*/ 240559 h 2553338"/>
                  <a:gd name="csX675" fmla="*/ 1308210 w 1936944"/>
                  <a:gd name="csY675" fmla="*/ 250027 h 2553338"/>
                  <a:gd name="csX676" fmla="*/ 1310147 w 1936944"/>
                  <a:gd name="csY676" fmla="*/ 259658 h 2553338"/>
                  <a:gd name="csX677" fmla="*/ 1312089 w 1936944"/>
                  <a:gd name="csY677" fmla="*/ 269445 h 2553338"/>
                  <a:gd name="csX678" fmla="*/ 1314026 w 1936944"/>
                  <a:gd name="csY678" fmla="*/ 279400 h 2553338"/>
                  <a:gd name="csX679" fmla="*/ 1315967 w 1936944"/>
                  <a:gd name="csY679" fmla="*/ 289507 h 2553338"/>
                  <a:gd name="csX680" fmla="*/ 1317904 w 1936944"/>
                  <a:gd name="csY680" fmla="*/ 299771 h 2553338"/>
                  <a:gd name="csX681" fmla="*/ 1319846 w 1936944"/>
                  <a:gd name="csY681" fmla="*/ 310188 h 2553338"/>
                  <a:gd name="csX682" fmla="*/ 1321783 w 1936944"/>
                  <a:gd name="csY682" fmla="*/ 320762 h 2553338"/>
                  <a:gd name="csX683" fmla="*/ 1323720 w 1936944"/>
                  <a:gd name="csY683" fmla="*/ 331483 h 2553338"/>
                  <a:gd name="csX684" fmla="*/ 1325661 w 1936944"/>
                  <a:gd name="csY684" fmla="*/ 342357 h 2553338"/>
                  <a:gd name="csX685" fmla="*/ 1327598 w 1936944"/>
                  <a:gd name="csY685" fmla="*/ 353379 h 2553338"/>
                  <a:gd name="csX686" fmla="*/ 1329540 w 1936944"/>
                  <a:gd name="csY686" fmla="*/ 364544 h 2553338"/>
                  <a:gd name="csX687" fmla="*/ 1331477 w 1936944"/>
                  <a:gd name="csY687" fmla="*/ 375857 h 2553338"/>
                  <a:gd name="csX688" fmla="*/ 1333418 w 1936944"/>
                  <a:gd name="csY688" fmla="*/ 387307 h 2553338"/>
                  <a:gd name="csX689" fmla="*/ 1335355 w 1936944"/>
                  <a:gd name="csY689" fmla="*/ 398901 h 2553338"/>
                  <a:gd name="csX690" fmla="*/ 1337292 w 1936944"/>
                  <a:gd name="csY690" fmla="*/ 410633 h 2553338"/>
                  <a:gd name="csX691" fmla="*/ 1339234 w 1936944"/>
                  <a:gd name="csY691" fmla="*/ 422503 h 2553338"/>
                  <a:gd name="csX692" fmla="*/ 1341171 w 1936944"/>
                  <a:gd name="csY692" fmla="*/ 434511 h 2553338"/>
                  <a:gd name="csX693" fmla="*/ 1343112 w 1936944"/>
                  <a:gd name="csY693" fmla="*/ 446648 h 2553338"/>
                  <a:gd name="csX694" fmla="*/ 1345049 w 1936944"/>
                  <a:gd name="csY694" fmla="*/ 458919 h 2553338"/>
                  <a:gd name="csX695" fmla="*/ 1346986 w 1936944"/>
                  <a:gd name="csY695" fmla="*/ 471318 h 2553338"/>
                  <a:gd name="csX696" fmla="*/ 1348928 w 1936944"/>
                  <a:gd name="csY696" fmla="*/ 483840 h 2553338"/>
                  <a:gd name="csX697" fmla="*/ 1350865 w 1936944"/>
                  <a:gd name="csY697" fmla="*/ 496492 h 2553338"/>
                  <a:gd name="csX698" fmla="*/ 1352806 w 1936944"/>
                  <a:gd name="csY698" fmla="*/ 509267 h 2553338"/>
                  <a:gd name="csX699" fmla="*/ 1354743 w 1936944"/>
                  <a:gd name="csY699" fmla="*/ 522167 h 2553338"/>
                  <a:gd name="csX700" fmla="*/ 1356680 w 1936944"/>
                  <a:gd name="csY700" fmla="*/ 535181 h 2553338"/>
                  <a:gd name="csX701" fmla="*/ 1358622 w 1936944"/>
                  <a:gd name="csY701" fmla="*/ 548313 h 2553338"/>
                  <a:gd name="csX702" fmla="*/ 1360559 w 1936944"/>
                  <a:gd name="csY702" fmla="*/ 561561 h 2553338"/>
                  <a:gd name="csX703" fmla="*/ 1362501 w 1936944"/>
                  <a:gd name="csY703" fmla="*/ 574922 h 2553338"/>
                  <a:gd name="csX704" fmla="*/ 1364437 w 1936944"/>
                  <a:gd name="csY704" fmla="*/ 588398 h 2553338"/>
                  <a:gd name="csX705" fmla="*/ 1366379 w 1936944"/>
                  <a:gd name="csY705" fmla="*/ 601979 h 2553338"/>
                  <a:gd name="csX706" fmla="*/ 1368316 w 1936944"/>
                  <a:gd name="csY706" fmla="*/ 615665 h 2553338"/>
                  <a:gd name="csX707" fmla="*/ 1370253 w 1936944"/>
                  <a:gd name="csY707" fmla="*/ 629460 h 2553338"/>
                  <a:gd name="csX708" fmla="*/ 1372194 w 1936944"/>
                  <a:gd name="csY708" fmla="*/ 643355 h 2553338"/>
                  <a:gd name="csX709" fmla="*/ 1374131 w 1936944"/>
                  <a:gd name="csY709" fmla="*/ 657350 h 2553338"/>
                  <a:gd name="csX710" fmla="*/ 1376073 w 1936944"/>
                  <a:gd name="csY710" fmla="*/ 671441 h 2553338"/>
                  <a:gd name="csX711" fmla="*/ 1378010 w 1936944"/>
                  <a:gd name="csY711" fmla="*/ 685632 h 2553338"/>
                  <a:gd name="csX712" fmla="*/ 1379947 w 1936944"/>
                  <a:gd name="csY712" fmla="*/ 699913 h 2553338"/>
                  <a:gd name="csX713" fmla="*/ 1381889 w 1936944"/>
                  <a:gd name="csY713" fmla="*/ 714285 h 2553338"/>
                  <a:gd name="csX714" fmla="*/ 1383825 w 1936944"/>
                  <a:gd name="csY714" fmla="*/ 728747 h 2553338"/>
                  <a:gd name="csX715" fmla="*/ 1385767 w 1936944"/>
                  <a:gd name="csY715" fmla="*/ 743300 h 2553338"/>
                  <a:gd name="csX716" fmla="*/ 1387704 w 1936944"/>
                  <a:gd name="csY716" fmla="*/ 757929 h 2553338"/>
                  <a:gd name="csX717" fmla="*/ 1389645 w 1936944"/>
                  <a:gd name="csY717" fmla="*/ 772649 h 2553338"/>
                  <a:gd name="csX718" fmla="*/ 1391582 w 1936944"/>
                  <a:gd name="csY718" fmla="*/ 787440 h 2553338"/>
                  <a:gd name="csX719" fmla="*/ 1393520 w 1936944"/>
                  <a:gd name="csY719" fmla="*/ 802317 h 2553338"/>
                  <a:gd name="csX720" fmla="*/ 1395461 w 1936944"/>
                  <a:gd name="csY720" fmla="*/ 817260 h 2553338"/>
                  <a:gd name="csX721" fmla="*/ 1397398 w 1936944"/>
                  <a:gd name="csY721" fmla="*/ 832280 h 2553338"/>
                  <a:gd name="csX722" fmla="*/ 1399340 w 1936944"/>
                  <a:gd name="csY722" fmla="*/ 847372 h 2553338"/>
                  <a:gd name="csX723" fmla="*/ 1401276 w 1936944"/>
                  <a:gd name="csY723" fmla="*/ 862530 h 2553338"/>
                  <a:gd name="csX724" fmla="*/ 1403213 w 1936944"/>
                  <a:gd name="csY724" fmla="*/ 877754 h 2553338"/>
                  <a:gd name="csX725" fmla="*/ 1405155 w 1936944"/>
                  <a:gd name="csY725" fmla="*/ 893041 h 2553338"/>
                  <a:gd name="csX726" fmla="*/ 1407092 w 1936944"/>
                  <a:gd name="csY726" fmla="*/ 908390 h 2553338"/>
                  <a:gd name="csX727" fmla="*/ 1409034 w 1936944"/>
                  <a:gd name="csY727" fmla="*/ 923796 h 2553338"/>
                  <a:gd name="csX728" fmla="*/ 1410971 w 1936944"/>
                  <a:gd name="csY728" fmla="*/ 939259 h 2553338"/>
                  <a:gd name="csX729" fmla="*/ 1412912 w 1936944"/>
                  <a:gd name="csY729" fmla="*/ 954774 h 2553338"/>
                  <a:gd name="csX730" fmla="*/ 1414849 w 1936944"/>
                  <a:gd name="csY730" fmla="*/ 970342 h 2553338"/>
                  <a:gd name="csX731" fmla="*/ 1416786 w 1936944"/>
                  <a:gd name="csY731" fmla="*/ 985953 h 2553338"/>
                  <a:gd name="csX732" fmla="*/ 1418728 w 1936944"/>
                  <a:gd name="csY732" fmla="*/ 1001616 h 2553338"/>
                  <a:gd name="csX733" fmla="*/ 1420664 w 1936944"/>
                  <a:gd name="csY733" fmla="*/ 1017317 h 2553338"/>
                  <a:gd name="csX734" fmla="*/ 1422606 w 1936944"/>
                  <a:gd name="csY734" fmla="*/ 1033061 h 2553338"/>
                  <a:gd name="csX735" fmla="*/ 1424543 w 1936944"/>
                  <a:gd name="csY735" fmla="*/ 1048848 h 2553338"/>
                  <a:gd name="csX736" fmla="*/ 1426480 w 1936944"/>
                  <a:gd name="csY736" fmla="*/ 1064664 h 2553338"/>
                  <a:gd name="csX737" fmla="*/ 1428422 w 1936944"/>
                  <a:gd name="csY737" fmla="*/ 1080518 h 2553338"/>
                  <a:gd name="csX738" fmla="*/ 1430359 w 1936944"/>
                  <a:gd name="csY738" fmla="*/ 1096405 h 2553338"/>
                  <a:gd name="csX739" fmla="*/ 1432300 w 1936944"/>
                  <a:gd name="csY739" fmla="*/ 1112316 h 2553338"/>
                  <a:gd name="csX740" fmla="*/ 1434237 w 1936944"/>
                  <a:gd name="csY740" fmla="*/ 1128256 h 2553338"/>
                  <a:gd name="csX741" fmla="*/ 1436179 w 1936944"/>
                  <a:gd name="csY741" fmla="*/ 1144214 h 2553338"/>
                  <a:gd name="csX742" fmla="*/ 1438116 w 1936944"/>
                  <a:gd name="csY742" fmla="*/ 1160201 h 2553338"/>
                  <a:gd name="csX743" fmla="*/ 1440053 w 1936944"/>
                  <a:gd name="csY743" fmla="*/ 1176198 h 2553338"/>
                  <a:gd name="csX744" fmla="*/ 1441994 w 1936944"/>
                  <a:gd name="csY744" fmla="*/ 1192219 h 2553338"/>
                  <a:gd name="csX745" fmla="*/ 1443931 w 1936944"/>
                  <a:gd name="csY745" fmla="*/ 1208249 h 2553338"/>
                  <a:gd name="csX746" fmla="*/ 1445873 w 1936944"/>
                  <a:gd name="csY746" fmla="*/ 1224288 h 2553338"/>
                  <a:gd name="csX747" fmla="*/ 1447810 w 1936944"/>
                  <a:gd name="csY747" fmla="*/ 1240337 h 2553338"/>
                  <a:gd name="csX748" fmla="*/ 1449747 w 1936944"/>
                  <a:gd name="csY748" fmla="*/ 1256396 h 2553338"/>
                  <a:gd name="csX749" fmla="*/ 1451688 w 1936944"/>
                  <a:gd name="csY749" fmla="*/ 1272450 h 2553338"/>
                  <a:gd name="csX750" fmla="*/ 1453625 w 1936944"/>
                  <a:gd name="csY750" fmla="*/ 1288513 h 2553338"/>
                  <a:gd name="csX751" fmla="*/ 1455567 w 1936944"/>
                  <a:gd name="csY751" fmla="*/ 1304567 h 2553338"/>
                  <a:gd name="csX752" fmla="*/ 1457504 w 1936944"/>
                  <a:gd name="csY752" fmla="*/ 1320621 h 2553338"/>
                  <a:gd name="csX753" fmla="*/ 1459445 w 1936944"/>
                  <a:gd name="csY753" fmla="*/ 1336666 h 2553338"/>
                  <a:gd name="csX754" fmla="*/ 1461382 w 1936944"/>
                  <a:gd name="csY754" fmla="*/ 1352705 h 2553338"/>
                  <a:gd name="csX755" fmla="*/ 1463319 w 1936944"/>
                  <a:gd name="csY755" fmla="*/ 1368726 h 2553338"/>
                  <a:gd name="csX756" fmla="*/ 1465261 w 1936944"/>
                  <a:gd name="csY756" fmla="*/ 1384737 h 2553338"/>
                  <a:gd name="csX757" fmla="*/ 1467198 w 1936944"/>
                  <a:gd name="csY757" fmla="*/ 1400729 h 2553338"/>
                  <a:gd name="csX758" fmla="*/ 1469139 w 1936944"/>
                  <a:gd name="csY758" fmla="*/ 1416702 h 2553338"/>
                  <a:gd name="csX759" fmla="*/ 1471076 w 1936944"/>
                  <a:gd name="csY759" fmla="*/ 1432651 h 2553338"/>
                  <a:gd name="csX760" fmla="*/ 1473013 w 1936944"/>
                  <a:gd name="csY760" fmla="*/ 1448576 h 2553338"/>
                  <a:gd name="csX761" fmla="*/ 1474955 w 1936944"/>
                  <a:gd name="csY761" fmla="*/ 1464477 h 2553338"/>
                  <a:gd name="csX762" fmla="*/ 1476892 w 1936944"/>
                  <a:gd name="csY762" fmla="*/ 1480345 h 2553338"/>
                  <a:gd name="csX763" fmla="*/ 1478834 w 1936944"/>
                  <a:gd name="csY763" fmla="*/ 1496180 h 2553338"/>
                  <a:gd name="csX764" fmla="*/ 1480771 w 1936944"/>
                  <a:gd name="csY764" fmla="*/ 1511982 h 2553338"/>
                  <a:gd name="csX765" fmla="*/ 1482712 w 1936944"/>
                  <a:gd name="csY765" fmla="*/ 1527750 h 2553338"/>
                  <a:gd name="csX766" fmla="*/ 1484649 w 1936944"/>
                  <a:gd name="csY766" fmla="*/ 1543475 h 2553338"/>
                  <a:gd name="csX767" fmla="*/ 1486586 w 1936944"/>
                  <a:gd name="csY767" fmla="*/ 1559157 h 2553338"/>
                  <a:gd name="csX768" fmla="*/ 1488527 w 1936944"/>
                  <a:gd name="csY768" fmla="*/ 1574791 h 2553338"/>
                  <a:gd name="csX769" fmla="*/ 1490464 w 1936944"/>
                  <a:gd name="csY769" fmla="*/ 1590383 h 2553338"/>
                  <a:gd name="csX770" fmla="*/ 1492406 w 1936944"/>
                  <a:gd name="csY770" fmla="*/ 1605922 h 2553338"/>
                  <a:gd name="csX771" fmla="*/ 1494343 w 1936944"/>
                  <a:gd name="csY771" fmla="*/ 1621414 h 2553338"/>
                  <a:gd name="csX772" fmla="*/ 1496280 w 1936944"/>
                  <a:gd name="csY772" fmla="*/ 1636848 h 2553338"/>
                  <a:gd name="csX773" fmla="*/ 1498222 w 1936944"/>
                  <a:gd name="csY773" fmla="*/ 1652226 h 2553338"/>
                  <a:gd name="csX774" fmla="*/ 1500159 w 1936944"/>
                  <a:gd name="csY774" fmla="*/ 1667541 h 2553338"/>
                  <a:gd name="csX775" fmla="*/ 1502100 w 1936944"/>
                  <a:gd name="csY775" fmla="*/ 1682799 h 2553338"/>
                  <a:gd name="csX776" fmla="*/ 1504037 w 1936944"/>
                  <a:gd name="csY776" fmla="*/ 1697991 h 2553338"/>
                  <a:gd name="csX777" fmla="*/ 1505979 w 1936944"/>
                  <a:gd name="csY777" fmla="*/ 1713115 h 2553338"/>
                  <a:gd name="csX778" fmla="*/ 1507915 w 1936944"/>
                  <a:gd name="csY778" fmla="*/ 1728168 h 2553338"/>
                  <a:gd name="csX779" fmla="*/ 1509853 w 1936944"/>
                  <a:gd name="csY779" fmla="*/ 1743155 h 2553338"/>
                  <a:gd name="csX780" fmla="*/ 1511794 w 1936944"/>
                  <a:gd name="csY780" fmla="*/ 1758065 h 2553338"/>
                  <a:gd name="csX781" fmla="*/ 1513731 w 1936944"/>
                  <a:gd name="csY781" fmla="*/ 1772899 h 2553338"/>
                  <a:gd name="csX782" fmla="*/ 1515673 w 1936944"/>
                  <a:gd name="csY782" fmla="*/ 1787657 h 2553338"/>
                  <a:gd name="csX783" fmla="*/ 1517610 w 1936944"/>
                  <a:gd name="csY783" fmla="*/ 1802329 h 2553338"/>
                  <a:gd name="csX784" fmla="*/ 1519546 w 1936944"/>
                  <a:gd name="csY784" fmla="*/ 1816920 h 2553338"/>
                  <a:gd name="csX785" fmla="*/ 1521488 w 1936944"/>
                  <a:gd name="csY785" fmla="*/ 1831430 h 2553338"/>
                  <a:gd name="csX786" fmla="*/ 1523425 w 1936944"/>
                  <a:gd name="csY786" fmla="*/ 1845845 h 2553338"/>
                  <a:gd name="csX787" fmla="*/ 1525367 w 1936944"/>
                  <a:gd name="csY787" fmla="*/ 1860173 h 2553338"/>
                  <a:gd name="csX788" fmla="*/ 1527304 w 1936944"/>
                  <a:gd name="csY788" fmla="*/ 1874412 h 2553338"/>
                  <a:gd name="csX789" fmla="*/ 1529245 w 1936944"/>
                  <a:gd name="csY789" fmla="*/ 1888550 h 2553338"/>
                  <a:gd name="csX790" fmla="*/ 1531182 w 1936944"/>
                  <a:gd name="csY790" fmla="*/ 1902593 h 2553338"/>
                  <a:gd name="csX791" fmla="*/ 1533119 w 1936944"/>
                  <a:gd name="csY791" fmla="*/ 1916541 h 2553338"/>
                  <a:gd name="csX792" fmla="*/ 1535061 w 1936944"/>
                  <a:gd name="csY792" fmla="*/ 1930384 h 2553338"/>
                  <a:gd name="csX793" fmla="*/ 1536998 w 1936944"/>
                  <a:gd name="csY793" fmla="*/ 1944127 h 2553338"/>
                  <a:gd name="csX794" fmla="*/ 1538939 w 1936944"/>
                  <a:gd name="csY794" fmla="*/ 1957760 h 2553338"/>
                  <a:gd name="csX795" fmla="*/ 1540876 w 1936944"/>
                  <a:gd name="csY795" fmla="*/ 1971288 h 2553338"/>
                  <a:gd name="csX796" fmla="*/ 1542813 w 1936944"/>
                  <a:gd name="csY796" fmla="*/ 1984707 h 2553338"/>
                  <a:gd name="csX797" fmla="*/ 1544755 w 1936944"/>
                  <a:gd name="csY797" fmla="*/ 1998011 h 2553338"/>
                  <a:gd name="csX798" fmla="*/ 1546692 w 1936944"/>
                  <a:gd name="csY798" fmla="*/ 2011201 h 2553338"/>
                  <a:gd name="csX799" fmla="*/ 1548633 w 1936944"/>
                  <a:gd name="csY799" fmla="*/ 2024277 h 2553338"/>
                  <a:gd name="csX800" fmla="*/ 1550570 w 1936944"/>
                  <a:gd name="csY800" fmla="*/ 2037234 h 2553338"/>
                  <a:gd name="csX801" fmla="*/ 1552512 w 1936944"/>
                  <a:gd name="csY801" fmla="*/ 2050066 h 2553338"/>
                  <a:gd name="csX802" fmla="*/ 1554449 w 1936944"/>
                  <a:gd name="csY802" fmla="*/ 2062780 h 2553338"/>
                  <a:gd name="csX803" fmla="*/ 1556386 w 1936944"/>
                  <a:gd name="csY803" fmla="*/ 2075369 h 2553338"/>
                  <a:gd name="csX804" fmla="*/ 1558327 w 1936944"/>
                  <a:gd name="csY804" fmla="*/ 2087835 h 2553338"/>
                  <a:gd name="csX805" fmla="*/ 1560264 w 1936944"/>
                  <a:gd name="csY805" fmla="*/ 2100167 h 2553338"/>
                  <a:gd name="csX806" fmla="*/ 1562206 w 1936944"/>
                  <a:gd name="csY806" fmla="*/ 2112371 h 2553338"/>
                  <a:gd name="csX807" fmla="*/ 1564143 w 1936944"/>
                  <a:gd name="csY807" fmla="*/ 2124446 h 2553338"/>
                  <a:gd name="csX808" fmla="*/ 1566080 w 1936944"/>
                  <a:gd name="csY808" fmla="*/ 2136383 h 2553338"/>
                  <a:gd name="csX809" fmla="*/ 1568021 w 1936944"/>
                  <a:gd name="csY809" fmla="*/ 2148181 h 2553338"/>
                  <a:gd name="csX810" fmla="*/ 1569958 w 1936944"/>
                  <a:gd name="csY810" fmla="*/ 2159847 h 2553338"/>
                  <a:gd name="csX811" fmla="*/ 1571900 w 1936944"/>
                  <a:gd name="csY811" fmla="*/ 2171369 h 2553338"/>
                  <a:gd name="csX812" fmla="*/ 1573837 w 1936944"/>
                  <a:gd name="csY812" fmla="*/ 2182753 h 2553338"/>
                  <a:gd name="csX813" fmla="*/ 1575778 w 1936944"/>
                  <a:gd name="csY813" fmla="*/ 2193989 h 2553338"/>
                  <a:gd name="csX814" fmla="*/ 1577715 w 1936944"/>
                  <a:gd name="csY814" fmla="*/ 2205087 h 2553338"/>
                  <a:gd name="csX815" fmla="*/ 1579652 w 1936944"/>
                  <a:gd name="csY815" fmla="*/ 2216033 h 2553338"/>
                  <a:gd name="csX816" fmla="*/ 1581594 w 1936944"/>
                  <a:gd name="csY816" fmla="*/ 2226831 h 2553338"/>
                  <a:gd name="csX817" fmla="*/ 1583531 w 1936944"/>
                  <a:gd name="csY817" fmla="*/ 2237476 h 2553338"/>
                  <a:gd name="csX818" fmla="*/ 1585473 w 1936944"/>
                  <a:gd name="csY818" fmla="*/ 2247974 h 2553338"/>
                  <a:gd name="csX819" fmla="*/ 1587409 w 1936944"/>
                  <a:gd name="csY819" fmla="*/ 2258314 h 2553338"/>
                  <a:gd name="csX820" fmla="*/ 1589346 w 1936944"/>
                  <a:gd name="csY820" fmla="*/ 2268502 h 2553338"/>
                  <a:gd name="csX821" fmla="*/ 1591288 w 1936944"/>
                  <a:gd name="csY821" fmla="*/ 2278533 h 2553338"/>
                  <a:gd name="csX822" fmla="*/ 1593225 w 1936944"/>
                  <a:gd name="csY822" fmla="*/ 2288402 h 2553338"/>
                  <a:gd name="csX823" fmla="*/ 1595167 w 1936944"/>
                  <a:gd name="csY823" fmla="*/ 2298113 h 2553338"/>
                  <a:gd name="csX824" fmla="*/ 1597104 w 1936944"/>
                  <a:gd name="csY824" fmla="*/ 2307662 h 2553338"/>
                  <a:gd name="csX825" fmla="*/ 1599045 w 1936944"/>
                  <a:gd name="csY825" fmla="*/ 2317050 h 2553338"/>
                  <a:gd name="csX826" fmla="*/ 1600982 w 1936944"/>
                  <a:gd name="csY826" fmla="*/ 2326271 h 2553338"/>
                  <a:gd name="csX827" fmla="*/ 1602919 w 1936944"/>
                  <a:gd name="csY827" fmla="*/ 2335324 h 2553338"/>
                  <a:gd name="csX828" fmla="*/ 1604861 w 1936944"/>
                  <a:gd name="csY828" fmla="*/ 2344212 h 2553338"/>
                  <a:gd name="csX829" fmla="*/ 1606797 w 1936944"/>
                  <a:gd name="csY829" fmla="*/ 2352932 h 2553338"/>
                  <a:gd name="csX830" fmla="*/ 1608739 w 1936944"/>
                  <a:gd name="csY830" fmla="*/ 2361480 h 2553338"/>
                  <a:gd name="csX831" fmla="*/ 1610676 w 1936944"/>
                  <a:gd name="csY831" fmla="*/ 2369858 h 2553338"/>
                  <a:gd name="csX832" fmla="*/ 1612613 w 1936944"/>
                  <a:gd name="csY832" fmla="*/ 2378064 h 2553338"/>
                  <a:gd name="csX833" fmla="*/ 1614555 w 1936944"/>
                  <a:gd name="csY833" fmla="*/ 2386093 h 2553338"/>
                  <a:gd name="csX834" fmla="*/ 1616492 w 1936944"/>
                  <a:gd name="csY834" fmla="*/ 2393946 h 2553338"/>
                  <a:gd name="csX835" fmla="*/ 1618433 w 1936944"/>
                  <a:gd name="csY835" fmla="*/ 2401622 h 2553338"/>
                  <a:gd name="csX836" fmla="*/ 1620370 w 1936944"/>
                  <a:gd name="csY836" fmla="*/ 2409123 h 2553338"/>
                  <a:gd name="csX837" fmla="*/ 1622312 w 1936944"/>
                  <a:gd name="csY837" fmla="*/ 2416442 h 2553338"/>
                  <a:gd name="csX838" fmla="*/ 1624248 w 1936944"/>
                  <a:gd name="csY838" fmla="*/ 2423581 h 2553338"/>
                  <a:gd name="csX839" fmla="*/ 1626186 w 1936944"/>
                  <a:gd name="csY839" fmla="*/ 2430538 h 2553338"/>
                  <a:gd name="csX840" fmla="*/ 1628127 w 1936944"/>
                  <a:gd name="csY840" fmla="*/ 2437314 h 2553338"/>
                  <a:gd name="csX841" fmla="*/ 1630064 w 1936944"/>
                  <a:gd name="csY841" fmla="*/ 2443904 h 2553338"/>
                  <a:gd name="csX842" fmla="*/ 1632006 w 1936944"/>
                  <a:gd name="csY842" fmla="*/ 2450313 h 2553338"/>
                  <a:gd name="csX843" fmla="*/ 1633943 w 1936944"/>
                  <a:gd name="csY843" fmla="*/ 2456532 h 2553338"/>
                  <a:gd name="csX844" fmla="*/ 1635880 w 1936944"/>
                  <a:gd name="csY844" fmla="*/ 2462569 h 2553338"/>
                  <a:gd name="csX845" fmla="*/ 1637821 w 1936944"/>
                  <a:gd name="csY845" fmla="*/ 2468416 h 2553338"/>
                  <a:gd name="csX846" fmla="*/ 1639758 w 1936944"/>
                  <a:gd name="csY846" fmla="*/ 2474072 h 2553338"/>
                  <a:gd name="csX847" fmla="*/ 1641700 w 1936944"/>
                  <a:gd name="csY847" fmla="*/ 2479543 h 2553338"/>
                  <a:gd name="csX848" fmla="*/ 1643637 w 1936944"/>
                  <a:gd name="csY848" fmla="*/ 2484823 h 2553338"/>
                  <a:gd name="csX849" fmla="*/ 1645578 w 1936944"/>
                  <a:gd name="csY849" fmla="*/ 2489907 h 2553338"/>
                  <a:gd name="csX850" fmla="*/ 1647515 w 1936944"/>
                  <a:gd name="csY850" fmla="*/ 2494801 h 2553338"/>
                  <a:gd name="csX851" fmla="*/ 1649452 w 1936944"/>
                  <a:gd name="csY851" fmla="*/ 2499504 h 2553338"/>
                  <a:gd name="csX852" fmla="*/ 1651394 w 1936944"/>
                  <a:gd name="csY852" fmla="*/ 2504017 h 2553338"/>
                  <a:gd name="csX853" fmla="*/ 1653331 w 1936944"/>
                  <a:gd name="csY853" fmla="*/ 2508329 h 2553338"/>
                  <a:gd name="csX854" fmla="*/ 1655272 w 1936944"/>
                  <a:gd name="csY854" fmla="*/ 2512451 h 2553338"/>
                  <a:gd name="csX855" fmla="*/ 1657209 w 1936944"/>
                  <a:gd name="csY855" fmla="*/ 2516373 h 2553338"/>
                  <a:gd name="csX856" fmla="*/ 1659146 w 1936944"/>
                  <a:gd name="csY856" fmla="*/ 2520099 h 2553338"/>
                  <a:gd name="csX857" fmla="*/ 1661088 w 1936944"/>
                  <a:gd name="csY857" fmla="*/ 2523635 h 2553338"/>
                  <a:gd name="csX858" fmla="*/ 1663025 w 1936944"/>
                  <a:gd name="csY858" fmla="*/ 2526966 h 2553338"/>
                  <a:gd name="csX859" fmla="*/ 1664966 w 1936944"/>
                  <a:gd name="csY859" fmla="*/ 2530101 h 2553338"/>
                  <a:gd name="csX860" fmla="*/ 1666903 w 1936944"/>
                  <a:gd name="csY860" fmla="*/ 2533041 h 2553338"/>
                  <a:gd name="csX861" fmla="*/ 1668845 w 1936944"/>
                  <a:gd name="csY861" fmla="*/ 2535781 h 2553338"/>
                  <a:gd name="csX862" fmla="*/ 1670782 w 1936944"/>
                  <a:gd name="csY862" fmla="*/ 2538321 h 2553338"/>
                  <a:gd name="csX863" fmla="*/ 1672719 w 1936944"/>
                  <a:gd name="csY863" fmla="*/ 2540661 h 2553338"/>
                  <a:gd name="csX864" fmla="*/ 1674660 w 1936944"/>
                  <a:gd name="csY864" fmla="*/ 2542801 h 2553338"/>
                  <a:gd name="csX865" fmla="*/ 1676597 w 1936944"/>
                  <a:gd name="csY865" fmla="*/ 2544740 h 2553338"/>
                  <a:gd name="csX866" fmla="*/ 1678539 w 1936944"/>
                  <a:gd name="csY866" fmla="*/ 2546479 h 2553338"/>
                  <a:gd name="csX867" fmla="*/ 1680476 w 1936944"/>
                  <a:gd name="csY867" fmla="*/ 2548014 h 2553338"/>
                  <a:gd name="csX868" fmla="*/ 1682413 w 1936944"/>
                  <a:gd name="csY868" fmla="*/ 2549353 h 2553338"/>
                  <a:gd name="csX869" fmla="*/ 1684355 w 1936944"/>
                  <a:gd name="csY869" fmla="*/ 2550487 h 2553338"/>
                  <a:gd name="csX870" fmla="*/ 1686291 w 1936944"/>
                  <a:gd name="csY870" fmla="*/ 2551421 h 2553338"/>
                  <a:gd name="csX871" fmla="*/ 1688233 w 1936944"/>
                  <a:gd name="csY871" fmla="*/ 2552155 h 2553338"/>
                  <a:gd name="csX872" fmla="*/ 1690170 w 1936944"/>
                  <a:gd name="csY872" fmla="*/ 2552684 h 2553338"/>
                  <a:gd name="csX873" fmla="*/ 1692111 w 1936944"/>
                  <a:gd name="csY873" fmla="*/ 2553012 h 2553338"/>
                  <a:gd name="csX874" fmla="*/ 1694048 w 1936944"/>
                  <a:gd name="csY874" fmla="*/ 2553136 h 2553338"/>
                  <a:gd name="csX875" fmla="*/ 1695985 w 1936944"/>
                  <a:gd name="csY875" fmla="*/ 2553060 h 2553338"/>
                  <a:gd name="csX876" fmla="*/ 1697927 w 1936944"/>
                  <a:gd name="csY876" fmla="*/ 2552784 h 2553338"/>
                  <a:gd name="csX877" fmla="*/ 1699864 w 1936944"/>
                  <a:gd name="csY877" fmla="*/ 2552307 h 2553338"/>
                  <a:gd name="csX878" fmla="*/ 1701806 w 1936944"/>
                  <a:gd name="csY878" fmla="*/ 2551621 h 2553338"/>
                  <a:gd name="csX879" fmla="*/ 1703743 w 1936944"/>
                  <a:gd name="csY879" fmla="*/ 2550740 h 2553338"/>
                  <a:gd name="csX880" fmla="*/ 1705679 w 1936944"/>
                  <a:gd name="csY880" fmla="*/ 2549653 h 2553338"/>
                  <a:gd name="csX881" fmla="*/ 1707621 w 1936944"/>
                  <a:gd name="csY881" fmla="*/ 2548366 h 2553338"/>
                  <a:gd name="csX882" fmla="*/ 1709558 w 1936944"/>
                  <a:gd name="csY882" fmla="*/ 2546880 h 2553338"/>
                  <a:gd name="csX883" fmla="*/ 1711500 w 1936944"/>
                  <a:gd name="csY883" fmla="*/ 2545193 h 2553338"/>
                  <a:gd name="csX884" fmla="*/ 1713437 w 1936944"/>
                  <a:gd name="csY884" fmla="*/ 2543301 h 2553338"/>
                  <a:gd name="csX885" fmla="*/ 1715378 w 1936944"/>
                  <a:gd name="csY885" fmla="*/ 2541214 h 2553338"/>
                  <a:gd name="csX886" fmla="*/ 1717315 w 1936944"/>
                  <a:gd name="csY886" fmla="*/ 2538922 h 2553338"/>
                  <a:gd name="csX887" fmla="*/ 1719252 w 1936944"/>
                  <a:gd name="csY887" fmla="*/ 2536434 h 2553338"/>
                  <a:gd name="csX888" fmla="*/ 1721194 w 1936944"/>
                  <a:gd name="csY888" fmla="*/ 2533742 h 2553338"/>
                  <a:gd name="csX889" fmla="*/ 1723130 w 1936944"/>
                  <a:gd name="csY889" fmla="*/ 2530854 h 2553338"/>
                  <a:gd name="csX890" fmla="*/ 1725072 w 1936944"/>
                  <a:gd name="csY890" fmla="*/ 2527771 h 2553338"/>
                  <a:gd name="csX891" fmla="*/ 1727009 w 1936944"/>
                  <a:gd name="csY891" fmla="*/ 2524483 h 2553338"/>
                  <a:gd name="csX892" fmla="*/ 1728946 w 1936944"/>
                  <a:gd name="csY892" fmla="*/ 2521005 h 2553338"/>
                  <a:gd name="csX893" fmla="*/ 1730888 w 1936944"/>
                  <a:gd name="csY893" fmla="*/ 2517326 h 2553338"/>
                  <a:gd name="csX894" fmla="*/ 1732825 w 1936944"/>
                  <a:gd name="csY894" fmla="*/ 2513447 h 2553338"/>
                  <a:gd name="csX895" fmla="*/ 1734766 w 1936944"/>
                  <a:gd name="csY895" fmla="*/ 2509377 h 2553338"/>
                  <a:gd name="csX896" fmla="*/ 1736703 w 1936944"/>
                  <a:gd name="csY896" fmla="*/ 2505113 h 2553338"/>
                  <a:gd name="csX897" fmla="*/ 1738645 w 1936944"/>
                  <a:gd name="csY897" fmla="*/ 2500652 h 2553338"/>
                  <a:gd name="csX898" fmla="*/ 1740582 w 1936944"/>
                  <a:gd name="csY898" fmla="*/ 2495997 h 2553338"/>
                  <a:gd name="csX899" fmla="*/ 1742519 w 1936944"/>
                  <a:gd name="csY899" fmla="*/ 2491151 h 2553338"/>
                  <a:gd name="csX900" fmla="*/ 1744460 w 1936944"/>
                  <a:gd name="csY900" fmla="*/ 2486109 h 2553338"/>
                  <a:gd name="csX901" fmla="*/ 1746397 w 1936944"/>
                  <a:gd name="csY901" fmla="*/ 2480882 h 2553338"/>
                  <a:gd name="csX902" fmla="*/ 1748339 w 1936944"/>
                  <a:gd name="csY902" fmla="*/ 2475459 h 2553338"/>
                  <a:gd name="csX903" fmla="*/ 1750276 w 1936944"/>
                  <a:gd name="csY903" fmla="*/ 2469846 h 2553338"/>
                  <a:gd name="csX904" fmla="*/ 1752213 w 1936944"/>
                  <a:gd name="csY904" fmla="*/ 2464046 h 2553338"/>
                  <a:gd name="csX905" fmla="*/ 1754154 w 1936944"/>
                  <a:gd name="csY905" fmla="*/ 2458061 h 2553338"/>
                  <a:gd name="csX906" fmla="*/ 1756091 w 1936944"/>
                  <a:gd name="csY906" fmla="*/ 2451886 h 2553338"/>
                  <a:gd name="csX907" fmla="*/ 1758033 w 1936944"/>
                  <a:gd name="csY907" fmla="*/ 2445524 h 2553338"/>
                  <a:gd name="csX908" fmla="*/ 1759970 w 1936944"/>
                  <a:gd name="csY908" fmla="*/ 2438977 h 2553338"/>
                  <a:gd name="csX909" fmla="*/ 1761911 w 1936944"/>
                  <a:gd name="csY909" fmla="*/ 2432248 h 2553338"/>
                  <a:gd name="csX910" fmla="*/ 1763848 w 1936944"/>
                  <a:gd name="csY910" fmla="*/ 2425339 h 2553338"/>
                  <a:gd name="csX911" fmla="*/ 1765785 w 1936944"/>
                  <a:gd name="csY911" fmla="*/ 2418243 h 2553338"/>
                  <a:gd name="csX912" fmla="*/ 1767727 w 1936944"/>
                  <a:gd name="csY912" fmla="*/ 2410967 h 2553338"/>
                  <a:gd name="csX913" fmla="*/ 1769664 w 1936944"/>
                  <a:gd name="csY913" fmla="*/ 2403514 h 2553338"/>
                  <a:gd name="csX914" fmla="*/ 1771605 w 1936944"/>
                  <a:gd name="csY914" fmla="*/ 2395880 h 2553338"/>
                  <a:gd name="csX915" fmla="*/ 1773542 w 1936944"/>
                  <a:gd name="csY915" fmla="*/ 2388070 h 2553338"/>
                  <a:gd name="csX916" fmla="*/ 1775479 w 1936944"/>
                  <a:gd name="csY916" fmla="*/ 2380084 h 2553338"/>
                  <a:gd name="csX917" fmla="*/ 1777421 w 1936944"/>
                  <a:gd name="csY917" fmla="*/ 2371926 h 2553338"/>
                  <a:gd name="csX918" fmla="*/ 1779358 w 1936944"/>
                  <a:gd name="csY918" fmla="*/ 2363591 h 2553338"/>
                  <a:gd name="csX919" fmla="*/ 1781299 w 1936944"/>
                  <a:gd name="csY919" fmla="*/ 2355086 h 2553338"/>
                  <a:gd name="csX920" fmla="*/ 1783237 w 1936944"/>
                  <a:gd name="csY920" fmla="*/ 2346408 h 2553338"/>
                  <a:gd name="csX921" fmla="*/ 1785178 w 1936944"/>
                  <a:gd name="csY921" fmla="*/ 2337564 h 2553338"/>
                  <a:gd name="csX922" fmla="*/ 1787115 w 1936944"/>
                  <a:gd name="csY922" fmla="*/ 2328548 h 2553338"/>
                  <a:gd name="csX923" fmla="*/ 1789052 w 1936944"/>
                  <a:gd name="csY923" fmla="*/ 2319371 h 2553338"/>
                  <a:gd name="csX924" fmla="*/ 1790993 w 1936944"/>
                  <a:gd name="csY924" fmla="*/ 2310026 h 2553338"/>
                  <a:gd name="csX925" fmla="*/ 1792930 w 1936944"/>
                  <a:gd name="csY925" fmla="*/ 2300515 h 2553338"/>
                  <a:gd name="csX926" fmla="*/ 1794872 w 1936944"/>
                  <a:gd name="csY926" fmla="*/ 2290846 h 2553338"/>
                  <a:gd name="csX927" fmla="*/ 1796809 w 1936944"/>
                  <a:gd name="csY927" fmla="*/ 2281016 h 2553338"/>
                  <a:gd name="csX928" fmla="*/ 1798746 w 1936944"/>
                  <a:gd name="csY928" fmla="*/ 2271023 h 2553338"/>
                  <a:gd name="csX929" fmla="*/ 1800688 w 1936944"/>
                  <a:gd name="csY929" fmla="*/ 2260878 h 2553338"/>
                  <a:gd name="csX930" fmla="*/ 1802625 w 1936944"/>
                  <a:gd name="csY930" fmla="*/ 2250571 h 2553338"/>
                  <a:gd name="csX931" fmla="*/ 1804566 w 1936944"/>
                  <a:gd name="csY931" fmla="*/ 2240116 h 2553338"/>
                  <a:gd name="csX932" fmla="*/ 1806503 w 1936944"/>
                  <a:gd name="csY932" fmla="*/ 2229504 h 2553338"/>
                  <a:gd name="csX933" fmla="*/ 1808445 w 1936944"/>
                  <a:gd name="csY933" fmla="*/ 2218744 h 2553338"/>
                  <a:gd name="csX934" fmla="*/ 1810381 w 1936944"/>
                  <a:gd name="csY934" fmla="*/ 2207837 h 2553338"/>
                  <a:gd name="csX935" fmla="*/ 1812318 w 1936944"/>
                  <a:gd name="csY935" fmla="*/ 2196777 h 2553338"/>
                  <a:gd name="csX936" fmla="*/ 1814260 w 1936944"/>
                  <a:gd name="csY936" fmla="*/ 2185574 h 2553338"/>
                  <a:gd name="csX937" fmla="*/ 1816197 w 1936944"/>
                  <a:gd name="csY937" fmla="*/ 2174228 h 2553338"/>
                  <a:gd name="csX938" fmla="*/ 1818139 w 1936944"/>
                  <a:gd name="csY938" fmla="*/ 2162739 h 2553338"/>
                  <a:gd name="csX939" fmla="*/ 1820076 w 1936944"/>
                  <a:gd name="csY939" fmla="*/ 2151112 h 2553338"/>
                  <a:gd name="csX940" fmla="*/ 1822013 w 1936944"/>
                  <a:gd name="csY940" fmla="*/ 2139347 h 2553338"/>
                  <a:gd name="csX941" fmla="*/ 1823954 w 1936944"/>
                  <a:gd name="csY941" fmla="*/ 2127438 h 2553338"/>
                  <a:gd name="csX942" fmla="*/ 1825891 w 1936944"/>
                  <a:gd name="csY942" fmla="*/ 2115402 h 2553338"/>
                  <a:gd name="csX943" fmla="*/ 1827833 w 1936944"/>
                  <a:gd name="csY943" fmla="*/ 2103231 h 2553338"/>
                  <a:gd name="csX944" fmla="*/ 1829770 w 1936944"/>
                  <a:gd name="csY944" fmla="*/ 2090928 h 2553338"/>
                  <a:gd name="csX945" fmla="*/ 1831707 w 1936944"/>
                  <a:gd name="csY945" fmla="*/ 2078500 h 2553338"/>
                  <a:gd name="csX946" fmla="*/ 1833648 w 1936944"/>
                  <a:gd name="csY946" fmla="*/ 2065939 h 2553338"/>
                  <a:gd name="csX947" fmla="*/ 1835585 w 1936944"/>
                  <a:gd name="csY947" fmla="*/ 2053259 h 2553338"/>
                  <a:gd name="csX948" fmla="*/ 1837527 w 1936944"/>
                  <a:gd name="csY948" fmla="*/ 2040450 h 2553338"/>
                  <a:gd name="csX949" fmla="*/ 1839464 w 1936944"/>
                  <a:gd name="csY949" fmla="*/ 2027527 h 2553338"/>
                  <a:gd name="csX950" fmla="*/ 1841405 w 1936944"/>
                  <a:gd name="csY950" fmla="*/ 2014480 h 2553338"/>
                  <a:gd name="csX951" fmla="*/ 1843342 w 1936944"/>
                  <a:gd name="csY951" fmla="*/ 2001318 h 2553338"/>
                  <a:gd name="csX952" fmla="*/ 1845279 w 1936944"/>
                  <a:gd name="csY952" fmla="*/ 1988043 h 2553338"/>
                  <a:gd name="csX953" fmla="*/ 1847221 w 1936944"/>
                  <a:gd name="csY953" fmla="*/ 1974652 h 2553338"/>
                  <a:gd name="csX954" fmla="*/ 1849158 w 1936944"/>
                  <a:gd name="csY954" fmla="*/ 1961153 h 2553338"/>
                  <a:gd name="csX955" fmla="*/ 1851099 w 1936944"/>
                  <a:gd name="csY955" fmla="*/ 1947543 h 2553338"/>
                  <a:gd name="csX956" fmla="*/ 1853036 w 1936944"/>
                  <a:gd name="csY956" fmla="*/ 1933829 h 2553338"/>
                  <a:gd name="csX957" fmla="*/ 1854973 w 1936944"/>
                  <a:gd name="csY957" fmla="*/ 1920010 h 2553338"/>
                  <a:gd name="csX958" fmla="*/ 1856915 w 1936944"/>
                  <a:gd name="csY958" fmla="*/ 1906091 h 2553338"/>
                  <a:gd name="csX959" fmla="*/ 1858852 w 1936944"/>
                  <a:gd name="csY959" fmla="*/ 1892072 h 2553338"/>
                  <a:gd name="csX960" fmla="*/ 1860793 w 1936944"/>
                  <a:gd name="csY960" fmla="*/ 1877952 h 2553338"/>
                  <a:gd name="csX961" fmla="*/ 1862730 w 1936944"/>
                  <a:gd name="csY961" fmla="*/ 1863743 h 2553338"/>
                  <a:gd name="csX962" fmla="*/ 1864672 w 1936944"/>
                  <a:gd name="csY962" fmla="*/ 1849438 h 2553338"/>
                  <a:gd name="csX963" fmla="*/ 1866609 w 1936944"/>
                  <a:gd name="csY963" fmla="*/ 1835042 h 2553338"/>
                  <a:gd name="csX964" fmla="*/ 1868546 w 1936944"/>
                  <a:gd name="csY964" fmla="*/ 1820556 h 2553338"/>
                  <a:gd name="csX965" fmla="*/ 1870487 w 1936944"/>
                  <a:gd name="csY965" fmla="*/ 1805984 h 2553338"/>
                  <a:gd name="csX966" fmla="*/ 1872424 w 1936944"/>
                  <a:gd name="csY966" fmla="*/ 1791331 h 2553338"/>
                  <a:gd name="csX967" fmla="*/ 1874366 w 1936944"/>
                  <a:gd name="csY967" fmla="*/ 1776597 h 2553338"/>
                  <a:gd name="csX968" fmla="*/ 1876303 w 1936944"/>
                  <a:gd name="csY968" fmla="*/ 1761782 h 2553338"/>
                  <a:gd name="csX969" fmla="*/ 1878244 w 1936944"/>
                  <a:gd name="csY969" fmla="*/ 1746891 h 2553338"/>
                  <a:gd name="csX970" fmla="*/ 1880181 w 1936944"/>
                  <a:gd name="csY970" fmla="*/ 1731923 h 2553338"/>
                  <a:gd name="csX971" fmla="*/ 1882118 w 1936944"/>
                  <a:gd name="csY971" fmla="*/ 1716884 h 2553338"/>
                  <a:gd name="csX972" fmla="*/ 1884060 w 1936944"/>
                  <a:gd name="csY972" fmla="*/ 1701779 h 2553338"/>
                  <a:gd name="csX973" fmla="*/ 1885997 w 1936944"/>
                  <a:gd name="csY973" fmla="*/ 1686602 h 2553338"/>
                  <a:gd name="csX974" fmla="*/ 1887939 w 1936944"/>
                  <a:gd name="csY974" fmla="*/ 1671363 h 2553338"/>
                  <a:gd name="csX975" fmla="*/ 1889875 w 1936944"/>
                  <a:gd name="csY975" fmla="*/ 1656062 h 2553338"/>
                  <a:gd name="csX976" fmla="*/ 1891812 w 1936944"/>
                  <a:gd name="csY976" fmla="*/ 1640699 h 2553338"/>
                  <a:gd name="csX977" fmla="*/ 1893754 w 1936944"/>
                  <a:gd name="csY977" fmla="*/ 1625279 h 2553338"/>
                  <a:gd name="csX978" fmla="*/ 1895691 w 1936944"/>
                  <a:gd name="csY978" fmla="*/ 1609801 h 2553338"/>
                  <a:gd name="csX979" fmla="*/ 1897632 w 1936944"/>
                  <a:gd name="csY979" fmla="*/ 1594271 h 2553338"/>
                  <a:gd name="csX980" fmla="*/ 1899570 w 1936944"/>
                  <a:gd name="csY980" fmla="*/ 1578694 h 2553338"/>
                  <a:gd name="csX981" fmla="*/ 1901511 w 1936944"/>
                  <a:gd name="csY981" fmla="*/ 1563069 h 2553338"/>
                  <a:gd name="csX982" fmla="*/ 1903448 w 1936944"/>
                  <a:gd name="csY982" fmla="*/ 1547396 h 2553338"/>
                  <a:gd name="csX983" fmla="*/ 1905385 w 1936944"/>
                  <a:gd name="csY983" fmla="*/ 1531681 h 2553338"/>
                  <a:gd name="csX984" fmla="*/ 1907327 w 1936944"/>
                  <a:gd name="csY984" fmla="*/ 1515927 h 2553338"/>
                  <a:gd name="csX985" fmla="*/ 1909263 w 1936944"/>
                  <a:gd name="csY985" fmla="*/ 1500135 h 2553338"/>
                  <a:gd name="csX986" fmla="*/ 1911205 w 1936944"/>
                  <a:gd name="csY986" fmla="*/ 1484305 h 2553338"/>
                  <a:gd name="csX987" fmla="*/ 1913142 w 1936944"/>
                  <a:gd name="csY987" fmla="*/ 1468447 h 2553338"/>
                  <a:gd name="csX988" fmla="*/ 1915079 w 1936944"/>
                  <a:gd name="csY988" fmla="*/ 1452555 h 2553338"/>
                  <a:gd name="csX989" fmla="*/ 1917021 w 1936944"/>
                  <a:gd name="csY989" fmla="*/ 1436634 h 2553338"/>
                  <a:gd name="csX990" fmla="*/ 1918958 w 1936944"/>
                  <a:gd name="csY990" fmla="*/ 1420690 h 2553338"/>
                  <a:gd name="csX991" fmla="*/ 1920899 w 1936944"/>
                  <a:gd name="csY991" fmla="*/ 1404722 h 2553338"/>
                  <a:gd name="csX992" fmla="*/ 1922836 w 1936944"/>
                  <a:gd name="csY992" fmla="*/ 1388735 h 2553338"/>
                  <a:gd name="csX993" fmla="*/ 1924778 w 1936944"/>
                  <a:gd name="csY993" fmla="*/ 1372728 h 2553338"/>
                  <a:gd name="csX994" fmla="*/ 1926715 w 1936944"/>
                  <a:gd name="csY994" fmla="*/ 1356708 h 2553338"/>
                  <a:gd name="csX995" fmla="*/ 1928651 w 1936944"/>
                  <a:gd name="csY995" fmla="*/ 1340678 h 2553338"/>
                  <a:gd name="csX996" fmla="*/ 1930593 w 1936944"/>
                  <a:gd name="csY996" fmla="*/ 1324634 h 2553338"/>
                  <a:gd name="csX997" fmla="*/ 1932530 w 1936944"/>
                  <a:gd name="csY997" fmla="*/ 1308584 h 2553338"/>
                  <a:gd name="csX998" fmla="*/ 1934472 w 1936944"/>
                  <a:gd name="csY998" fmla="*/ 1292526 h 2553338"/>
                  <a:gd name="csX999" fmla="*/ 1936409 w 1936944"/>
                  <a:gd name="csY999" fmla="*/ 1276467 h 2553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  <a:cxn ang="0">
                    <a:pos x="csX572" y="csY572"/>
                  </a:cxn>
                  <a:cxn ang="0">
                    <a:pos x="csX573" y="csY573"/>
                  </a:cxn>
                  <a:cxn ang="0">
                    <a:pos x="csX574" y="csY574"/>
                  </a:cxn>
                  <a:cxn ang="0">
                    <a:pos x="csX575" y="csY575"/>
                  </a:cxn>
                  <a:cxn ang="0">
                    <a:pos x="csX576" y="csY576"/>
                  </a:cxn>
                  <a:cxn ang="0">
                    <a:pos x="csX577" y="csY577"/>
                  </a:cxn>
                  <a:cxn ang="0">
                    <a:pos x="csX578" y="csY578"/>
                  </a:cxn>
                  <a:cxn ang="0">
                    <a:pos x="csX579" y="csY579"/>
                  </a:cxn>
                  <a:cxn ang="0">
                    <a:pos x="csX580" y="csY580"/>
                  </a:cxn>
                  <a:cxn ang="0">
                    <a:pos x="csX581" y="csY581"/>
                  </a:cxn>
                  <a:cxn ang="0">
                    <a:pos x="csX582" y="csY582"/>
                  </a:cxn>
                  <a:cxn ang="0">
                    <a:pos x="csX583" y="csY583"/>
                  </a:cxn>
                  <a:cxn ang="0">
                    <a:pos x="csX584" y="csY584"/>
                  </a:cxn>
                  <a:cxn ang="0">
                    <a:pos x="csX585" y="csY585"/>
                  </a:cxn>
                  <a:cxn ang="0">
                    <a:pos x="csX586" y="csY586"/>
                  </a:cxn>
                  <a:cxn ang="0">
                    <a:pos x="csX587" y="csY587"/>
                  </a:cxn>
                  <a:cxn ang="0">
                    <a:pos x="csX588" y="csY588"/>
                  </a:cxn>
                  <a:cxn ang="0">
                    <a:pos x="csX589" y="csY589"/>
                  </a:cxn>
                  <a:cxn ang="0">
                    <a:pos x="csX590" y="csY590"/>
                  </a:cxn>
                  <a:cxn ang="0">
                    <a:pos x="csX591" y="csY591"/>
                  </a:cxn>
                  <a:cxn ang="0">
                    <a:pos x="csX592" y="csY592"/>
                  </a:cxn>
                  <a:cxn ang="0">
                    <a:pos x="csX593" y="csY593"/>
                  </a:cxn>
                  <a:cxn ang="0">
                    <a:pos x="csX594" y="csY594"/>
                  </a:cxn>
                  <a:cxn ang="0">
                    <a:pos x="csX595" y="csY595"/>
                  </a:cxn>
                  <a:cxn ang="0">
                    <a:pos x="csX596" y="csY596"/>
                  </a:cxn>
                  <a:cxn ang="0">
                    <a:pos x="csX597" y="csY597"/>
                  </a:cxn>
                  <a:cxn ang="0">
                    <a:pos x="csX598" y="csY598"/>
                  </a:cxn>
                  <a:cxn ang="0">
                    <a:pos x="csX599" y="csY599"/>
                  </a:cxn>
                  <a:cxn ang="0">
                    <a:pos x="csX600" y="csY600"/>
                  </a:cxn>
                  <a:cxn ang="0">
                    <a:pos x="csX601" y="csY601"/>
                  </a:cxn>
                  <a:cxn ang="0">
                    <a:pos x="csX602" y="csY602"/>
                  </a:cxn>
                  <a:cxn ang="0">
                    <a:pos x="csX603" y="csY603"/>
                  </a:cxn>
                  <a:cxn ang="0">
                    <a:pos x="csX604" y="csY604"/>
                  </a:cxn>
                  <a:cxn ang="0">
                    <a:pos x="csX605" y="csY605"/>
                  </a:cxn>
                  <a:cxn ang="0">
                    <a:pos x="csX606" y="csY606"/>
                  </a:cxn>
                  <a:cxn ang="0">
                    <a:pos x="csX607" y="csY607"/>
                  </a:cxn>
                  <a:cxn ang="0">
                    <a:pos x="csX608" y="csY608"/>
                  </a:cxn>
                  <a:cxn ang="0">
                    <a:pos x="csX609" y="csY609"/>
                  </a:cxn>
                  <a:cxn ang="0">
                    <a:pos x="csX610" y="csY610"/>
                  </a:cxn>
                  <a:cxn ang="0">
                    <a:pos x="csX611" y="csY611"/>
                  </a:cxn>
                  <a:cxn ang="0">
                    <a:pos x="csX612" y="csY612"/>
                  </a:cxn>
                  <a:cxn ang="0">
                    <a:pos x="csX613" y="csY613"/>
                  </a:cxn>
                  <a:cxn ang="0">
                    <a:pos x="csX614" y="csY614"/>
                  </a:cxn>
                  <a:cxn ang="0">
                    <a:pos x="csX615" y="csY615"/>
                  </a:cxn>
                  <a:cxn ang="0">
                    <a:pos x="csX616" y="csY616"/>
                  </a:cxn>
                  <a:cxn ang="0">
                    <a:pos x="csX617" y="csY617"/>
                  </a:cxn>
                  <a:cxn ang="0">
                    <a:pos x="csX618" y="csY618"/>
                  </a:cxn>
                  <a:cxn ang="0">
                    <a:pos x="csX619" y="csY619"/>
                  </a:cxn>
                  <a:cxn ang="0">
                    <a:pos x="csX620" y="csY620"/>
                  </a:cxn>
                  <a:cxn ang="0">
                    <a:pos x="csX621" y="csY621"/>
                  </a:cxn>
                  <a:cxn ang="0">
                    <a:pos x="csX622" y="csY622"/>
                  </a:cxn>
                  <a:cxn ang="0">
                    <a:pos x="csX623" y="csY623"/>
                  </a:cxn>
                  <a:cxn ang="0">
                    <a:pos x="csX624" y="csY624"/>
                  </a:cxn>
                  <a:cxn ang="0">
                    <a:pos x="csX625" y="csY625"/>
                  </a:cxn>
                  <a:cxn ang="0">
                    <a:pos x="csX626" y="csY626"/>
                  </a:cxn>
                  <a:cxn ang="0">
                    <a:pos x="csX627" y="csY627"/>
                  </a:cxn>
                  <a:cxn ang="0">
                    <a:pos x="csX628" y="csY628"/>
                  </a:cxn>
                  <a:cxn ang="0">
                    <a:pos x="csX629" y="csY629"/>
                  </a:cxn>
                  <a:cxn ang="0">
                    <a:pos x="csX630" y="csY630"/>
                  </a:cxn>
                  <a:cxn ang="0">
                    <a:pos x="csX631" y="csY631"/>
                  </a:cxn>
                  <a:cxn ang="0">
                    <a:pos x="csX632" y="csY632"/>
                  </a:cxn>
                  <a:cxn ang="0">
                    <a:pos x="csX633" y="csY633"/>
                  </a:cxn>
                  <a:cxn ang="0">
                    <a:pos x="csX634" y="csY634"/>
                  </a:cxn>
                  <a:cxn ang="0">
                    <a:pos x="csX635" y="csY635"/>
                  </a:cxn>
                  <a:cxn ang="0">
                    <a:pos x="csX636" y="csY636"/>
                  </a:cxn>
                  <a:cxn ang="0">
                    <a:pos x="csX637" y="csY637"/>
                  </a:cxn>
                  <a:cxn ang="0">
                    <a:pos x="csX638" y="csY638"/>
                  </a:cxn>
                  <a:cxn ang="0">
                    <a:pos x="csX639" y="csY639"/>
                  </a:cxn>
                  <a:cxn ang="0">
                    <a:pos x="csX640" y="csY640"/>
                  </a:cxn>
                  <a:cxn ang="0">
                    <a:pos x="csX641" y="csY641"/>
                  </a:cxn>
                  <a:cxn ang="0">
                    <a:pos x="csX642" y="csY642"/>
                  </a:cxn>
                  <a:cxn ang="0">
                    <a:pos x="csX643" y="csY643"/>
                  </a:cxn>
                  <a:cxn ang="0">
                    <a:pos x="csX644" y="csY644"/>
                  </a:cxn>
                  <a:cxn ang="0">
                    <a:pos x="csX645" y="csY645"/>
                  </a:cxn>
                  <a:cxn ang="0">
                    <a:pos x="csX646" y="csY646"/>
                  </a:cxn>
                  <a:cxn ang="0">
                    <a:pos x="csX647" y="csY647"/>
                  </a:cxn>
                  <a:cxn ang="0">
                    <a:pos x="csX648" y="csY648"/>
                  </a:cxn>
                  <a:cxn ang="0">
                    <a:pos x="csX649" y="csY649"/>
                  </a:cxn>
                  <a:cxn ang="0">
                    <a:pos x="csX650" y="csY650"/>
                  </a:cxn>
                  <a:cxn ang="0">
                    <a:pos x="csX651" y="csY651"/>
                  </a:cxn>
                  <a:cxn ang="0">
                    <a:pos x="csX652" y="csY652"/>
                  </a:cxn>
                  <a:cxn ang="0">
                    <a:pos x="csX653" y="csY653"/>
                  </a:cxn>
                  <a:cxn ang="0">
                    <a:pos x="csX654" y="csY654"/>
                  </a:cxn>
                  <a:cxn ang="0">
                    <a:pos x="csX655" y="csY655"/>
                  </a:cxn>
                  <a:cxn ang="0">
                    <a:pos x="csX656" y="csY656"/>
                  </a:cxn>
                  <a:cxn ang="0">
                    <a:pos x="csX657" y="csY657"/>
                  </a:cxn>
                  <a:cxn ang="0">
                    <a:pos x="csX658" y="csY658"/>
                  </a:cxn>
                  <a:cxn ang="0">
                    <a:pos x="csX659" y="csY659"/>
                  </a:cxn>
                  <a:cxn ang="0">
                    <a:pos x="csX660" y="csY660"/>
                  </a:cxn>
                  <a:cxn ang="0">
                    <a:pos x="csX661" y="csY661"/>
                  </a:cxn>
                  <a:cxn ang="0">
                    <a:pos x="csX662" y="csY662"/>
                  </a:cxn>
                  <a:cxn ang="0">
                    <a:pos x="csX663" y="csY663"/>
                  </a:cxn>
                  <a:cxn ang="0">
                    <a:pos x="csX664" y="csY664"/>
                  </a:cxn>
                  <a:cxn ang="0">
                    <a:pos x="csX665" y="csY665"/>
                  </a:cxn>
                  <a:cxn ang="0">
                    <a:pos x="csX666" y="csY666"/>
                  </a:cxn>
                  <a:cxn ang="0">
                    <a:pos x="csX667" y="csY667"/>
                  </a:cxn>
                  <a:cxn ang="0">
                    <a:pos x="csX668" y="csY668"/>
                  </a:cxn>
                  <a:cxn ang="0">
                    <a:pos x="csX669" y="csY669"/>
                  </a:cxn>
                  <a:cxn ang="0">
                    <a:pos x="csX670" y="csY670"/>
                  </a:cxn>
                  <a:cxn ang="0">
                    <a:pos x="csX671" y="csY671"/>
                  </a:cxn>
                  <a:cxn ang="0">
                    <a:pos x="csX672" y="csY672"/>
                  </a:cxn>
                  <a:cxn ang="0">
                    <a:pos x="csX673" y="csY673"/>
                  </a:cxn>
                  <a:cxn ang="0">
                    <a:pos x="csX674" y="csY674"/>
                  </a:cxn>
                  <a:cxn ang="0">
                    <a:pos x="csX675" y="csY675"/>
                  </a:cxn>
                  <a:cxn ang="0">
                    <a:pos x="csX676" y="csY676"/>
                  </a:cxn>
                  <a:cxn ang="0">
                    <a:pos x="csX677" y="csY677"/>
                  </a:cxn>
                  <a:cxn ang="0">
                    <a:pos x="csX678" y="csY678"/>
                  </a:cxn>
                  <a:cxn ang="0">
                    <a:pos x="csX679" y="csY679"/>
                  </a:cxn>
                  <a:cxn ang="0">
                    <a:pos x="csX680" y="csY680"/>
                  </a:cxn>
                  <a:cxn ang="0">
                    <a:pos x="csX681" y="csY681"/>
                  </a:cxn>
                  <a:cxn ang="0">
                    <a:pos x="csX682" y="csY682"/>
                  </a:cxn>
                  <a:cxn ang="0">
                    <a:pos x="csX683" y="csY683"/>
                  </a:cxn>
                  <a:cxn ang="0">
                    <a:pos x="csX684" y="csY684"/>
                  </a:cxn>
                  <a:cxn ang="0">
                    <a:pos x="csX685" y="csY685"/>
                  </a:cxn>
                  <a:cxn ang="0">
                    <a:pos x="csX686" y="csY686"/>
                  </a:cxn>
                  <a:cxn ang="0">
                    <a:pos x="csX687" y="csY687"/>
                  </a:cxn>
                  <a:cxn ang="0">
                    <a:pos x="csX688" y="csY688"/>
                  </a:cxn>
                  <a:cxn ang="0">
                    <a:pos x="csX689" y="csY689"/>
                  </a:cxn>
                  <a:cxn ang="0">
                    <a:pos x="csX690" y="csY690"/>
                  </a:cxn>
                  <a:cxn ang="0">
                    <a:pos x="csX691" y="csY691"/>
                  </a:cxn>
                  <a:cxn ang="0">
                    <a:pos x="csX692" y="csY692"/>
                  </a:cxn>
                  <a:cxn ang="0">
                    <a:pos x="csX693" y="csY693"/>
                  </a:cxn>
                  <a:cxn ang="0">
                    <a:pos x="csX694" y="csY694"/>
                  </a:cxn>
                  <a:cxn ang="0">
                    <a:pos x="csX695" y="csY695"/>
                  </a:cxn>
                  <a:cxn ang="0">
                    <a:pos x="csX696" y="csY696"/>
                  </a:cxn>
                  <a:cxn ang="0">
                    <a:pos x="csX697" y="csY697"/>
                  </a:cxn>
                  <a:cxn ang="0">
                    <a:pos x="csX698" y="csY698"/>
                  </a:cxn>
                  <a:cxn ang="0">
                    <a:pos x="csX699" y="csY699"/>
                  </a:cxn>
                  <a:cxn ang="0">
                    <a:pos x="csX700" y="csY700"/>
                  </a:cxn>
                  <a:cxn ang="0">
                    <a:pos x="csX701" y="csY701"/>
                  </a:cxn>
                  <a:cxn ang="0">
                    <a:pos x="csX702" y="csY702"/>
                  </a:cxn>
                  <a:cxn ang="0">
                    <a:pos x="csX703" y="csY703"/>
                  </a:cxn>
                  <a:cxn ang="0">
                    <a:pos x="csX704" y="csY704"/>
                  </a:cxn>
                  <a:cxn ang="0">
                    <a:pos x="csX705" y="csY705"/>
                  </a:cxn>
                  <a:cxn ang="0">
                    <a:pos x="csX706" y="csY706"/>
                  </a:cxn>
                  <a:cxn ang="0">
                    <a:pos x="csX707" y="csY707"/>
                  </a:cxn>
                  <a:cxn ang="0">
                    <a:pos x="csX708" y="csY708"/>
                  </a:cxn>
                  <a:cxn ang="0">
                    <a:pos x="csX709" y="csY709"/>
                  </a:cxn>
                  <a:cxn ang="0">
                    <a:pos x="csX710" y="csY710"/>
                  </a:cxn>
                  <a:cxn ang="0">
                    <a:pos x="csX711" y="csY711"/>
                  </a:cxn>
                  <a:cxn ang="0">
                    <a:pos x="csX712" y="csY712"/>
                  </a:cxn>
                  <a:cxn ang="0">
                    <a:pos x="csX713" y="csY713"/>
                  </a:cxn>
                  <a:cxn ang="0">
                    <a:pos x="csX714" y="csY714"/>
                  </a:cxn>
                  <a:cxn ang="0">
                    <a:pos x="csX715" y="csY715"/>
                  </a:cxn>
                  <a:cxn ang="0">
                    <a:pos x="csX716" y="csY716"/>
                  </a:cxn>
                  <a:cxn ang="0">
                    <a:pos x="csX717" y="csY717"/>
                  </a:cxn>
                  <a:cxn ang="0">
                    <a:pos x="csX718" y="csY718"/>
                  </a:cxn>
                  <a:cxn ang="0">
                    <a:pos x="csX719" y="csY719"/>
                  </a:cxn>
                  <a:cxn ang="0">
                    <a:pos x="csX720" y="csY720"/>
                  </a:cxn>
                  <a:cxn ang="0">
                    <a:pos x="csX721" y="csY721"/>
                  </a:cxn>
                  <a:cxn ang="0">
                    <a:pos x="csX722" y="csY722"/>
                  </a:cxn>
                  <a:cxn ang="0">
                    <a:pos x="csX723" y="csY723"/>
                  </a:cxn>
                  <a:cxn ang="0">
                    <a:pos x="csX724" y="csY724"/>
                  </a:cxn>
                  <a:cxn ang="0">
                    <a:pos x="csX725" y="csY725"/>
                  </a:cxn>
                  <a:cxn ang="0">
                    <a:pos x="csX726" y="csY726"/>
                  </a:cxn>
                  <a:cxn ang="0">
                    <a:pos x="csX727" y="csY727"/>
                  </a:cxn>
                  <a:cxn ang="0">
                    <a:pos x="csX728" y="csY728"/>
                  </a:cxn>
                  <a:cxn ang="0">
                    <a:pos x="csX729" y="csY729"/>
                  </a:cxn>
                  <a:cxn ang="0">
                    <a:pos x="csX730" y="csY730"/>
                  </a:cxn>
                  <a:cxn ang="0">
                    <a:pos x="csX731" y="csY731"/>
                  </a:cxn>
                  <a:cxn ang="0">
                    <a:pos x="csX732" y="csY732"/>
                  </a:cxn>
                  <a:cxn ang="0">
                    <a:pos x="csX733" y="csY733"/>
                  </a:cxn>
                  <a:cxn ang="0">
                    <a:pos x="csX734" y="csY734"/>
                  </a:cxn>
                  <a:cxn ang="0">
                    <a:pos x="csX735" y="csY735"/>
                  </a:cxn>
                  <a:cxn ang="0">
                    <a:pos x="csX736" y="csY736"/>
                  </a:cxn>
                  <a:cxn ang="0">
                    <a:pos x="csX737" y="csY737"/>
                  </a:cxn>
                  <a:cxn ang="0">
                    <a:pos x="csX738" y="csY738"/>
                  </a:cxn>
                  <a:cxn ang="0">
                    <a:pos x="csX739" y="csY739"/>
                  </a:cxn>
                  <a:cxn ang="0">
                    <a:pos x="csX740" y="csY740"/>
                  </a:cxn>
                  <a:cxn ang="0">
                    <a:pos x="csX741" y="csY741"/>
                  </a:cxn>
                  <a:cxn ang="0">
                    <a:pos x="csX742" y="csY742"/>
                  </a:cxn>
                  <a:cxn ang="0">
                    <a:pos x="csX743" y="csY743"/>
                  </a:cxn>
                  <a:cxn ang="0">
                    <a:pos x="csX744" y="csY744"/>
                  </a:cxn>
                  <a:cxn ang="0">
                    <a:pos x="csX745" y="csY745"/>
                  </a:cxn>
                  <a:cxn ang="0">
                    <a:pos x="csX746" y="csY746"/>
                  </a:cxn>
                  <a:cxn ang="0">
                    <a:pos x="csX747" y="csY747"/>
                  </a:cxn>
                  <a:cxn ang="0">
                    <a:pos x="csX748" y="csY748"/>
                  </a:cxn>
                  <a:cxn ang="0">
                    <a:pos x="csX749" y="csY749"/>
                  </a:cxn>
                  <a:cxn ang="0">
                    <a:pos x="csX750" y="csY750"/>
                  </a:cxn>
                  <a:cxn ang="0">
                    <a:pos x="csX751" y="csY751"/>
                  </a:cxn>
                  <a:cxn ang="0">
                    <a:pos x="csX752" y="csY752"/>
                  </a:cxn>
                  <a:cxn ang="0">
                    <a:pos x="csX753" y="csY753"/>
                  </a:cxn>
                  <a:cxn ang="0">
                    <a:pos x="csX754" y="csY754"/>
                  </a:cxn>
                  <a:cxn ang="0">
                    <a:pos x="csX755" y="csY755"/>
                  </a:cxn>
                  <a:cxn ang="0">
                    <a:pos x="csX756" y="csY756"/>
                  </a:cxn>
                  <a:cxn ang="0">
                    <a:pos x="csX757" y="csY757"/>
                  </a:cxn>
                  <a:cxn ang="0">
                    <a:pos x="csX758" y="csY758"/>
                  </a:cxn>
                  <a:cxn ang="0">
                    <a:pos x="csX759" y="csY759"/>
                  </a:cxn>
                  <a:cxn ang="0">
                    <a:pos x="csX760" y="csY760"/>
                  </a:cxn>
                  <a:cxn ang="0">
                    <a:pos x="csX761" y="csY761"/>
                  </a:cxn>
                  <a:cxn ang="0">
                    <a:pos x="csX762" y="csY762"/>
                  </a:cxn>
                  <a:cxn ang="0">
                    <a:pos x="csX763" y="csY763"/>
                  </a:cxn>
                  <a:cxn ang="0">
                    <a:pos x="csX764" y="csY764"/>
                  </a:cxn>
                  <a:cxn ang="0">
                    <a:pos x="csX765" y="csY765"/>
                  </a:cxn>
                  <a:cxn ang="0">
                    <a:pos x="csX766" y="csY766"/>
                  </a:cxn>
                  <a:cxn ang="0">
                    <a:pos x="csX767" y="csY767"/>
                  </a:cxn>
                  <a:cxn ang="0">
                    <a:pos x="csX768" y="csY768"/>
                  </a:cxn>
                  <a:cxn ang="0">
                    <a:pos x="csX769" y="csY769"/>
                  </a:cxn>
                  <a:cxn ang="0">
                    <a:pos x="csX770" y="csY770"/>
                  </a:cxn>
                  <a:cxn ang="0">
                    <a:pos x="csX771" y="csY771"/>
                  </a:cxn>
                  <a:cxn ang="0">
                    <a:pos x="csX772" y="csY772"/>
                  </a:cxn>
                  <a:cxn ang="0">
                    <a:pos x="csX773" y="csY773"/>
                  </a:cxn>
                  <a:cxn ang="0">
                    <a:pos x="csX774" y="csY774"/>
                  </a:cxn>
                  <a:cxn ang="0">
                    <a:pos x="csX775" y="csY775"/>
                  </a:cxn>
                  <a:cxn ang="0">
                    <a:pos x="csX776" y="csY776"/>
                  </a:cxn>
                  <a:cxn ang="0">
                    <a:pos x="csX777" y="csY777"/>
                  </a:cxn>
                  <a:cxn ang="0">
                    <a:pos x="csX778" y="csY778"/>
                  </a:cxn>
                  <a:cxn ang="0">
                    <a:pos x="csX779" y="csY779"/>
                  </a:cxn>
                  <a:cxn ang="0">
                    <a:pos x="csX780" y="csY780"/>
                  </a:cxn>
                  <a:cxn ang="0">
                    <a:pos x="csX781" y="csY781"/>
                  </a:cxn>
                  <a:cxn ang="0">
                    <a:pos x="csX782" y="csY782"/>
                  </a:cxn>
                  <a:cxn ang="0">
                    <a:pos x="csX783" y="csY783"/>
                  </a:cxn>
                  <a:cxn ang="0">
                    <a:pos x="csX784" y="csY784"/>
                  </a:cxn>
                  <a:cxn ang="0">
                    <a:pos x="csX785" y="csY785"/>
                  </a:cxn>
                  <a:cxn ang="0">
                    <a:pos x="csX786" y="csY786"/>
                  </a:cxn>
                  <a:cxn ang="0">
                    <a:pos x="csX787" y="csY787"/>
                  </a:cxn>
                  <a:cxn ang="0">
                    <a:pos x="csX788" y="csY788"/>
                  </a:cxn>
                  <a:cxn ang="0">
                    <a:pos x="csX789" y="csY789"/>
                  </a:cxn>
                  <a:cxn ang="0">
                    <a:pos x="csX790" y="csY790"/>
                  </a:cxn>
                  <a:cxn ang="0">
                    <a:pos x="csX791" y="csY791"/>
                  </a:cxn>
                  <a:cxn ang="0">
                    <a:pos x="csX792" y="csY792"/>
                  </a:cxn>
                  <a:cxn ang="0">
                    <a:pos x="csX793" y="csY793"/>
                  </a:cxn>
                  <a:cxn ang="0">
                    <a:pos x="csX794" y="csY794"/>
                  </a:cxn>
                  <a:cxn ang="0">
                    <a:pos x="csX795" y="csY795"/>
                  </a:cxn>
                  <a:cxn ang="0">
                    <a:pos x="csX796" y="csY796"/>
                  </a:cxn>
                  <a:cxn ang="0">
                    <a:pos x="csX797" y="csY797"/>
                  </a:cxn>
                  <a:cxn ang="0">
                    <a:pos x="csX798" y="csY798"/>
                  </a:cxn>
                  <a:cxn ang="0">
                    <a:pos x="csX799" y="csY799"/>
                  </a:cxn>
                  <a:cxn ang="0">
                    <a:pos x="csX800" y="csY800"/>
                  </a:cxn>
                  <a:cxn ang="0">
                    <a:pos x="csX801" y="csY801"/>
                  </a:cxn>
                  <a:cxn ang="0">
                    <a:pos x="csX802" y="csY802"/>
                  </a:cxn>
                  <a:cxn ang="0">
                    <a:pos x="csX803" y="csY803"/>
                  </a:cxn>
                  <a:cxn ang="0">
                    <a:pos x="csX804" y="csY804"/>
                  </a:cxn>
                  <a:cxn ang="0">
                    <a:pos x="csX805" y="csY805"/>
                  </a:cxn>
                  <a:cxn ang="0">
                    <a:pos x="csX806" y="csY806"/>
                  </a:cxn>
                  <a:cxn ang="0">
                    <a:pos x="csX807" y="csY807"/>
                  </a:cxn>
                  <a:cxn ang="0">
                    <a:pos x="csX808" y="csY808"/>
                  </a:cxn>
                  <a:cxn ang="0">
                    <a:pos x="csX809" y="csY809"/>
                  </a:cxn>
                  <a:cxn ang="0">
                    <a:pos x="csX810" y="csY810"/>
                  </a:cxn>
                  <a:cxn ang="0">
                    <a:pos x="csX811" y="csY811"/>
                  </a:cxn>
                  <a:cxn ang="0">
                    <a:pos x="csX812" y="csY812"/>
                  </a:cxn>
                  <a:cxn ang="0">
                    <a:pos x="csX813" y="csY813"/>
                  </a:cxn>
                  <a:cxn ang="0">
                    <a:pos x="csX814" y="csY814"/>
                  </a:cxn>
                  <a:cxn ang="0">
                    <a:pos x="csX815" y="csY815"/>
                  </a:cxn>
                  <a:cxn ang="0">
                    <a:pos x="csX816" y="csY816"/>
                  </a:cxn>
                  <a:cxn ang="0">
                    <a:pos x="csX817" y="csY817"/>
                  </a:cxn>
                  <a:cxn ang="0">
                    <a:pos x="csX818" y="csY818"/>
                  </a:cxn>
                  <a:cxn ang="0">
                    <a:pos x="csX819" y="csY819"/>
                  </a:cxn>
                  <a:cxn ang="0">
                    <a:pos x="csX820" y="csY820"/>
                  </a:cxn>
                  <a:cxn ang="0">
                    <a:pos x="csX821" y="csY821"/>
                  </a:cxn>
                  <a:cxn ang="0">
                    <a:pos x="csX822" y="csY822"/>
                  </a:cxn>
                  <a:cxn ang="0">
                    <a:pos x="csX823" y="csY823"/>
                  </a:cxn>
                  <a:cxn ang="0">
                    <a:pos x="csX824" y="csY824"/>
                  </a:cxn>
                  <a:cxn ang="0">
                    <a:pos x="csX825" y="csY825"/>
                  </a:cxn>
                  <a:cxn ang="0">
                    <a:pos x="csX826" y="csY826"/>
                  </a:cxn>
                  <a:cxn ang="0">
                    <a:pos x="csX827" y="csY827"/>
                  </a:cxn>
                  <a:cxn ang="0">
                    <a:pos x="csX828" y="csY828"/>
                  </a:cxn>
                  <a:cxn ang="0">
                    <a:pos x="csX829" y="csY829"/>
                  </a:cxn>
                  <a:cxn ang="0">
                    <a:pos x="csX830" y="csY830"/>
                  </a:cxn>
                  <a:cxn ang="0">
                    <a:pos x="csX831" y="csY831"/>
                  </a:cxn>
                  <a:cxn ang="0">
                    <a:pos x="csX832" y="csY832"/>
                  </a:cxn>
                  <a:cxn ang="0">
                    <a:pos x="csX833" y="csY833"/>
                  </a:cxn>
                  <a:cxn ang="0">
                    <a:pos x="csX834" y="csY834"/>
                  </a:cxn>
                  <a:cxn ang="0">
                    <a:pos x="csX835" y="csY835"/>
                  </a:cxn>
                  <a:cxn ang="0">
                    <a:pos x="csX836" y="csY836"/>
                  </a:cxn>
                  <a:cxn ang="0">
                    <a:pos x="csX837" y="csY837"/>
                  </a:cxn>
                  <a:cxn ang="0">
                    <a:pos x="csX838" y="csY838"/>
                  </a:cxn>
                  <a:cxn ang="0">
                    <a:pos x="csX839" y="csY839"/>
                  </a:cxn>
                  <a:cxn ang="0">
                    <a:pos x="csX840" y="csY840"/>
                  </a:cxn>
                  <a:cxn ang="0">
                    <a:pos x="csX841" y="csY841"/>
                  </a:cxn>
                  <a:cxn ang="0">
                    <a:pos x="csX842" y="csY842"/>
                  </a:cxn>
                  <a:cxn ang="0">
                    <a:pos x="csX843" y="csY843"/>
                  </a:cxn>
                  <a:cxn ang="0">
                    <a:pos x="csX844" y="csY844"/>
                  </a:cxn>
                  <a:cxn ang="0">
                    <a:pos x="csX845" y="csY845"/>
                  </a:cxn>
                  <a:cxn ang="0">
                    <a:pos x="csX846" y="csY846"/>
                  </a:cxn>
                  <a:cxn ang="0">
                    <a:pos x="csX847" y="csY847"/>
                  </a:cxn>
                  <a:cxn ang="0">
                    <a:pos x="csX848" y="csY848"/>
                  </a:cxn>
                  <a:cxn ang="0">
                    <a:pos x="csX849" y="csY849"/>
                  </a:cxn>
                  <a:cxn ang="0">
                    <a:pos x="csX850" y="csY850"/>
                  </a:cxn>
                  <a:cxn ang="0">
                    <a:pos x="csX851" y="csY851"/>
                  </a:cxn>
                  <a:cxn ang="0">
                    <a:pos x="csX852" y="csY852"/>
                  </a:cxn>
                  <a:cxn ang="0">
                    <a:pos x="csX853" y="csY853"/>
                  </a:cxn>
                  <a:cxn ang="0">
                    <a:pos x="csX854" y="csY854"/>
                  </a:cxn>
                  <a:cxn ang="0">
                    <a:pos x="csX855" y="csY855"/>
                  </a:cxn>
                  <a:cxn ang="0">
                    <a:pos x="csX856" y="csY856"/>
                  </a:cxn>
                  <a:cxn ang="0">
                    <a:pos x="csX857" y="csY857"/>
                  </a:cxn>
                  <a:cxn ang="0">
                    <a:pos x="csX858" y="csY858"/>
                  </a:cxn>
                  <a:cxn ang="0">
                    <a:pos x="csX859" y="csY859"/>
                  </a:cxn>
                  <a:cxn ang="0">
                    <a:pos x="csX860" y="csY860"/>
                  </a:cxn>
                  <a:cxn ang="0">
                    <a:pos x="csX861" y="csY861"/>
                  </a:cxn>
                  <a:cxn ang="0">
                    <a:pos x="csX862" y="csY862"/>
                  </a:cxn>
                  <a:cxn ang="0">
                    <a:pos x="csX863" y="csY863"/>
                  </a:cxn>
                  <a:cxn ang="0">
                    <a:pos x="csX864" y="csY864"/>
                  </a:cxn>
                  <a:cxn ang="0">
                    <a:pos x="csX865" y="csY865"/>
                  </a:cxn>
                  <a:cxn ang="0">
                    <a:pos x="csX866" y="csY866"/>
                  </a:cxn>
                  <a:cxn ang="0">
                    <a:pos x="csX867" y="csY867"/>
                  </a:cxn>
                  <a:cxn ang="0">
                    <a:pos x="csX868" y="csY868"/>
                  </a:cxn>
                  <a:cxn ang="0">
                    <a:pos x="csX869" y="csY869"/>
                  </a:cxn>
                  <a:cxn ang="0">
                    <a:pos x="csX870" y="csY870"/>
                  </a:cxn>
                  <a:cxn ang="0">
                    <a:pos x="csX871" y="csY871"/>
                  </a:cxn>
                  <a:cxn ang="0">
                    <a:pos x="csX872" y="csY872"/>
                  </a:cxn>
                  <a:cxn ang="0">
                    <a:pos x="csX873" y="csY873"/>
                  </a:cxn>
                  <a:cxn ang="0">
                    <a:pos x="csX874" y="csY874"/>
                  </a:cxn>
                  <a:cxn ang="0">
                    <a:pos x="csX875" y="csY875"/>
                  </a:cxn>
                  <a:cxn ang="0">
                    <a:pos x="csX876" y="csY876"/>
                  </a:cxn>
                  <a:cxn ang="0">
                    <a:pos x="csX877" y="csY877"/>
                  </a:cxn>
                  <a:cxn ang="0">
                    <a:pos x="csX878" y="csY878"/>
                  </a:cxn>
                  <a:cxn ang="0">
                    <a:pos x="csX879" y="csY879"/>
                  </a:cxn>
                  <a:cxn ang="0">
                    <a:pos x="csX880" y="csY880"/>
                  </a:cxn>
                  <a:cxn ang="0">
                    <a:pos x="csX881" y="csY881"/>
                  </a:cxn>
                  <a:cxn ang="0">
                    <a:pos x="csX882" y="csY882"/>
                  </a:cxn>
                  <a:cxn ang="0">
                    <a:pos x="csX883" y="csY883"/>
                  </a:cxn>
                  <a:cxn ang="0">
                    <a:pos x="csX884" y="csY884"/>
                  </a:cxn>
                  <a:cxn ang="0">
                    <a:pos x="csX885" y="csY885"/>
                  </a:cxn>
                  <a:cxn ang="0">
                    <a:pos x="csX886" y="csY886"/>
                  </a:cxn>
                  <a:cxn ang="0">
                    <a:pos x="csX887" y="csY887"/>
                  </a:cxn>
                  <a:cxn ang="0">
                    <a:pos x="csX888" y="csY888"/>
                  </a:cxn>
                  <a:cxn ang="0">
                    <a:pos x="csX889" y="csY889"/>
                  </a:cxn>
                  <a:cxn ang="0">
                    <a:pos x="csX890" y="csY890"/>
                  </a:cxn>
                  <a:cxn ang="0">
                    <a:pos x="csX891" y="csY891"/>
                  </a:cxn>
                  <a:cxn ang="0">
                    <a:pos x="csX892" y="csY892"/>
                  </a:cxn>
                  <a:cxn ang="0">
                    <a:pos x="csX893" y="csY893"/>
                  </a:cxn>
                  <a:cxn ang="0">
                    <a:pos x="csX894" y="csY894"/>
                  </a:cxn>
                  <a:cxn ang="0">
                    <a:pos x="csX895" y="csY895"/>
                  </a:cxn>
                  <a:cxn ang="0">
                    <a:pos x="csX896" y="csY896"/>
                  </a:cxn>
                  <a:cxn ang="0">
                    <a:pos x="csX897" y="csY897"/>
                  </a:cxn>
                  <a:cxn ang="0">
                    <a:pos x="csX898" y="csY898"/>
                  </a:cxn>
                  <a:cxn ang="0">
                    <a:pos x="csX899" y="csY899"/>
                  </a:cxn>
                  <a:cxn ang="0">
                    <a:pos x="csX900" y="csY900"/>
                  </a:cxn>
                  <a:cxn ang="0">
                    <a:pos x="csX901" y="csY901"/>
                  </a:cxn>
                  <a:cxn ang="0">
                    <a:pos x="csX902" y="csY902"/>
                  </a:cxn>
                  <a:cxn ang="0">
                    <a:pos x="csX903" y="csY903"/>
                  </a:cxn>
                  <a:cxn ang="0">
                    <a:pos x="csX904" y="csY904"/>
                  </a:cxn>
                  <a:cxn ang="0">
                    <a:pos x="csX905" y="csY905"/>
                  </a:cxn>
                  <a:cxn ang="0">
                    <a:pos x="csX906" y="csY906"/>
                  </a:cxn>
                  <a:cxn ang="0">
                    <a:pos x="csX907" y="csY907"/>
                  </a:cxn>
                  <a:cxn ang="0">
                    <a:pos x="csX908" y="csY908"/>
                  </a:cxn>
                  <a:cxn ang="0">
                    <a:pos x="csX909" y="csY909"/>
                  </a:cxn>
                  <a:cxn ang="0">
                    <a:pos x="csX910" y="csY910"/>
                  </a:cxn>
                  <a:cxn ang="0">
                    <a:pos x="csX911" y="csY911"/>
                  </a:cxn>
                  <a:cxn ang="0">
                    <a:pos x="csX912" y="csY912"/>
                  </a:cxn>
                  <a:cxn ang="0">
                    <a:pos x="csX913" y="csY913"/>
                  </a:cxn>
                  <a:cxn ang="0">
                    <a:pos x="csX914" y="csY914"/>
                  </a:cxn>
                  <a:cxn ang="0">
                    <a:pos x="csX915" y="csY915"/>
                  </a:cxn>
                  <a:cxn ang="0">
                    <a:pos x="csX916" y="csY916"/>
                  </a:cxn>
                  <a:cxn ang="0">
                    <a:pos x="csX917" y="csY917"/>
                  </a:cxn>
                  <a:cxn ang="0">
                    <a:pos x="csX918" y="csY918"/>
                  </a:cxn>
                  <a:cxn ang="0">
                    <a:pos x="csX919" y="csY919"/>
                  </a:cxn>
                  <a:cxn ang="0">
                    <a:pos x="csX920" y="csY920"/>
                  </a:cxn>
                  <a:cxn ang="0">
                    <a:pos x="csX921" y="csY921"/>
                  </a:cxn>
                  <a:cxn ang="0">
                    <a:pos x="csX922" y="csY922"/>
                  </a:cxn>
                  <a:cxn ang="0">
                    <a:pos x="csX923" y="csY923"/>
                  </a:cxn>
                  <a:cxn ang="0">
                    <a:pos x="csX924" y="csY924"/>
                  </a:cxn>
                  <a:cxn ang="0">
                    <a:pos x="csX925" y="csY925"/>
                  </a:cxn>
                  <a:cxn ang="0">
                    <a:pos x="csX926" y="csY926"/>
                  </a:cxn>
                  <a:cxn ang="0">
                    <a:pos x="csX927" y="csY927"/>
                  </a:cxn>
                  <a:cxn ang="0">
                    <a:pos x="csX928" y="csY928"/>
                  </a:cxn>
                  <a:cxn ang="0">
                    <a:pos x="csX929" y="csY929"/>
                  </a:cxn>
                  <a:cxn ang="0">
                    <a:pos x="csX930" y="csY930"/>
                  </a:cxn>
                  <a:cxn ang="0">
                    <a:pos x="csX931" y="csY931"/>
                  </a:cxn>
                  <a:cxn ang="0">
                    <a:pos x="csX932" y="csY932"/>
                  </a:cxn>
                  <a:cxn ang="0">
                    <a:pos x="csX933" y="csY933"/>
                  </a:cxn>
                  <a:cxn ang="0">
                    <a:pos x="csX934" y="csY934"/>
                  </a:cxn>
                  <a:cxn ang="0">
                    <a:pos x="csX935" y="csY935"/>
                  </a:cxn>
                  <a:cxn ang="0">
                    <a:pos x="csX936" y="csY936"/>
                  </a:cxn>
                  <a:cxn ang="0">
                    <a:pos x="csX937" y="csY937"/>
                  </a:cxn>
                  <a:cxn ang="0">
                    <a:pos x="csX938" y="csY938"/>
                  </a:cxn>
                  <a:cxn ang="0">
                    <a:pos x="csX939" y="csY939"/>
                  </a:cxn>
                  <a:cxn ang="0">
                    <a:pos x="csX940" y="csY940"/>
                  </a:cxn>
                  <a:cxn ang="0">
                    <a:pos x="csX941" y="csY941"/>
                  </a:cxn>
                  <a:cxn ang="0">
                    <a:pos x="csX942" y="csY942"/>
                  </a:cxn>
                  <a:cxn ang="0">
                    <a:pos x="csX943" y="csY943"/>
                  </a:cxn>
                  <a:cxn ang="0">
                    <a:pos x="csX944" y="csY944"/>
                  </a:cxn>
                  <a:cxn ang="0">
                    <a:pos x="csX945" y="csY945"/>
                  </a:cxn>
                  <a:cxn ang="0">
                    <a:pos x="csX946" y="csY946"/>
                  </a:cxn>
                  <a:cxn ang="0">
                    <a:pos x="csX947" y="csY947"/>
                  </a:cxn>
                  <a:cxn ang="0">
                    <a:pos x="csX948" y="csY948"/>
                  </a:cxn>
                  <a:cxn ang="0">
                    <a:pos x="csX949" y="csY949"/>
                  </a:cxn>
                  <a:cxn ang="0">
                    <a:pos x="csX950" y="csY950"/>
                  </a:cxn>
                  <a:cxn ang="0">
                    <a:pos x="csX951" y="csY951"/>
                  </a:cxn>
                  <a:cxn ang="0">
                    <a:pos x="csX952" y="csY952"/>
                  </a:cxn>
                  <a:cxn ang="0">
                    <a:pos x="csX953" y="csY953"/>
                  </a:cxn>
                  <a:cxn ang="0">
                    <a:pos x="csX954" y="csY954"/>
                  </a:cxn>
                  <a:cxn ang="0">
                    <a:pos x="csX955" y="csY955"/>
                  </a:cxn>
                  <a:cxn ang="0">
                    <a:pos x="csX956" y="csY956"/>
                  </a:cxn>
                  <a:cxn ang="0">
                    <a:pos x="csX957" y="csY957"/>
                  </a:cxn>
                  <a:cxn ang="0">
                    <a:pos x="csX958" y="csY958"/>
                  </a:cxn>
                  <a:cxn ang="0">
                    <a:pos x="csX959" y="csY959"/>
                  </a:cxn>
                  <a:cxn ang="0">
                    <a:pos x="csX960" y="csY960"/>
                  </a:cxn>
                  <a:cxn ang="0">
                    <a:pos x="csX961" y="csY961"/>
                  </a:cxn>
                  <a:cxn ang="0">
                    <a:pos x="csX962" y="csY962"/>
                  </a:cxn>
                  <a:cxn ang="0">
                    <a:pos x="csX963" y="csY963"/>
                  </a:cxn>
                  <a:cxn ang="0">
                    <a:pos x="csX964" y="csY964"/>
                  </a:cxn>
                  <a:cxn ang="0">
                    <a:pos x="csX965" y="csY965"/>
                  </a:cxn>
                  <a:cxn ang="0">
                    <a:pos x="csX966" y="csY966"/>
                  </a:cxn>
                  <a:cxn ang="0">
                    <a:pos x="csX967" y="csY967"/>
                  </a:cxn>
                  <a:cxn ang="0">
                    <a:pos x="csX968" y="csY968"/>
                  </a:cxn>
                  <a:cxn ang="0">
                    <a:pos x="csX969" y="csY969"/>
                  </a:cxn>
                  <a:cxn ang="0">
                    <a:pos x="csX970" y="csY970"/>
                  </a:cxn>
                  <a:cxn ang="0">
                    <a:pos x="csX971" y="csY971"/>
                  </a:cxn>
                  <a:cxn ang="0">
                    <a:pos x="csX972" y="csY972"/>
                  </a:cxn>
                  <a:cxn ang="0">
                    <a:pos x="csX973" y="csY973"/>
                  </a:cxn>
                  <a:cxn ang="0">
                    <a:pos x="csX974" y="csY974"/>
                  </a:cxn>
                  <a:cxn ang="0">
                    <a:pos x="csX975" y="csY975"/>
                  </a:cxn>
                  <a:cxn ang="0">
                    <a:pos x="csX976" y="csY976"/>
                  </a:cxn>
                  <a:cxn ang="0">
                    <a:pos x="csX977" y="csY977"/>
                  </a:cxn>
                  <a:cxn ang="0">
                    <a:pos x="csX978" y="csY978"/>
                  </a:cxn>
                  <a:cxn ang="0">
                    <a:pos x="csX979" y="csY979"/>
                  </a:cxn>
                  <a:cxn ang="0">
                    <a:pos x="csX980" y="csY980"/>
                  </a:cxn>
                  <a:cxn ang="0">
                    <a:pos x="csX981" y="csY981"/>
                  </a:cxn>
                  <a:cxn ang="0">
                    <a:pos x="csX982" y="csY982"/>
                  </a:cxn>
                  <a:cxn ang="0">
                    <a:pos x="csX983" y="csY983"/>
                  </a:cxn>
                  <a:cxn ang="0">
                    <a:pos x="csX984" y="csY984"/>
                  </a:cxn>
                  <a:cxn ang="0">
                    <a:pos x="csX985" y="csY985"/>
                  </a:cxn>
                  <a:cxn ang="0">
                    <a:pos x="csX986" y="csY986"/>
                  </a:cxn>
                  <a:cxn ang="0">
                    <a:pos x="csX987" y="csY987"/>
                  </a:cxn>
                  <a:cxn ang="0">
                    <a:pos x="csX988" y="csY988"/>
                  </a:cxn>
                  <a:cxn ang="0">
                    <a:pos x="csX989" y="csY989"/>
                  </a:cxn>
                  <a:cxn ang="0">
                    <a:pos x="csX990" y="csY990"/>
                  </a:cxn>
                  <a:cxn ang="0">
                    <a:pos x="csX991" y="csY991"/>
                  </a:cxn>
                  <a:cxn ang="0">
                    <a:pos x="csX992" y="csY992"/>
                  </a:cxn>
                  <a:cxn ang="0">
                    <a:pos x="csX993" y="csY993"/>
                  </a:cxn>
                  <a:cxn ang="0">
                    <a:pos x="csX994" y="csY994"/>
                  </a:cxn>
                  <a:cxn ang="0">
                    <a:pos x="csX995" y="csY995"/>
                  </a:cxn>
                  <a:cxn ang="0">
                    <a:pos x="csX996" y="csY996"/>
                  </a:cxn>
                  <a:cxn ang="0">
                    <a:pos x="csX997" y="csY997"/>
                  </a:cxn>
                  <a:cxn ang="0">
                    <a:pos x="csX998" y="csY998"/>
                  </a:cxn>
                  <a:cxn ang="0">
                    <a:pos x="csX999" y="csY999"/>
                  </a:cxn>
                </a:cxnLst>
                <a:rect l="l" t="t" r="r" b="b"/>
                <a:pathLst>
                  <a:path w="1936944" h="2553338">
                    <a:moveTo>
                      <a:pt x="-536" y="1276467"/>
                    </a:moveTo>
                    <a:lnTo>
                      <a:pt x="1401" y="1260408"/>
                    </a:lnTo>
                    <a:lnTo>
                      <a:pt x="3343" y="1244350"/>
                    </a:lnTo>
                    <a:lnTo>
                      <a:pt x="5280" y="1228301"/>
                    </a:lnTo>
                    <a:lnTo>
                      <a:pt x="7221" y="1212256"/>
                    </a:lnTo>
                    <a:lnTo>
                      <a:pt x="9158" y="1196226"/>
                    </a:lnTo>
                    <a:lnTo>
                      <a:pt x="11100" y="1180206"/>
                    </a:lnTo>
                    <a:lnTo>
                      <a:pt x="13037" y="1164199"/>
                    </a:lnTo>
                    <a:lnTo>
                      <a:pt x="14974" y="1148212"/>
                    </a:lnTo>
                    <a:lnTo>
                      <a:pt x="16915" y="1132244"/>
                    </a:lnTo>
                    <a:lnTo>
                      <a:pt x="18852" y="1116300"/>
                    </a:lnTo>
                    <a:lnTo>
                      <a:pt x="20794" y="1100379"/>
                    </a:lnTo>
                    <a:lnTo>
                      <a:pt x="22731" y="1084487"/>
                    </a:lnTo>
                    <a:lnTo>
                      <a:pt x="24668" y="1068629"/>
                    </a:lnTo>
                    <a:lnTo>
                      <a:pt x="26609" y="1052799"/>
                    </a:lnTo>
                    <a:lnTo>
                      <a:pt x="28546" y="1037007"/>
                    </a:lnTo>
                    <a:lnTo>
                      <a:pt x="30488" y="1021253"/>
                    </a:lnTo>
                    <a:lnTo>
                      <a:pt x="32425" y="1005538"/>
                    </a:lnTo>
                    <a:lnTo>
                      <a:pt x="34362" y="989865"/>
                    </a:lnTo>
                    <a:lnTo>
                      <a:pt x="36303" y="974240"/>
                    </a:lnTo>
                    <a:lnTo>
                      <a:pt x="38240" y="958663"/>
                    </a:lnTo>
                    <a:lnTo>
                      <a:pt x="40182" y="943133"/>
                    </a:lnTo>
                    <a:lnTo>
                      <a:pt x="42119" y="927655"/>
                    </a:lnTo>
                    <a:lnTo>
                      <a:pt x="44060" y="912235"/>
                    </a:lnTo>
                    <a:lnTo>
                      <a:pt x="45997" y="896872"/>
                    </a:lnTo>
                    <a:lnTo>
                      <a:pt x="47934" y="881571"/>
                    </a:lnTo>
                    <a:lnTo>
                      <a:pt x="49876" y="866332"/>
                    </a:lnTo>
                    <a:lnTo>
                      <a:pt x="51813" y="851155"/>
                    </a:lnTo>
                    <a:lnTo>
                      <a:pt x="53754" y="836050"/>
                    </a:lnTo>
                    <a:lnTo>
                      <a:pt x="55691" y="821011"/>
                    </a:lnTo>
                    <a:lnTo>
                      <a:pt x="57628" y="806043"/>
                    </a:lnTo>
                    <a:lnTo>
                      <a:pt x="59570" y="791152"/>
                    </a:lnTo>
                    <a:lnTo>
                      <a:pt x="61507" y="776337"/>
                    </a:lnTo>
                    <a:lnTo>
                      <a:pt x="63449" y="761603"/>
                    </a:lnTo>
                    <a:lnTo>
                      <a:pt x="65385" y="746950"/>
                    </a:lnTo>
                    <a:lnTo>
                      <a:pt x="67327" y="732378"/>
                    </a:lnTo>
                    <a:lnTo>
                      <a:pt x="69264" y="717892"/>
                    </a:lnTo>
                    <a:lnTo>
                      <a:pt x="71201" y="703496"/>
                    </a:lnTo>
                    <a:lnTo>
                      <a:pt x="73143" y="689191"/>
                    </a:lnTo>
                    <a:lnTo>
                      <a:pt x="75079" y="674982"/>
                    </a:lnTo>
                    <a:lnTo>
                      <a:pt x="77021" y="660862"/>
                    </a:lnTo>
                    <a:lnTo>
                      <a:pt x="78958" y="646843"/>
                    </a:lnTo>
                    <a:lnTo>
                      <a:pt x="80900" y="632924"/>
                    </a:lnTo>
                    <a:lnTo>
                      <a:pt x="82837" y="619105"/>
                    </a:lnTo>
                    <a:lnTo>
                      <a:pt x="84773" y="605391"/>
                    </a:lnTo>
                    <a:lnTo>
                      <a:pt x="86715" y="591781"/>
                    </a:lnTo>
                    <a:lnTo>
                      <a:pt x="88652" y="578282"/>
                    </a:lnTo>
                    <a:lnTo>
                      <a:pt x="90594" y="564891"/>
                    </a:lnTo>
                    <a:lnTo>
                      <a:pt x="92531" y="551616"/>
                    </a:lnTo>
                    <a:lnTo>
                      <a:pt x="94468" y="538454"/>
                    </a:lnTo>
                    <a:lnTo>
                      <a:pt x="96409" y="525407"/>
                    </a:lnTo>
                    <a:lnTo>
                      <a:pt x="98346" y="512484"/>
                    </a:lnTo>
                    <a:lnTo>
                      <a:pt x="100288" y="499675"/>
                    </a:lnTo>
                    <a:lnTo>
                      <a:pt x="102225" y="486995"/>
                    </a:lnTo>
                    <a:lnTo>
                      <a:pt x="104162" y="474434"/>
                    </a:lnTo>
                    <a:lnTo>
                      <a:pt x="106103" y="462006"/>
                    </a:lnTo>
                    <a:lnTo>
                      <a:pt x="108040" y="449703"/>
                    </a:lnTo>
                    <a:lnTo>
                      <a:pt x="109982" y="437532"/>
                    </a:lnTo>
                    <a:lnTo>
                      <a:pt x="111919" y="425496"/>
                    </a:lnTo>
                    <a:lnTo>
                      <a:pt x="113860" y="413592"/>
                    </a:lnTo>
                    <a:lnTo>
                      <a:pt x="115797" y="401822"/>
                    </a:lnTo>
                    <a:lnTo>
                      <a:pt x="117734" y="390195"/>
                    </a:lnTo>
                    <a:lnTo>
                      <a:pt x="119676" y="378706"/>
                    </a:lnTo>
                    <a:lnTo>
                      <a:pt x="121613" y="367360"/>
                    </a:lnTo>
                    <a:lnTo>
                      <a:pt x="123554" y="356157"/>
                    </a:lnTo>
                    <a:lnTo>
                      <a:pt x="125491" y="345097"/>
                    </a:lnTo>
                    <a:lnTo>
                      <a:pt x="127428" y="334190"/>
                    </a:lnTo>
                    <a:lnTo>
                      <a:pt x="129370" y="323430"/>
                    </a:lnTo>
                    <a:lnTo>
                      <a:pt x="131307" y="312818"/>
                    </a:lnTo>
                    <a:lnTo>
                      <a:pt x="133248" y="302363"/>
                    </a:lnTo>
                    <a:lnTo>
                      <a:pt x="135185" y="292056"/>
                    </a:lnTo>
                    <a:lnTo>
                      <a:pt x="137127" y="281911"/>
                    </a:lnTo>
                    <a:lnTo>
                      <a:pt x="139064" y="271918"/>
                    </a:lnTo>
                    <a:lnTo>
                      <a:pt x="141001" y="262088"/>
                    </a:lnTo>
                    <a:lnTo>
                      <a:pt x="142942" y="252419"/>
                    </a:lnTo>
                    <a:lnTo>
                      <a:pt x="144879" y="242908"/>
                    </a:lnTo>
                    <a:lnTo>
                      <a:pt x="146821" y="233563"/>
                    </a:lnTo>
                    <a:lnTo>
                      <a:pt x="148758" y="224386"/>
                    </a:lnTo>
                    <a:lnTo>
                      <a:pt x="150695" y="215370"/>
                    </a:lnTo>
                    <a:lnTo>
                      <a:pt x="152636" y="206526"/>
                    </a:lnTo>
                    <a:lnTo>
                      <a:pt x="154573" y="197848"/>
                    </a:lnTo>
                    <a:lnTo>
                      <a:pt x="156515" y="189342"/>
                    </a:lnTo>
                    <a:lnTo>
                      <a:pt x="158452" y="181008"/>
                    </a:lnTo>
                    <a:lnTo>
                      <a:pt x="160393" y="172850"/>
                    </a:lnTo>
                    <a:lnTo>
                      <a:pt x="162330" y="164864"/>
                    </a:lnTo>
                    <a:lnTo>
                      <a:pt x="164267" y="157054"/>
                    </a:lnTo>
                    <a:lnTo>
                      <a:pt x="166209" y="149420"/>
                    </a:lnTo>
                    <a:lnTo>
                      <a:pt x="168146" y="141967"/>
                    </a:lnTo>
                    <a:lnTo>
                      <a:pt x="170087" y="134691"/>
                    </a:lnTo>
                    <a:lnTo>
                      <a:pt x="172025" y="127595"/>
                    </a:lnTo>
                    <a:lnTo>
                      <a:pt x="173961" y="120686"/>
                    </a:lnTo>
                    <a:lnTo>
                      <a:pt x="175903" y="113957"/>
                    </a:lnTo>
                    <a:lnTo>
                      <a:pt x="177840" y="107410"/>
                    </a:lnTo>
                    <a:lnTo>
                      <a:pt x="179782" y="101048"/>
                    </a:lnTo>
                    <a:lnTo>
                      <a:pt x="181719" y="94873"/>
                    </a:lnTo>
                    <a:lnTo>
                      <a:pt x="183660" y="88888"/>
                    </a:lnTo>
                    <a:lnTo>
                      <a:pt x="185597" y="83088"/>
                    </a:lnTo>
                    <a:lnTo>
                      <a:pt x="187534" y="77475"/>
                    </a:lnTo>
                    <a:lnTo>
                      <a:pt x="189476" y="72052"/>
                    </a:lnTo>
                    <a:lnTo>
                      <a:pt x="191413" y="66825"/>
                    </a:lnTo>
                    <a:lnTo>
                      <a:pt x="193354" y="61783"/>
                    </a:lnTo>
                    <a:lnTo>
                      <a:pt x="195291" y="56937"/>
                    </a:lnTo>
                    <a:lnTo>
                      <a:pt x="197228" y="52282"/>
                    </a:lnTo>
                    <a:lnTo>
                      <a:pt x="199170" y="47821"/>
                    </a:lnTo>
                    <a:lnTo>
                      <a:pt x="201107" y="43556"/>
                    </a:lnTo>
                    <a:lnTo>
                      <a:pt x="203048" y="39487"/>
                    </a:lnTo>
                    <a:lnTo>
                      <a:pt x="204985" y="35608"/>
                    </a:lnTo>
                    <a:lnTo>
                      <a:pt x="206927" y="31929"/>
                    </a:lnTo>
                    <a:lnTo>
                      <a:pt x="208864" y="28451"/>
                    </a:lnTo>
                    <a:lnTo>
                      <a:pt x="210801" y="25163"/>
                    </a:lnTo>
                    <a:lnTo>
                      <a:pt x="212742" y="22080"/>
                    </a:lnTo>
                    <a:lnTo>
                      <a:pt x="214679" y="19192"/>
                    </a:lnTo>
                    <a:lnTo>
                      <a:pt x="216621" y="16500"/>
                    </a:lnTo>
                    <a:lnTo>
                      <a:pt x="218558" y="14012"/>
                    </a:lnTo>
                    <a:lnTo>
                      <a:pt x="220495" y="11720"/>
                    </a:lnTo>
                    <a:lnTo>
                      <a:pt x="222436" y="9633"/>
                    </a:lnTo>
                    <a:lnTo>
                      <a:pt x="224373" y="7741"/>
                    </a:lnTo>
                    <a:lnTo>
                      <a:pt x="226315" y="6054"/>
                    </a:lnTo>
                    <a:lnTo>
                      <a:pt x="228252" y="4568"/>
                    </a:lnTo>
                    <a:lnTo>
                      <a:pt x="230193" y="3281"/>
                    </a:lnTo>
                    <a:lnTo>
                      <a:pt x="232130" y="2195"/>
                    </a:lnTo>
                    <a:lnTo>
                      <a:pt x="234067" y="1313"/>
                    </a:lnTo>
                    <a:lnTo>
                      <a:pt x="236009" y="632"/>
                    </a:lnTo>
                    <a:lnTo>
                      <a:pt x="237946" y="150"/>
                    </a:lnTo>
                    <a:lnTo>
                      <a:pt x="239887" y="-126"/>
                    </a:lnTo>
                    <a:lnTo>
                      <a:pt x="241824" y="-202"/>
                    </a:lnTo>
                    <a:lnTo>
                      <a:pt x="243761" y="-78"/>
                    </a:lnTo>
                    <a:lnTo>
                      <a:pt x="245703" y="250"/>
                    </a:lnTo>
                    <a:lnTo>
                      <a:pt x="247640" y="779"/>
                    </a:lnTo>
                    <a:lnTo>
                      <a:pt x="249581" y="1513"/>
                    </a:lnTo>
                    <a:lnTo>
                      <a:pt x="251518" y="2447"/>
                    </a:lnTo>
                    <a:lnTo>
                      <a:pt x="253460" y="3581"/>
                    </a:lnTo>
                    <a:lnTo>
                      <a:pt x="255397" y="4920"/>
                    </a:lnTo>
                    <a:lnTo>
                      <a:pt x="257334" y="6455"/>
                    </a:lnTo>
                    <a:lnTo>
                      <a:pt x="259275" y="8194"/>
                    </a:lnTo>
                    <a:lnTo>
                      <a:pt x="261212" y="10133"/>
                    </a:lnTo>
                    <a:lnTo>
                      <a:pt x="263154" y="12273"/>
                    </a:lnTo>
                    <a:lnTo>
                      <a:pt x="265091" y="14613"/>
                    </a:lnTo>
                    <a:lnTo>
                      <a:pt x="267028" y="17153"/>
                    </a:lnTo>
                    <a:lnTo>
                      <a:pt x="268969" y="19893"/>
                    </a:lnTo>
                    <a:lnTo>
                      <a:pt x="270906" y="22833"/>
                    </a:lnTo>
                    <a:lnTo>
                      <a:pt x="272848" y="25968"/>
                    </a:lnTo>
                    <a:lnTo>
                      <a:pt x="274785" y="29299"/>
                    </a:lnTo>
                    <a:lnTo>
                      <a:pt x="276727" y="32835"/>
                    </a:lnTo>
                    <a:lnTo>
                      <a:pt x="278663" y="36561"/>
                    </a:lnTo>
                    <a:lnTo>
                      <a:pt x="280600" y="40483"/>
                    </a:lnTo>
                    <a:lnTo>
                      <a:pt x="282542" y="44605"/>
                    </a:lnTo>
                    <a:lnTo>
                      <a:pt x="284479" y="48917"/>
                    </a:lnTo>
                    <a:lnTo>
                      <a:pt x="286421" y="53430"/>
                    </a:lnTo>
                    <a:lnTo>
                      <a:pt x="288358" y="58128"/>
                    </a:lnTo>
                    <a:lnTo>
                      <a:pt x="290295" y="63027"/>
                    </a:lnTo>
                    <a:lnTo>
                      <a:pt x="292236" y="68111"/>
                    </a:lnTo>
                    <a:lnTo>
                      <a:pt x="294173" y="73391"/>
                    </a:lnTo>
                    <a:lnTo>
                      <a:pt x="296115" y="78862"/>
                    </a:lnTo>
                    <a:lnTo>
                      <a:pt x="298052" y="84518"/>
                    </a:lnTo>
                    <a:lnTo>
                      <a:pt x="299993" y="90365"/>
                    </a:lnTo>
                    <a:lnTo>
                      <a:pt x="301930" y="96402"/>
                    </a:lnTo>
                    <a:lnTo>
                      <a:pt x="303867" y="102621"/>
                    </a:lnTo>
                    <a:lnTo>
                      <a:pt x="305809" y="109030"/>
                    </a:lnTo>
                    <a:lnTo>
                      <a:pt x="307746" y="115620"/>
                    </a:lnTo>
                    <a:lnTo>
                      <a:pt x="309687" y="122396"/>
                    </a:lnTo>
                    <a:lnTo>
                      <a:pt x="311624" y="129354"/>
                    </a:lnTo>
                    <a:lnTo>
                      <a:pt x="313561" y="136492"/>
                    </a:lnTo>
                    <a:lnTo>
                      <a:pt x="315503" y="143811"/>
                    </a:lnTo>
                    <a:lnTo>
                      <a:pt x="317440" y="151312"/>
                    </a:lnTo>
                    <a:lnTo>
                      <a:pt x="319381" y="158988"/>
                    </a:lnTo>
                    <a:lnTo>
                      <a:pt x="321318" y="166841"/>
                    </a:lnTo>
                    <a:lnTo>
                      <a:pt x="323260" y="174871"/>
                    </a:lnTo>
                    <a:lnTo>
                      <a:pt x="325197" y="183076"/>
                    </a:lnTo>
                    <a:lnTo>
                      <a:pt x="327134" y="191454"/>
                    </a:lnTo>
                    <a:lnTo>
                      <a:pt x="329075" y="200002"/>
                    </a:lnTo>
                    <a:lnTo>
                      <a:pt x="331012" y="208723"/>
                    </a:lnTo>
                    <a:lnTo>
                      <a:pt x="332954" y="217610"/>
                    </a:lnTo>
                    <a:lnTo>
                      <a:pt x="334891" y="226663"/>
                    </a:lnTo>
                    <a:lnTo>
                      <a:pt x="336828" y="235884"/>
                    </a:lnTo>
                    <a:lnTo>
                      <a:pt x="338769" y="245272"/>
                    </a:lnTo>
                    <a:lnTo>
                      <a:pt x="340706" y="254821"/>
                    </a:lnTo>
                    <a:lnTo>
                      <a:pt x="342648" y="264532"/>
                    </a:lnTo>
                    <a:lnTo>
                      <a:pt x="344585" y="274401"/>
                    </a:lnTo>
                    <a:lnTo>
                      <a:pt x="346526" y="284432"/>
                    </a:lnTo>
                    <a:lnTo>
                      <a:pt x="348463" y="294620"/>
                    </a:lnTo>
                    <a:lnTo>
                      <a:pt x="350400" y="304960"/>
                    </a:lnTo>
                    <a:lnTo>
                      <a:pt x="352342" y="315458"/>
                    </a:lnTo>
                    <a:lnTo>
                      <a:pt x="354279" y="326103"/>
                    </a:lnTo>
                    <a:lnTo>
                      <a:pt x="356220" y="336901"/>
                    </a:lnTo>
                    <a:lnTo>
                      <a:pt x="358157" y="347847"/>
                    </a:lnTo>
                    <a:lnTo>
                      <a:pt x="360094" y="358945"/>
                    </a:lnTo>
                    <a:lnTo>
                      <a:pt x="362036" y="370181"/>
                    </a:lnTo>
                    <a:lnTo>
                      <a:pt x="363973" y="381565"/>
                    </a:lnTo>
                    <a:lnTo>
                      <a:pt x="365915" y="393088"/>
                    </a:lnTo>
                    <a:lnTo>
                      <a:pt x="367852" y="404753"/>
                    </a:lnTo>
                    <a:lnTo>
                      <a:pt x="369793" y="416551"/>
                    </a:lnTo>
                    <a:lnTo>
                      <a:pt x="371730" y="428493"/>
                    </a:lnTo>
                    <a:lnTo>
                      <a:pt x="373667" y="440563"/>
                    </a:lnTo>
                    <a:lnTo>
                      <a:pt x="375608" y="452767"/>
                    </a:lnTo>
                    <a:lnTo>
                      <a:pt x="377545" y="465099"/>
                    </a:lnTo>
                    <a:lnTo>
                      <a:pt x="379487" y="477565"/>
                    </a:lnTo>
                    <a:lnTo>
                      <a:pt x="381424" y="490154"/>
                    </a:lnTo>
                    <a:lnTo>
                      <a:pt x="383361" y="502868"/>
                    </a:lnTo>
                    <a:lnTo>
                      <a:pt x="385303" y="515700"/>
                    </a:lnTo>
                    <a:lnTo>
                      <a:pt x="387240" y="528657"/>
                    </a:lnTo>
                    <a:lnTo>
                      <a:pt x="389181" y="541733"/>
                    </a:lnTo>
                    <a:lnTo>
                      <a:pt x="391118" y="554923"/>
                    </a:lnTo>
                    <a:lnTo>
                      <a:pt x="393060" y="568227"/>
                    </a:lnTo>
                    <a:lnTo>
                      <a:pt x="394996" y="581646"/>
                    </a:lnTo>
                    <a:lnTo>
                      <a:pt x="396933" y="595174"/>
                    </a:lnTo>
                    <a:lnTo>
                      <a:pt x="398875" y="608807"/>
                    </a:lnTo>
                    <a:lnTo>
                      <a:pt x="400812" y="622550"/>
                    </a:lnTo>
                    <a:lnTo>
                      <a:pt x="402754" y="636393"/>
                    </a:lnTo>
                    <a:lnTo>
                      <a:pt x="404691" y="650341"/>
                    </a:lnTo>
                    <a:lnTo>
                      <a:pt x="406628" y="664384"/>
                    </a:lnTo>
                    <a:lnTo>
                      <a:pt x="408569" y="678522"/>
                    </a:lnTo>
                    <a:lnTo>
                      <a:pt x="410506" y="692761"/>
                    </a:lnTo>
                    <a:lnTo>
                      <a:pt x="412448" y="707089"/>
                    </a:lnTo>
                    <a:lnTo>
                      <a:pt x="414385" y="721504"/>
                    </a:lnTo>
                    <a:lnTo>
                      <a:pt x="416326" y="736014"/>
                    </a:lnTo>
                    <a:lnTo>
                      <a:pt x="418263" y="750605"/>
                    </a:lnTo>
                    <a:lnTo>
                      <a:pt x="420200" y="765277"/>
                    </a:lnTo>
                    <a:lnTo>
                      <a:pt x="422142" y="780035"/>
                    </a:lnTo>
                    <a:lnTo>
                      <a:pt x="424079" y="794869"/>
                    </a:lnTo>
                    <a:lnTo>
                      <a:pt x="426020" y="809779"/>
                    </a:lnTo>
                    <a:lnTo>
                      <a:pt x="427957" y="824766"/>
                    </a:lnTo>
                    <a:lnTo>
                      <a:pt x="429894" y="839819"/>
                    </a:lnTo>
                    <a:lnTo>
                      <a:pt x="431836" y="854943"/>
                    </a:lnTo>
                    <a:lnTo>
                      <a:pt x="433773" y="870135"/>
                    </a:lnTo>
                    <a:lnTo>
                      <a:pt x="435714" y="885393"/>
                    </a:lnTo>
                    <a:lnTo>
                      <a:pt x="437651" y="900708"/>
                    </a:lnTo>
                    <a:lnTo>
                      <a:pt x="439593" y="916086"/>
                    </a:lnTo>
                    <a:lnTo>
                      <a:pt x="441530" y="931520"/>
                    </a:lnTo>
                    <a:lnTo>
                      <a:pt x="443467" y="947012"/>
                    </a:lnTo>
                    <a:lnTo>
                      <a:pt x="445408" y="962551"/>
                    </a:lnTo>
                    <a:lnTo>
                      <a:pt x="447345" y="978143"/>
                    </a:lnTo>
                    <a:lnTo>
                      <a:pt x="449287" y="993777"/>
                    </a:lnTo>
                    <a:lnTo>
                      <a:pt x="451224" y="1009459"/>
                    </a:lnTo>
                    <a:lnTo>
                      <a:pt x="453161" y="1025185"/>
                    </a:lnTo>
                    <a:lnTo>
                      <a:pt x="455102" y="1040952"/>
                    </a:lnTo>
                    <a:lnTo>
                      <a:pt x="457039" y="1056754"/>
                    </a:lnTo>
                    <a:lnTo>
                      <a:pt x="458981" y="1072589"/>
                    </a:lnTo>
                    <a:lnTo>
                      <a:pt x="460918" y="1088457"/>
                    </a:lnTo>
                    <a:lnTo>
                      <a:pt x="462855" y="1104358"/>
                    </a:lnTo>
                    <a:lnTo>
                      <a:pt x="464796" y="1120283"/>
                    </a:lnTo>
                    <a:lnTo>
                      <a:pt x="466733" y="1136232"/>
                    </a:lnTo>
                    <a:lnTo>
                      <a:pt x="468675" y="1152205"/>
                    </a:lnTo>
                    <a:lnTo>
                      <a:pt x="470612" y="1168197"/>
                    </a:lnTo>
                    <a:lnTo>
                      <a:pt x="472554" y="1184208"/>
                    </a:lnTo>
                    <a:lnTo>
                      <a:pt x="474490" y="1200229"/>
                    </a:lnTo>
                    <a:lnTo>
                      <a:pt x="476427" y="1216268"/>
                    </a:lnTo>
                    <a:lnTo>
                      <a:pt x="478369" y="1232313"/>
                    </a:lnTo>
                    <a:lnTo>
                      <a:pt x="480306" y="1248367"/>
                    </a:lnTo>
                    <a:lnTo>
                      <a:pt x="482248" y="1264421"/>
                    </a:lnTo>
                    <a:lnTo>
                      <a:pt x="484185" y="1280484"/>
                    </a:lnTo>
                    <a:lnTo>
                      <a:pt x="486126" y="1296538"/>
                    </a:lnTo>
                    <a:lnTo>
                      <a:pt x="488063" y="1312597"/>
                    </a:lnTo>
                    <a:lnTo>
                      <a:pt x="490000" y="1328646"/>
                    </a:lnTo>
                    <a:lnTo>
                      <a:pt x="491942" y="1344685"/>
                    </a:lnTo>
                    <a:lnTo>
                      <a:pt x="493878" y="1360715"/>
                    </a:lnTo>
                    <a:lnTo>
                      <a:pt x="495820" y="1376736"/>
                    </a:lnTo>
                    <a:lnTo>
                      <a:pt x="497757" y="1392733"/>
                    </a:lnTo>
                    <a:lnTo>
                      <a:pt x="499694" y="1408720"/>
                    </a:lnTo>
                    <a:lnTo>
                      <a:pt x="501636" y="1424679"/>
                    </a:lnTo>
                    <a:lnTo>
                      <a:pt x="503573" y="1440618"/>
                    </a:lnTo>
                    <a:lnTo>
                      <a:pt x="505514" y="1456529"/>
                    </a:lnTo>
                    <a:lnTo>
                      <a:pt x="507451" y="1472416"/>
                    </a:lnTo>
                    <a:lnTo>
                      <a:pt x="509393" y="1488270"/>
                    </a:lnTo>
                    <a:lnTo>
                      <a:pt x="511330" y="1504086"/>
                    </a:lnTo>
                    <a:lnTo>
                      <a:pt x="513266" y="1519873"/>
                    </a:lnTo>
                    <a:lnTo>
                      <a:pt x="515208" y="1535617"/>
                    </a:lnTo>
                    <a:lnTo>
                      <a:pt x="517145" y="1551318"/>
                    </a:lnTo>
                    <a:lnTo>
                      <a:pt x="519087" y="1566981"/>
                    </a:lnTo>
                    <a:lnTo>
                      <a:pt x="521024" y="1582592"/>
                    </a:lnTo>
                    <a:lnTo>
                      <a:pt x="522961" y="1598160"/>
                    </a:lnTo>
                    <a:lnTo>
                      <a:pt x="524902" y="1613675"/>
                    </a:lnTo>
                    <a:lnTo>
                      <a:pt x="526839" y="1629138"/>
                    </a:lnTo>
                    <a:lnTo>
                      <a:pt x="528781" y="1644544"/>
                    </a:lnTo>
                    <a:lnTo>
                      <a:pt x="530718" y="1659893"/>
                    </a:lnTo>
                    <a:lnTo>
                      <a:pt x="532659" y="1675180"/>
                    </a:lnTo>
                    <a:lnTo>
                      <a:pt x="534596" y="1690404"/>
                    </a:lnTo>
                    <a:lnTo>
                      <a:pt x="536533" y="1705562"/>
                    </a:lnTo>
                    <a:lnTo>
                      <a:pt x="538475" y="1720654"/>
                    </a:lnTo>
                    <a:lnTo>
                      <a:pt x="540412" y="1735674"/>
                    </a:lnTo>
                    <a:lnTo>
                      <a:pt x="542353" y="1750617"/>
                    </a:lnTo>
                    <a:lnTo>
                      <a:pt x="544290" y="1765494"/>
                    </a:lnTo>
                    <a:lnTo>
                      <a:pt x="546227" y="1780285"/>
                    </a:lnTo>
                    <a:lnTo>
                      <a:pt x="548169" y="1795005"/>
                    </a:lnTo>
                    <a:lnTo>
                      <a:pt x="550106" y="1809634"/>
                    </a:lnTo>
                    <a:lnTo>
                      <a:pt x="552047" y="1824187"/>
                    </a:lnTo>
                    <a:lnTo>
                      <a:pt x="553984" y="1838649"/>
                    </a:lnTo>
                    <a:lnTo>
                      <a:pt x="555926" y="1853021"/>
                    </a:lnTo>
                    <a:lnTo>
                      <a:pt x="557863" y="1867302"/>
                    </a:lnTo>
                    <a:lnTo>
                      <a:pt x="559800" y="1881493"/>
                    </a:lnTo>
                    <a:lnTo>
                      <a:pt x="561741" y="1895584"/>
                    </a:lnTo>
                    <a:lnTo>
                      <a:pt x="563678" y="1909579"/>
                    </a:lnTo>
                    <a:lnTo>
                      <a:pt x="565620" y="1923474"/>
                    </a:lnTo>
                    <a:lnTo>
                      <a:pt x="567557" y="1937269"/>
                    </a:lnTo>
                    <a:lnTo>
                      <a:pt x="569494" y="1950955"/>
                    </a:lnTo>
                    <a:lnTo>
                      <a:pt x="571436" y="1964536"/>
                    </a:lnTo>
                    <a:lnTo>
                      <a:pt x="573372" y="1978012"/>
                    </a:lnTo>
                    <a:lnTo>
                      <a:pt x="575314" y="1991373"/>
                    </a:lnTo>
                    <a:lnTo>
                      <a:pt x="577251" y="2004621"/>
                    </a:lnTo>
                    <a:lnTo>
                      <a:pt x="579188" y="2017753"/>
                    </a:lnTo>
                    <a:lnTo>
                      <a:pt x="581129" y="2030767"/>
                    </a:lnTo>
                    <a:lnTo>
                      <a:pt x="583066" y="2043666"/>
                    </a:lnTo>
                    <a:lnTo>
                      <a:pt x="585008" y="2056442"/>
                    </a:lnTo>
                    <a:lnTo>
                      <a:pt x="586945" y="2069093"/>
                    </a:lnTo>
                    <a:lnTo>
                      <a:pt x="588887" y="2081617"/>
                    </a:lnTo>
                    <a:lnTo>
                      <a:pt x="590824" y="2094016"/>
                    </a:lnTo>
                    <a:lnTo>
                      <a:pt x="592760" y="2106286"/>
                    </a:lnTo>
                    <a:lnTo>
                      <a:pt x="594702" y="2118423"/>
                    </a:lnTo>
                    <a:lnTo>
                      <a:pt x="596639" y="2130431"/>
                    </a:lnTo>
                    <a:lnTo>
                      <a:pt x="598581" y="2142301"/>
                    </a:lnTo>
                    <a:lnTo>
                      <a:pt x="600518" y="2154033"/>
                    </a:lnTo>
                    <a:lnTo>
                      <a:pt x="602455" y="2165627"/>
                    </a:lnTo>
                    <a:lnTo>
                      <a:pt x="604396" y="2177077"/>
                    </a:lnTo>
                    <a:lnTo>
                      <a:pt x="606333" y="2188390"/>
                    </a:lnTo>
                    <a:lnTo>
                      <a:pt x="608275" y="2199555"/>
                    </a:lnTo>
                    <a:lnTo>
                      <a:pt x="610212" y="2210577"/>
                    </a:lnTo>
                    <a:lnTo>
                      <a:pt x="612153" y="2221451"/>
                    </a:lnTo>
                    <a:lnTo>
                      <a:pt x="614090" y="2232172"/>
                    </a:lnTo>
                    <a:lnTo>
                      <a:pt x="616027" y="2242746"/>
                    </a:lnTo>
                    <a:lnTo>
                      <a:pt x="617969" y="2253163"/>
                    </a:lnTo>
                    <a:lnTo>
                      <a:pt x="619906" y="2263427"/>
                    </a:lnTo>
                    <a:lnTo>
                      <a:pt x="621847" y="2273534"/>
                    </a:lnTo>
                    <a:lnTo>
                      <a:pt x="623784" y="2283489"/>
                    </a:lnTo>
                    <a:lnTo>
                      <a:pt x="625726" y="2293276"/>
                    </a:lnTo>
                    <a:lnTo>
                      <a:pt x="627663" y="2302907"/>
                    </a:lnTo>
                    <a:lnTo>
                      <a:pt x="629600" y="2312375"/>
                    </a:lnTo>
                    <a:lnTo>
                      <a:pt x="631541" y="2321682"/>
                    </a:lnTo>
                    <a:lnTo>
                      <a:pt x="633478" y="2330817"/>
                    </a:lnTo>
                    <a:lnTo>
                      <a:pt x="635420" y="2339789"/>
                    </a:lnTo>
                    <a:lnTo>
                      <a:pt x="637357" y="2348596"/>
                    </a:lnTo>
                    <a:lnTo>
                      <a:pt x="639294" y="2357225"/>
                    </a:lnTo>
                    <a:lnTo>
                      <a:pt x="641235" y="2365688"/>
                    </a:lnTo>
                    <a:lnTo>
                      <a:pt x="643172" y="2373979"/>
                    </a:lnTo>
                    <a:lnTo>
                      <a:pt x="645114" y="2382100"/>
                    </a:lnTo>
                    <a:lnTo>
                      <a:pt x="647051" y="2390038"/>
                    </a:lnTo>
                    <a:lnTo>
                      <a:pt x="648992" y="2397805"/>
                    </a:lnTo>
                    <a:lnTo>
                      <a:pt x="650929" y="2405392"/>
                    </a:lnTo>
                    <a:lnTo>
                      <a:pt x="652866" y="2412802"/>
                    </a:lnTo>
                    <a:lnTo>
                      <a:pt x="654808" y="2420035"/>
                    </a:lnTo>
                    <a:lnTo>
                      <a:pt x="656745" y="2427083"/>
                    </a:lnTo>
                    <a:lnTo>
                      <a:pt x="658686" y="2433949"/>
                    </a:lnTo>
                    <a:lnTo>
                      <a:pt x="660623" y="2440635"/>
                    </a:lnTo>
                    <a:lnTo>
                      <a:pt x="662560" y="2447130"/>
                    </a:lnTo>
                    <a:lnTo>
                      <a:pt x="664502" y="2453448"/>
                    </a:lnTo>
                    <a:lnTo>
                      <a:pt x="666439" y="2459577"/>
                    </a:lnTo>
                    <a:lnTo>
                      <a:pt x="668380" y="2465514"/>
                    </a:lnTo>
                    <a:lnTo>
                      <a:pt x="670318" y="2471271"/>
                    </a:lnTo>
                    <a:lnTo>
                      <a:pt x="672259" y="2476831"/>
                    </a:lnTo>
                    <a:lnTo>
                      <a:pt x="674196" y="2482207"/>
                    </a:lnTo>
                    <a:lnTo>
                      <a:pt x="676133" y="2487386"/>
                    </a:lnTo>
                    <a:lnTo>
                      <a:pt x="678074" y="2492380"/>
                    </a:lnTo>
                    <a:lnTo>
                      <a:pt x="680011" y="2497179"/>
                    </a:lnTo>
                    <a:lnTo>
                      <a:pt x="681953" y="2501787"/>
                    </a:lnTo>
                    <a:lnTo>
                      <a:pt x="683890" y="2506194"/>
                    </a:lnTo>
                    <a:lnTo>
                      <a:pt x="685827" y="2510412"/>
                    </a:lnTo>
                    <a:lnTo>
                      <a:pt x="687769" y="2514433"/>
                    </a:lnTo>
                    <a:lnTo>
                      <a:pt x="689706" y="2518260"/>
                    </a:lnTo>
                    <a:lnTo>
                      <a:pt x="691647" y="2521891"/>
                    </a:lnTo>
                    <a:lnTo>
                      <a:pt x="693584" y="2525327"/>
                    </a:lnTo>
                    <a:lnTo>
                      <a:pt x="695521" y="2528557"/>
                    </a:lnTo>
                    <a:lnTo>
                      <a:pt x="697462" y="2531598"/>
                    </a:lnTo>
                    <a:lnTo>
                      <a:pt x="699399" y="2534433"/>
                    </a:lnTo>
                    <a:lnTo>
                      <a:pt x="701341" y="2537073"/>
                    </a:lnTo>
                    <a:lnTo>
                      <a:pt x="703278" y="2539513"/>
                    </a:lnTo>
                    <a:lnTo>
                      <a:pt x="705220" y="2541752"/>
                    </a:lnTo>
                    <a:lnTo>
                      <a:pt x="707157" y="2543792"/>
                    </a:lnTo>
                    <a:lnTo>
                      <a:pt x="709094" y="2545631"/>
                    </a:lnTo>
                    <a:lnTo>
                      <a:pt x="711035" y="2547270"/>
                    </a:lnTo>
                    <a:lnTo>
                      <a:pt x="712972" y="2548709"/>
                    </a:lnTo>
                    <a:lnTo>
                      <a:pt x="714914" y="2549943"/>
                    </a:lnTo>
                    <a:lnTo>
                      <a:pt x="716851" y="2550978"/>
                    </a:lnTo>
                    <a:lnTo>
                      <a:pt x="718788" y="2551812"/>
                    </a:lnTo>
                    <a:lnTo>
                      <a:pt x="720729" y="2552445"/>
                    </a:lnTo>
                    <a:lnTo>
                      <a:pt x="722666" y="2552874"/>
                    </a:lnTo>
                    <a:lnTo>
                      <a:pt x="724608" y="2553098"/>
                    </a:lnTo>
                    <a:lnTo>
                      <a:pt x="726545" y="2553127"/>
                    </a:lnTo>
                    <a:lnTo>
                      <a:pt x="728486" y="2552951"/>
                    </a:lnTo>
                    <a:lnTo>
                      <a:pt x="730423" y="2552569"/>
                    </a:lnTo>
                    <a:lnTo>
                      <a:pt x="732360" y="2551988"/>
                    </a:lnTo>
                    <a:lnTo>
                      <a:pt x="734302" y="2551206"/>
                    </a:lnTo>
                    <a:lnTo>
                      <a:pt x="736239" y="2550225"/>
                    </a:lnTo>
                    <a:lnTo>
                      <a:pt x="738180" y="2549038"/>
                    </a:lnTo>
                    <a:lnTo>
                      <a:pt x="740117" y="2547652"/>
                    </a:lnTo>
                    <a:lnTo>
                      <a:pt x="742054" y="2546060"/>
                    </a:lnTo>
                    <a:lnTo>
                      <a:pt x="743996" y="2544273"/>
                    </a:lnTo>
                    <a:lnTo>
                      <a:pt x="745933" y="2542281"/>
                    </a:lnTo>
                    <a:lnTo>
                      <a:pt x="747874" y="2540094"/>
                    </a:lnTo>
                    <a:lnTo>
                      <a:pt x="749811" y="2537702"/>
                    </a:lnTo>
                    <a:lnTo>
                      <a:pt x="751753" y="2535114"/>
                    </a:lnTo>
                    <a:lnTo>
                      <a:pt x="753690" y="2532327"/>
                    </a:lnTo>
                    <a:lnTo>
                      <a:pt x="755627" y="2529339"/>
                    </a:lnTo>
                    <a:lnTo>
                      <a:pt x="757568" y="2526151"/>
                    </a:lnTo>
                    <a:lnTo>
                      <a:pt x="759505" y="2522768"/>
                    </a:lnTo>
                    <a:lnTo>
                      <a:pt x="761447" y="2519189"/>
                    </a:lnTo>
                    <a:lnTo>
                      <a:pt x="763384" y="2515410"/>
                    </a:lnTo>
                    <a:lnTo>
                      <a:pt x="765321" y="2511436"/>
                    </a:lnTo>
                    <a:lnTo>
                      <a:pt x="767262" y="2507271"/>
                    </a:lnTo>
                    <a:lnTo>
                      <a:pt x="769199" y="2502906"/>
                    </a:lnTo>
                    <a:lnTo>
                      <a:pt x="771141" y="2498346"/>
                    </a:lnTo>
                    <a:lnTo>
                      <a:pt x="773078" y="2493600"/>
                    </a:lnTo>
                    <a:lnTo>
                      <a:pt x="775020" y="2488654"/>
                    </a:lnTo>
                    <a:lnTo>
                      <a:pt x="776956" y="2483517"/>
                    </a:lnTo>
                    <a:lnTo>
                      <a:pt x="778893" y="2478194"/>
                    </a:lnTo>
                    <a:lnTo>
                      <a:pt x="780835" y="2472676"/>
                    </a:lnTo>
                    <a:lnTo>
                      <a:pt x="782772" y="2466972"/>
                    </a:lnTo>
                    <a:lnTo>
                      <a:pt x="784713" y="2461078"/>
                    </a:lnTo>
                    <a:lnTo>
                      <a:pt x="786651" y="2454997"/>
                    </a:lnTo>
                    <a:lnTo>
                      <a:pt x="788588" y="2448726"/>
                    </a:lnTo>
                    <a:lnTo>
                      <a:pt x="790529" y="2442274"/>
                    </a:lnTo>
                    <a:lnTo>
                      <a:pt x="792466" y="2435636"/>
                    </a:lnTo>
                    <a:lnTo>
                      <a:pt x="794408" y="2428818"/>
                    </a:lnTo>
                    <a:lnTo>
                      <a:pt x="796344" y="2421813"/>
                    </a:lnTo>
                    <a:lnTo>
                      <a:pt x="798286" y="2414627"/>
                    </a:lnTo>
                    <a:lnTo>
                      <a:pt x="800223" y="2407265"/>
                    </a:lnTo>
                    <a:lnTo>
                      <a:pt x="802160" y="2399721"/>
                    </a:lnTo>
                    <a:lnTo>
                      <a:pt x="804102" y="2391997"/>
                    </a:lnTo>
                    <a:lnTo>
                      <a:pt x="806039" y="2384101"/>
                    </a:lnTo>
                    <a:lnTo>
                      <a:pt x="807980" y="2376029"/>
                    </a:lnTo>
                    <a:lnTo>
                      <a:pt x="809917" y="2367780"/>
                    </a:lnTo>
                    <a:lnTo>
                      <a:pt x="811854" y="2359360"/>
                    </a:lnTo>
                    <a:lnTo>
                      <a:pt x="813796" y="2350768"/>
                    </a:lnTo>
                    <a:lnTo>
                      <a:pt x="815732" y="2342005"/>
                    </a:lnTo>
                    <a:lnTo>
                      <a:pt x="817674" y="2333075"/>
                    </a:lnTo>
                    <a:lnTo>
                      <a:pt x="819611" y="2323979"/>
                    </a:lnTo>
                    <a:lnTo>
                      <a:pt x="821553" y="2314720"/>
                    </a:lnTo>
                    <a:lnTo>
                      <a:pt x="823490" y="2305289"/>
                    </a:lnTo>
                    <a:lnTo>
                      <a:pt x="825427" y="2295702"/>
                    </a:lnTo>
                    <a:lnTo>
                      <a:pt x="827368" y="2285947"/>
                    </a:lnTo>
                    <a:lnTo>
                      <a:pt x="829305" y="2276041"/>
                    </a:lnTo>
                    <a:lnTo>
                      <a:pt x="831247" y="2265972"/>
                    </a:lnTo>
                    <a:lnTo>
                      <a:pt x="833184" y="2255746"/>
                    </a:lnTo>
                    <a:lnTo>
                      <a:pt x="835121" y="2245363"/>
                    </a:lnTo>
                    <a:lnTo>
                      <a:pt x="837062" y="2234831"/>
                    </a:lnTo>
                    <a:lnTo>
                      <a:pt x="838999" y="2224143"/>
                    </a:lnTo>
                    <a:lnTo>
                      <a:pt x="840941" y="2213307"/>
                    </a:lnTo>
                    <a:lnTo>
                      <a:pt x="842878" y="2202323"/>
                    </a:lnTo>
                    <a:lnTo>
                      <a:pt x="844819" y="2191197"/>
                    </a:lnTo>
                    <a:lnTo>
                      <a:pt x="846756" y="2179922"/>
                    </a:lnTo>
                    <a:lnTo>
                      <a:pt x="848693" y="2168500"/>
                    </a:lnTo>
                    <a:lnTo>
                      <a:pt x="850635" y="2156945"/>
                    </a:lnTo>
                    <a:lnTo>
                      <a:pt x="852572" y="2145246"/>
                    </a:lnTo>
                    <a:lnTo>
                      <a:pt x="854513" y="2133409"/>
                    </a:lnTo>
                    <a:lnTo>
                      <a:pt x="856450" y="2121439"/>
                    </a:lnTo>
                    <a:lnTo>
                      <a:pt x="858387" y="2109331"/>
                    </a:lnTo>
                    <a:lnTo>
                      <a:pt x="860329" y="2097098"/>
                    </a:lnTo>
                    <a:lnTo>
                      <a:pt x="862266" y="2084728"/>
                    </a:lnTo>
                    <a:lnTo>
                      <a:pt x="864207" y="2072234"/>
                    </a:lnTo>
                    <a:lnTo>
                      <a:pt x="866144" y="2059616"/>
                    </a:lnTo>
                    <a:lnTo>
                      <a:pt x="868086" y="2046869"/>
                    </a:lnTo>
                    <a:lnTo>
                      <a:pt x="870023" y="2034003"/>
                    </a:lnTo>
                    <a:lnTo>
                      <a:pt x="871960" y="2021018"/>
                    </a:lnTo>
                    <a:lnTo>
                      <a:pt x="873902" y="2007913"/>
                    </a:lnTo>
                    <a:lnTo>
                      <a:pt x="875838" y="1994695"/>
                    </a:lnTo>
                    <a:lnTo>
                      <a:pt x="877780" y="1981362"/>
                    </a:lnTo>
                    <a:lnTo>
                      <a:pt x="879717" y="1967914"/>
                    </a:lnTo>
                    <a:lnTo>
                      <a:pt x="881654" y="1954362"/>
                    </a:lnTo>
                    <a:lnTo>
                      <a:pt x="883595" y="1940700"/>
                    </a:lnTo>
                    <a:lnTo>
                      <a:pt x="885532" y="1926934"/>
                    </a:lnTo>
                    <a:lnTo>
                      <a:pt x="887474" y="1913062"/>
                    </a:lnTo>
                    <a:lnTo>
                      <a:pt x="889411" y="1899096"/>
                    </a:lnTo>
                    <a:lnTo>
                      <a:pt x="891353" y="1885024"/>
                    </a:lnTo>
                    <a:lnTo>
                      <a:pt x="893290" y="1870862"/>
                    </a:lnTo>
                    <a:lnTo>
                      <a:pt x="895226" y="1856600"/>
                    </a:lnTo>
                    <a:lnTo>
                      <a:pt x="897168" y="1842252"/>
                    </a:lnTo>
                    <a:lnTo>
                      <a:pt x="899105" y="1827808"/>
                    </a:lnTo>
                    <a:lnTo>
                      <a:pt x="901046" y="1813279"/>
                    </a:lnTo>
                    <a:lnTo>
                      <a:pt x="902984" y="1798669"/>
                    </a:lnTo>
                    <a:lnTo>
                      <a:pt x="904921" y="1783973"/>
                    </a:lnTo>
                    <a:lnTo>
                      <a:pt x="906862" y="1769197"/>
                    </a:lnTo>
                    <a:lnTo>
                      <a:pt x="908799" y="1754344"/>
                    </a:lnTo>
                    <a:lnTo>
                      <a:pt x="910741" y="1739414"/>
                    </a:lnTo>
                    <a:lnTo>
                      <a:pt x="912678" y="1724413"/>
                    </a:lnTo>
                    <a:lnTo>
                      <a:pt x="914619" y="1709341"/>
                    </a:lnTo>
                    <a:lnTo>
                      <a:pt x="916556" y="1694197"/>
                    </a:lnTo>
                    <a:lnTo>
                      <a:pt x="918493" y="1678992"/>
                    </a:lnTo>
                    <a:lnTo>
                      <a:pt x="920435" y="1663719"/>
                    </a:lnTo>
                    <a:lnTo>
                      <a:pt x="922372" y="1648385"/>
                    </a:lnTo>
                    <a:lnTo>
                      <a:pt x="924313" y="1632993"/>
                    </a:lnTo>
                    <a:lnTo>
                      <a:pt x="926250" y="1617545"/>
                    </a:lnTo>
                    <a:lnTo>
                      <a:pt x="928187" y="1602044"/>
                    </a:lnTo>
                    <a:lnTo>
                      <a:pt x="930129" y="1586490"/>
                    </a:lnTo>
                    <a:lnTo>
                      <a:pt x="932066" y="1570889"/>
                    </a:lnTo>
                    <a:lnTo>
                      <a:pt x="934007" y="1555240"/>
                    </a:lnTo>
                    <a:lnTo>
                      <a:pt x="935944" y="1539543"/>
                    </a:lnTo>
                    <a:lnTo>
                      <a:pt x="937886" y="1523809"/>
                    </a:lnTo>
                    <a:lnTo>
                      <a:pt x="939823" y="1508036"/>
                    </a:lnTo>
                    <a:lnTo>
                      <a:pt x="941760" y="1492225"/>
                    </a:lnTo>
                    <a:lnTo>
                      <a:pt x="943701" y="1476381"/>
                    </a:lnTo>
                    <a:lnTo>
                      <a:pt x="945638" y="1460503"/>
                    </a:lnTo>
                    <a:lnTo>
                      <a:pt x="947580" y="1444597"/>
                    </a:lnTo>
                    <a:lnTo>
                      <a:pt x="949517" y="1428667"/>
                    </a:lnTo>
                    <a:lnTo>
                      <a:pt x="951454" y="1412708"/>
                    </a:lnTo>
                    <a:lnTo>
                      <a:pt x="953395" y="1396731"/>
                    </a:lnTo>
                    <a:lnTo>
                      <a:pt x="955332" y="1380734"/>
                    </a:lnTo>
                    <a:lnTo>
                      <a:pt x="957274" y="1364723"/>
                    </a:lnTo>
                    <a:lnTo>
                      <a:pt x="959211" y="1348693"/>
                    </a:lnTo>
                    <a:lnTo>
                      <a:pt x="961153" y="1332658"/>
                    </a:lnTo>
                    <a:lnTo>
                      <a:pt x="963089" y="1316609"/>
                    </a:lnTo>
                    <a:lnTo>
                      <a:pt x="965026" y="1300555"/>
                    </a:lnTo>
                    <a:lnTo>
                      <a:pt x="966968" y="1284496"/>
                    </a:lnTo>
                    <a:lnTo>
                      <a:pt x="968905" y="1268438"/>
                    </a:lnTo>
                    <a:lnTo>
                      <a:pt x="970846" y="1252379"/>
                    </a:lnTo>
                    <a:lnTo>
                      <a:pt x="972783" y="1236325"/>
                    </a:lnTo>
                    <a:lnTo>
                      <a:pt x="974720" y="1220276"/>
                    </a:lnTo>
                    <a:lnTo>
                      <a:pt x="976662" y="1204241"/>
                    </a:lnTo>
                    <a:lnTo>
                      <a:pt x="978599" y="1188211"/>
                    </a:lnTo>
                    <a:lnTo>
                      <a:pt x="980540" y="1172200"/>
                    </a:lnTo>
                    <a:lnTo>
                      <a:pt x="982477" y="1156203"/>
                    </a:lnTo>
                    <a:lnTo>
                      <a:pt x="984419" y="1140226"/>
                    </a:lnTo>
                    <a:lnTo>
                      <a:pt x="986356" y="1124267"/>
                    </a:lnTo>
                    <a:lnTo>
                      <a:pt x="988293" y="1108337"/>
                    </a:lnTo>
                    <a:lnTo>
                      <a:pt x="990235" y="1092431"/>
                    </a:lnTo>
                    <a:lnTo>
                      <a:pt x="992172" y="1076553"/>
                    </a:lnTo>
                    <a:lnTo>
                      <a:pt x="994113" y="1060709"/>
                    </a:lnTo>
                    <a:lnTo>
                      <a:pt x="996050" y="1044898"/>
                    </a:lnTo>
                    <a:lnTo>
                      <a:pt x="997987" y="1029125"/>
                    </a:lnTo>
                    <a:lnTo>
                      <a:pt x="999928" y="1013391"/>
                    </a:lnTo>
                    <a:lnTo>
                      <a:pt x="1001865" y="997694"/>
                    </a:lnTo>
                    <a:lnTo>
                      <a:pt x="1003807" y="982045"/>
                    </a:lnTo>
                    <a:lnTo>
                      <a:pt x="1005744" y="966444"/>
                    </a:lnTo>
                    <a:lnTo>
                      <a:pt x="1007686" y="950890"/>
                    </a:lnTo>
                    <a:lnTo>
                      <a:pt x="1009623" y="935389"/>
                    </a:lnTo>
                    <a:lnTo>
                      <a:pt x="1011560" y="919941"/>
                    </a:lnTo>
                    <a:lnTo>
                      <a:pt x="1013501" y="904549"/>
                    </a:lnTo>
                    <a:lnTo>
                      <a:pt x="1015438" y="889215"/>
                    </a:lnTo>
                    <a:lnTo>
                      <a:pt x="1017380" y="873942"/>
                    </a:lnTo>
                    <a:lnTo>
                      <a:pt x="1019317" y="858737"/>
                    </a:lnTo>
                    <a:lnTo>
                      <a:pt x="1021254" y="843593"/>
                    </a:lnTo>
                    <a:lnTo>
                      <a:pt x="1023195" y="828521"/>
                    </a:lnTo>
                    <a:lnTo>
                      <a:pt x="1025132" y="813520"/>
                    </a:lnTo>
                    <a:lnTo>
                      <a:pt x="1027074" y="798590"/>
                    </a:lnTo>
                    <a:lnTo>
                      <a:pt x="1029011" y="783737"/>
                    </a:lnTo>
                    <a:lnTo>
                      <a:pt x="1030952" y="768961"/>
                    </a:lnTo>
                    <a:lnTo>
                      <a:pt x="1032889" y="754265"/>
                    </a:lnTo>
                    <a:lnTo>
                      <a:pt x="1034826" y="739655"/>
                    </a:lnTo>
                    <a:lnTo>
                      <a:pt x="1036768" y="725126"/>
                    </a:lnTo>
                    <a:lnTo>
                      <a:pt x="1038705" y="710682"/>
                    </a:lnTo>
                    <a:lnTo>
                      <a:pt x="1040646" y="696334"/>
                    </a:lnTo>
                    <a:lnTo>
                      <a:pt x="1042583" y="682072"/>
                    </a:lnTo>
                    <a:lnTo>
                      <a:pt x="1044520" y="667910"/>
                    </a:lnTo>
                    <a:lnTo>
                      <a:pt x="1046462" y="653838"/>
                    </a:lnTo>
                    <a:lnTo>
                      <a:pt x="1048399" y="639872"/>
                    </a:lnTo>
                    <a:lnTo>
                      <a:pt x="1050340" y="626000"/>
                    </a:lnTo>
                    <a:lnTo>
                      <a:pt x="1052277" y="612234"/>
                    </a:lnTo>
                    <a:lnTo>
                      <a:pt x="1054219" y="598572"/>
                    </a:lnTo>
                    <a:lnTo>
                      <a:pt x="1056156" y="585020"/>
                    </a:lnTo>
                    <a:lnTo>
                      <a:pt x="1058093" y="571572"/>
                    </a:lnTo>
                    <a:lnTo>
                      <a:pt x="1060035" y="558239"/>
                    </a:lnTo>
                    <a:lnTo>
                      <a:pt x="1061971" y="545021"/>
                    </a:lnTo>
                    <a:lnTo>
                      <a:pt x="1063913" y="531916"/>
                    </a:lnTo>
                    <a:lnTo>
                      <a:pt x="1065850" y="518931"/>
                    </a:lnTo>
                    <a:lnTo>
                      <a:pt x="1067787" y="506065"/>
                    </a:lnTo>
                    <a:lnTo>
                      <a:pt x="1069728" y="493318"/>
                    </a:lnTo>
                    <a:lnTo>
                      <a:pt x="1071665" y="480700"/>
                    </a:lnTo>
                    <a:lnTo>
                      <a:pt x="1073607" y="468206"/>
                    </a:lnTo>
                    <a:lnTo>
                      <a:pt x="1075544" y="455835"/>
                    </a:lnTo>
                    <a:lnTo>
                      <a:pt x="1077486" y="443603"/>
                    </a:lnTo>
                    <a:lnTo>
                      <a:pt x="1079422" y="431495"/>
                    </a:lnTo>
                    <a:lnTo>
                      <a:pt x="1081359" y="419525"/>
                    </a:lnTo>
                    <a:lnTo>
                      <a:pt x="1083301" y="407688"/>
                    </a:lnTo>
                    <a:lnTo>
                      <a:pt x="1085238" y="395990"/>
                    </a:lnTo>
                    <a:lnTo>
                      <a:pt x="1087179" y="384434"/>
                    </a:lnTo>
                    <a:lnTo>
                      <a:pt x="1089117" y="373012"/>
                    </a:lnTo>
                    <a:lnTo>
                      <a:pt x="1091054" y="361737"/>
                    </a:lnTo>
                    <a:lnTo>
                      <a:pt x="1092995" y="350611"/>
                    </a:lnTo>
                    <a:lnTo>
                      <a:pt x="1094932" y="339627"/>
                    </a:lnTo>
                    <a:lnTo>
                      <a:pt x="1096874" y="328791"/>
                    </a:lnTo>
                    <a:lnTo>
                      <a:pt x="1098810" y="318103"/>
                    </a:lnTo>
                    <a:lnTo>
                      <a:pt x="1100752" y="307572"/>
                    </a:lnTo>
                    <a:lnTo>
                      <a:pt x="1102689" y="297188"/>
                    </a:lnTo>
                    <a:lnTo>
                      <a:pt x="1104626" y="286967"/>
                    </a:lnTo>
                    <a:lnTo>
                      <a:pt x="1106568" y="276893"/>
                    </a:lnTo>
                    <a:lnTo>
                      <a:pt x="1108505" y="266986"/>
                    </a:lnTo>
                    <a:lnTo>
                      <a:pt x="1110446" y="257232"/>
                    </a:lnTo>
                    <a:lnTo>
                      <a:pt x="1112383" y="247645"/>
                    </a:lnTo>
                    <a:lnTo>
                      <a:pt x="1114320" y="238219"/>
                    </a:lnTo>
                    <a:lnTo>
                      <a:pt x="1116262" y="228955"/>
                    </a:lnTo>
                    <a:lnTo>
                      <a:pt x="1118198" y="219859"/>
                    </a:lnTo>
                    <a:lnTo>
                      <a:pt x="1120140" y="210929"/>
                    </a:lnTo>
                    <a:lnTo>
                      <a:pt x="1122077" y="202166"/>
                    </a:lnTo>
                    <a:lnTo>
                      <a:pt x="1124019" y="193574"/>
                    </a:lnTo>
                    <a:lnTo>
                      <a:pt x="1125956" y="185154"/>
                    </a:lnTo>
                    <a:lnTo>
                      <a:pt x="1127893" y="176905"/>
                    </a:lnTo>
                    <a:lnTo>
                      <a:pt x="1129834" y="168833"/>
                    </a:lnTo>
                    <a:lnTo>
                      <a:pt x="1131771" y="160937"/>
                    </a:lnTo>
                    <a:lnTo>
                      <a:pt x="1133713" y="153213"/>
                    </a:lnTo>
                    <a:lnTo>
                      <a:pt x="1135650" y="145670"/>
                    </a:lnTo>
                    <a:lnTo>
                      <a:pt x="1137587" y="138307"/>
                    </a:lnTo>
                    <a:lnTo>
                      <a:pt x="1139528" y="131122"/>
                    </a:lnTo>
                    <a:lnTo>
                      <a:pt x="1141465" y="124117"/>
                    </a:lnTo>
                    <a:lnTo>
                      <a:pt x="1143407" y="117298"/>
                    </a:lnTo>
                    <a:lnTo>
                      <a:pt x="1145344" y="110660"/>
                    </a:lnTo>
                    <a:lnTo>
                      <a:pt x="1147281" y="104208"/>
                    </a:lnTo>
                    <a:lnTo>
                      <a:pt x="1149222" y="97937"/>
                    </a:lnTo>
                    <a:lnTo>
                      <a:pt x="1151159" y="91856"/>
                    </a:lnTo>
                    <a:lnTo>
                      <a:pt x="1153101" y="85962"/>
                    </a:lnTo>
                    <a:lnTo>
                      <a:pt x="1155038" y="80258"/>
                    </a:lnTo>
                    <a:lnTo>
                      <a:pt x="1156979" y="74740"/>
                    </a:lnTo>
                    <a:lnTo>
                      <a:pt x="1158916" y="69417"/>
                    </a:lnTo>
                    <a:lnTo>
                      <a:pt x="1160853" y="64280"/>
                    </a:lnTo>
                    <a:lnTo>
                      <a:pt x="1162795" y="59339"/>
                    </a:lnTo>
                    <a:lnTo>
                      <a:pt x="1164732" y="54588"/>
                    </a:lnTo>
                    <a:lnTo>
                      <a:pt x="1166673" y="50028"/>
                    </a:lnTo>
                    <a:lnTo>
                      <a:pt x="1168610" y="45663"/>
                    </a:lnTo>
                    <a:lnTo>
                      <a:pt x="1170552" y="41498"/>
                    </a:lnTo>
                    <a:lnTo>
                      <a:pt x="1172489" y="37524"/>
                    </a:lnTo>
                    <a:lnTo>
                      <a:pt x="1174426" y="33745"/>
                    </a:lnTo>
                    <a:lnTo>
                      <a:pt x="1176368" y="30166"/>
                    </a:lnTo>
                    <a:lnTo>
                      <a:pt x="1178305" y="26783"/>
                    </a:lnTo>
                    <a:lnTo>
                      <a:pt x="1180246" y="23595"/>
                    </a:lnTo>
                    <a:lnTo>
                      <a:pt x="1182183" y="20607"/>
                    </a:lnTo>
                    <a:lnTo>
                      <a:pt x="1184120" y="17820"/>
                    </a:lnTo>
                    <a:lnTo>
                      <a:pt x="1186061" y="15232"/>
                    </a:lnTo>
                    <a:lnTo>
                      <a:pt x="1187998" y="12840"/>
                    </a:lnTo>
                    <a:lnTo>
                      <a:pt x="1189940" y="10653"/>
                    </a:lnTo>
                    <a:lnTo>
                      <a:pt x="1191877" y="8661"/>
                    </a:lnTo>
                    <a:lnTo>
                      <a:pt x="1193819" y="6874"/>
                    </a:lnTo>
                    <a:lnTo>
                      <a:pt x="1195756" y="5282"/>
                    </a:lnTo>
                    <a:lnTo>
                      <a:pt x="1197692" y="3896"/>
                    </a:lnTo>
                    <a:lnTo>
                      <a:pt x="1199634" y="2709"/>
                    </a:lnTo>
                    <a:lnTo>
                      <a:pt x="1201571" y="1728"/>
                    </a:lnTo>
                    <a:lnTo>
                      <a:pt x="1203512" y="946"/>
                    </a:lnTo>
                    <a:lnTo>
                      <a:pt x="1205450" y="365"/>
                    </a:lnTo>
                    <a:lnTo>
                      <a:pt x="1207387" y="-16"/>
                    </a:lnTo>
                    <a:lnTo>
                      <a:pt x="1209328" y="-193"/>
                    </a:lnTo>
                    <a:lnTo>
                      <a:pt x="1211265" y="-164"/>
                    </a:lnTo>
                    <a:lnTo>
                      <a:pt x="1213207" y="60"/>
                    </a:lnTo>
                    <a:lnTo>
                      <a:pt x="1215144" y="489"/>
                    </a:lnTo>
                    <a:lnTo>
                      <a:pt x="1217085" y="1122"/>
                    </a:lnTo>
                    <a:lnTo>
                      <a:pt x="1219022" y="1956"/>
                    </a:lnTo>
                    <a:lnTo>
                      <a:pt x="1220959" y="2990"/>
                    </a:lnTo>
                    <a:lnTo>
                      <a:pt x="1222901" y="4225"/>
                    </a:lnTo>
                    <a:lnTo>
                      <a:pt x="1224838" y="5664"/>
                    </a:lnTo>
                    <a:lnTo>
                      <a:pt x="1226779" y="7303"/>
                    </a:lnTo>
                    <a:lnTo>
                      <a:pt x="1228716" y="9142"/>
                    </a:lnTo>
                    <a:lnTo>
                      <a:pt x="1230653" y="11182"/>
                    </a:lnTo>
                    <a:lnTo>
                      <a:pt x="1232595" y="13421"/>
                    </a:lnTo>
                    <a:lnTo>
                      <a:pt x="1234532" y="15861"/>
                    </a:lnTo>
                    <a:lnTo>
                      <a:pt x="1236473" y="18501"/>
                    </a:lnTo>
                    <a:lnTo>
                      <a:pt x="1238410" y="21336"/>
                    </a:lnTo>
                    <a:lnTo>
                      <a:pt x="1240352" y="24377"/>
                    </a:lnTo>
                    <a:lnTo>
                      <a:pt x="1242289" y="27607"/>
                    </a:lnTo>
                    <a:lnTo>
                      <a:pt x="1244226" y="31043"/>
                    </a:lnTo>
                    <a:lnTo>
                      <a:pt x="1246167" y="34674"/>
                    </a:lnTo>
                    <a:lnTo>
                      <a:pt x="1248104" y="38496"/>
                    </a:lnTo>
                    <a:lnTo>
                      <a:pt x="1250046" y="42522"/>
                    </a:lnTo>
                    <a:lnTo>
                      <a:pt x="1251983" y="46740"/>
                    </a:lnTo>
                    <a:lnTo>
                      <a:pt x="1253920" y="51147"/>
                    </a:lnTo>
                    <a:lnTo>
                      <a:pt x="1255861" y="55755"/>
                    </a:lnTo>
                    <a:lnTo>
                      <a:pt x="1257798" y="60554"/>
                    </a:lnTo>
                    <a:lnTo>
                      <a:pt x="1259740" y="65548"/>
                    </a:lnTo>
                    <a:lnTo>
                      <a:pt x="1261677" y="70728"/>
                    </a:lnTo>
                    <a:lnTo>
                      <a:pt x="1263614" y="76103"/>
                    </a:lnTo>
                    <a:lnTo>
                      <a:pt x="1265555" y="81664"/>
                    </a:lnTo>
                    <a:lnTo>
                      <a:pt x="1267492" y="87420"/>
                    </a:lnTo>
                    <a:lnTo>
                      <a:pt x="1269434" y="93357"/>
                    </a:lnTo>
                    <a:lnTo>
                      <a:pt x="1271371" y="99485"/>
                    </a:lnTo>
                    <a:lnTo>
                      <a:pt x="1273312" y="105804"/>
                    </a:lnTo>
                    <a:lnTo>
                      <a:pt x="1275249" y="112299"/>
                    </a:lnTo>
                    <a:lnTo>
                      <a:pt x="1277187" y="118985"/>
                    </a:lnTo>
                    <a:lnTo>
                      <a:pt x="1279128" y="125851"/>
                    </a:lnTo>
                    <a:lnTo>
                      <a:pt x="1281065" y="132899"/>
                    </a:lnTo>
                    <a:lnTo>
                      <a:pt x="1283007" y="140132"/>
                    </a:lnTo>
                    <a:lnTo>
                      <a:pt x="1284943" y="147542"/>
                    </a:lnTo>
                    <a:lnTo>
                      <a:pt x="1286880" y="155128"/>
                    </a:lnTo>
                    <a:lnTo>
                      <a:pt x="1288822" y="162896"/>
                    </a:lnTo>
                    <a:lnTo>
                      <a:pt x="1290759" y="170835"/>
                    </a:lnTo>
                    <a:lnTo>
                      <a:pt x="1292701" y="178954"/>
                    </a:lnTo>
                    <a:lnTo>
                      <a:pt x="1294638" y="187246"/>
                    </a:lnTo>
                    <a:lnTo>
                      <a:pt x="1296579" y="195709"/>
                    </a:lnTo>
                    <a:lnTo>
                      <a:pt x="1298516" y="204339"/>
                    </a:lnTo>
                    <a:lnTo>
                      <a:pt x="1300453" y="213145"/>
                    </a:lnTo>
                    <a:lnTo>
                      <a:pt x="1302394" y="222117"/>
                    </a:lnTo>
                    <a:lnTo>
                      <a:pt x="1304331" y="231252"/>
                    </a:lnTo>
                    <a:lnTo>
                      <a:pt x="1306273" y="240559"/>
                    </a:lnTo>
                    <a:lnTo>
                      <a:pt x="1308210" y="250027"/>
                    </a:lnTo>
                    <a:lnTo>
                      <a:pt x="1310147" y="259658"/>
                    </a:lnTo>
                    <a:lnTo>
                      <a:pt x="1312089" y="269445"/>
                    </a:lnTo>
                    <a:lnTo>
                      <a:pt x="1314026" y="279400"/>
                    </a:lnTo>
                    <a:lnTo>
                      <a:pt x="1315967" y="289507"/>
                    </a:lnTo>
                    <a:lnTo>
                      <a:pt x="1317904" y="299771"/>
                    </a:lnTo>
                    <a:lnTo>
                      <a:pt x="1319846" y="310188"/>
                    </a:lnTo>
                    <a:lnTo>
                      <a:pt x="1321783" y="320762"/>
                    </a:lnTo>
                    <a:lnTo>
                      <a:pt x="1323720" y="331483"/>
                    </a:lnTo>
                    <a:lnTo>
                      <a:pt x="1325661" y="342357"/>
                    </a:lnTo>
                    <a:lnTo>
                      <a:pt x="1327598" y="353379"/>
                    </a:lnTo>
                    <a:lnTo>
                      <a:pt x="1329540" y="364544"/>
                    </a:lnTo>
                    <a:lnTo>
                      <a:pt x="1331477" y="375857"/>
                    </a:lnTo>
                    <a:lnTo>
                      <a:pt x="1333418" y="387307"/>
                    </a:lnTo>
                    <a:lnTo>
                      <a:pt x="1335355" y="398901"/>
                    </a:lnTo>
                    <a:lnTo>
                      <a:pt x="1337292" y="410633"/>
                    </a:lnTo>
                    <a:lnTo>
                      <a:pt x="1339234" y="422503"/>
                    </a:lnTo>
                    <a:lnTo>
                      <a:pt x="1341171" y="434511"/>
                    </a:lnTo>
                    <a:lnTo>
                      <a:pt x="1343112" y="446648"/>
                    </a:lnTo>
                    <a:lnTo>
                      <a:pt x="1345049" y="458919"/>
                    </a:lnTo>
                    <a:lnTo>
                      <a:pt x="1346986" y="471318"/>
                    </a:lnTo>
                    <a:lnTo>
                      <a:pt x="1348928" y="483840"/>
                    </a:lnTo>
                    <a:lnTo>
                      <a:pt x="1350865" y="496492"/>
                    </a:lnTo>
                    <a:lnTo>
                      <a:pt x="1352806" y="509267"/>
                    </a:lnTo>
                    <a:lnTo>
                      <a:pt x="1354743" y="522167"/>
                    </a:lnTo>
                    <a:lnTo>
                      <a:pt x="1356680" y="535181"/>
                    </a:lnTo>
                    <a:lnTo>
                      <a:pt x="1358622" y="548313"/>
                    </a:lnTo>
                    <a:lnTo>
                      <a:pt x="1360559" y="561561"/>
                    </a:lnTo>
                    <a:lnTo>
                      <a:pt x="1362501" y="574922"/>
                    </a:lnTo>
                    <a:lnTo>
                      <a:pt x="1364437" y="588398"/>
                    </a:lnTo>
                    <a:lnTo>
                      <a:pt x="1366379" y="601979"/>
                    </a:lnTo>
                    <a:lnTo>
                      <a:pt x="1368316" y="615665"/>
                    </a:lnTo>
                    <a:lnTo>
                      <a:pt x="1370253" y="629460"/>
                    </a:lnTo>
                    <a:lnTo>
                      <a:pt x="1372194" y="643355"/>
                    </a:lnTo>
                    <a:lnTo>
                      <a:pt x="1374131" y="657350"/>
                    </a:lnTo>
                    <a:lnTo>
                      <a:pt x="1376073" y="671441"/>
                    </a:lnTo>
                    <a:lnTo>
                      <a:pt x="1378010" y="685632"/>
                    </a:lnTo>
                    <a:lnTo>
                      <a:pt x="1379947" y="699913"/>
                    </a:lnTo>
                    <a:lnTo>
                      <a:pt x="1381889" y="714285"/>
                    </a:lnTo>
                    <a:lnTo>
                      <a:pt x="1383825" y="728747"/>
                    </a:lnTo>
                    <a:lnTo>
                      <a:pt x="1385767" y="743300"/>
                    </a:lnTo>
                    <a:lnTo>
                      <a:pt x="1387704" y="757929"/>
                    </a:lnTo>
                    <a:lnTo>
                      <a:pt x="1389645" y="772649"/>
                    </a:lnTo>
                    <a:lnTo>
                      <a:pt x="1391582" y="787440"/>
                    </a:lnTo>
                    <a:lnTo>
                      <a:pt x="1393520" y="802317"/>
                    </a:lnTo>
                    <a:lnTo>
                      <a:pt x="1395461" y="817260"/>
                    </a:lnTo>
                    <a:lnTo>
                      <a:pt x="1397398" y="832280"/>
                    </a:lnTo>
                    <a:lnTo>
                      <a:pt x="1399340" y="847372"/>
                    </a:lnTo>
                    <a:lnTo>
                      <a:pt x="1401276" y="862530"/>
                    </a:lnTo>
                    <a:lnTo>
                      <a:pt x="1403213" y="877754"/>
                    </a:lnTo>
                    <a:lnTo>
                      <a:pt x="1405155" y="893041"/>
                    </a:lnTo>
                    <a:lnTo>
                      <a:pt x="1407092" y="908390"/>
                    </a:lnTo>
                    <a:lnTo>
                      <a:pt x="1409034" y="923796"/>
                    </a:lnTo>
                    <a:lnTo>
                      <a:pt x="1410971" y="939259"/>
                    </a:lnTo>
                    <a:lnTo>
                      <a:pt x="1412912" y="954774"/>
                    </a:lnTo>
                    <a:lnTo>
                      <a:pt x="1414849" y="970342"/>
                    </a:lnTo>
                    <a:lnTo>
                      <a:pt x="1416786" y="985953"/>
                    </a:lnTo>
                    <a:lnTo>
                      <a:pt x="1418728" y="1001616"/>
                    </a:lnTo>
                    <a:lnTo>
                      <a:pt x="1420664" y="1017317"/>
                    </a:lnTo>
                    <a:lnTo>
                      <a:pt x="1422606" y="1033061"/>
                    </a:lnTo>
                    <a:lnTo>
                      <a:pt x="1424543" y="1048848"/>
                    </a:lnTo>
                    <a:lnTo>
                      <a:pt x="1426480" y="1064664"/>
                    </a:lnTo>
                    <a:lnTo>
                      <a:pt x="1428422" y="1080518"/>
                    </a:lnTo>
                    <a:lnTo>
                      <a:pt x="1430359" y="1096405"/>
                    </a:lnTo>
                    <a:lnTo>
                      <a:pt x="1432300" y="1112316"/>
                    </a:lnTo>
                    <a:lnTo>
                      <a:pt x="1434237" y="1128256"/>
                    </a:lnTo>
                    <a:lnTo>
                      <a:pt x="1436179" y="1144214"/>
                    </a:lnTo>
                    <a:lnTo>
                      <a:pt x="1438116" y="1160201"/>
                    </a:lnTo>
                    <a:lnTo>
                      <a:pt x="1440053" y="1176198"/>
                    </a:lnTo>
                    <a:lnTo>
                      <a:pt x="1441994" y="1192219"/>
                    </a:lnTo>
                    <a:lnTo>
                      <a:pt x="1443931" y="1208249"/>
                    </a:lnTo>
                    <a:lnTo>
                      <a:pt x="1445873" y="1224288"/>
                    </a:lnTo>
                    <a:lnTo>
                      <a:pt x="1447810" y="1240337"/>
                    </a:lnTo>
                    <a:lnTo>
                      <a:pt x="1449747" y="1256396"/>
                    </a:lnTo>
                    <a:lnTo>
                      <a:pt x="1451688" y="1272450"/>
                    </a:lnTo>
                    <a:lnTo>
                      <a:pt x="1453625" y="1288513"/>
                    </a:lnTo>
                    <a:lnTo>
                      <a:pt x="1455567" y="1304567"/>
                    </a:lnTo>
                    <a:lnTo>
                      <a:pt x="1457504" y="1320621"/>
                    </a:lnTo>
                    <a:lnTo>
                      <a:pt x="1459445" y="1336666"/>
                    </a:lnTo>
                    <a:lnTo>
                      <a:pt x="1461382" y="1352705"/>
                    </a:lnTo>
                    <a:lnTo>
                      <a:pt x="1463319" y="1368726"/>
                    </a:lnTo>
                    <a:lnTo>
                      <a:pt x="1465261" y="1384737"/>
                    </a:lnTo>
                    <a:lnTo>
                      <a:pt x="1467198" y="1400729"/>
                    </a:lnTo>
                    <a:lnTo>
                      <a:pt x="1469139" y="1416702"/>
                    </a:lnTo>
                    <a:lnTo>
                      <a:pt x="1471076" y="1432651"/>
                    </a:lnTo>
                    <a:lnTo>
                      <a:pt x="1473013" y="1448576"/>
                    </a:lnTo>
                    <a:lnTo>
                      <a:pt x="1474955" y="1464477"/>
                    </a:lnTo>
                    <a:lnTo>
                      <a:pt x="1476892" y="1480345"/>
                    </a:lnTo>
                    <a:lnTo>
                      <a:pt x="1478834" y="1496180"/>
                    </a:lnTo>
                    <a:lnTo>
                      <a:pt x="1480771" y="1511982"/>
                    </a:lnTo>
                    <a:lnTo>
                      <a:pt x="1482712" y="1527750"/>
                    </a:lnTo>
                    <a:lnTo>
                      <a:pt x="1484649" y="1543475"/>
                    </a:lnTo>
                    <a:lnTo>
                      <a:pt x="1486586" y="1559157"/>
                    </a:lnTo>
                    <a:lnTo>
                      <a:pt x="1488527" y="1574791"/>
                    </a:lnTo>
                    <a:lnTo>
                      <a:pt x="1490464" y="1590383"/>
                    </a:lnTo>
                    <a:lnTo>
                      <a:pt x="1492406" y="1605922"/>
                    </a:lnTo>
                    <a:lnTo>
                      <a:pt x="1494343" y="1621414"/>
                    </a:lnTo>
                    <a:lnTo>
                      <a:pt x="1496280" y="1636848"/>
                    </a:lnTo>
                    <a:lnTo>
                      <a:pt x="1498222" y="1652226"/>
                    </a:lnTo>
                    <a:lnTo>
                      <a:pt x="1500159" y="1667541"/>
                    </a:lnTo>
                    <a:lnTo>
                      <a:pt x="1502100" y="1682799"/>
                    </a:lnTo>
                    <a:lnTo>
                      <a:pt x="1504037" y="1697991"/>
                    </a:lnTo>
                    <a:lnTo>
                      <a:pt x="1505979" y="1713115"/>
                    </a:lnTo>
                    <a:lnTo>
                      <a:pt x="1507915" y="1728168"/>
                    </a:lnTo>
                    <a:lnTo>
                      <a:pt x="1509853" y="1743155"/>
                    </a:lnTo>
                    <a:lnTo>
                      <a:pt x="1511794" y="1758065"/>
                    </a:lnTo>
                    <a:lnTo>
                      <a:pt x="1513731" y="1772899"/>
                    </a:lnTo>
                    <a:lnTo>
                      <a:pt x="1515673" y="1787657"/>
                    </a:lnTo>
                    <a:lnTo>
                      <a:pt x="1517610" y="1802329"/>
                    </a:lnTo>
                    <a:lnTo>
                      <a:pt x="1519546" y="1816920"/>
                    </a:lnTo>
                    <a:lnTo>
                      <a:pt x="1521488" y="1831430"/>
                    </a:lnTo>
                    <a:lnTo>
                      <a:pt x="1523425" y="1845845"/>
                    </a:lnTo>
                    <a:lnTo>
                      <a:pt x="1525367" y="1860173"/>
                    </a:lnTo>
                    <a:lnTo>
                      <a:pt x="1527304" y="1874412"/>
                    </a:lnTo>
                    <a:lnTo>
                      <a:pt x="1529245" y="1888550"/>
                    </a:lnTo>
                    <a:lnTo>
                      <a:pt x="1531182" y="1902593"/>
                    </a:lnTo>
                    <a:lnTo>
                      <a:pt x="1533119" y="1916541"/>
                    </a:lnTo>
                    <a:lnTo>
                      <a:pt x="1535061" y="1930384"/>
                    </a:lnTo>
                    <a:lnTo>
                      <a:pt x="1536998" y="1944127"/>
                    </a:lnTo>
                    <a:lnTo>
                      <a:pt x="1538939" y="1957760"/>
                    </a:lnTo>
                    <a:lnTo>
                      <a:pt x="1540876" y="1971288"/>
                    </a:lnTo>
                    <a:lnTo>
                      <a:pt x="1542813" y="1984707"/>
                    </a:lnTo>
                    <a:lnTo>
                      <a:pt x="1544755" y="1998011"/>
                    </a:lnTo>
                    <a:lnTo>
                      <a:pt x="1546692" y="2011201"/>
                    </a:lnTo>
                    <a:lnTo>
                      <a:pt x="1548633" y="2024277"/>
                    </a:lnTo>
                    <a:lnTo>
                      <a:pt x="1550570" y="2037234"/>
                    </a:lnTo>
                    <a:lnTo>
                      <a:pt x="1552512" y="2050066"/>
                    </a:lnTo>
                    <a:lnTo>
                      <a:pt x="1554449" y="2062780"/>
                    </a:lnTo>
                    <a:lnTo>
                      <a:pt x="1556386" y="2075369"/>
                    </a:lnTo>
                    <a:lnTo>
                      <a:pt x="1558327" y="2087835"/>
                    </a:lnTo>
                    <a:lnTo>
                      <a:pt x="1560264" y="2100167"/>
                    </a:lnTo>
                    <a:lnTo>
                      <a:pt x="1562206" y="2112371"/>
                    </a:lnTo>
                    <a:lnTo>
                      <a:pt x="1564143" y="2124446"/>
                    </a:lnTo>
                    <a:lnTo>
                      <a:pt x="1566080" y="2136383"/>
                    </a:lnTo>
                    <a:lnTo>
                      <a:pt x="1568021" y="2148181"/>
                    </a:lnTo>
                    <a:lnTo>
                      <a:pt x="1569958" y="2159847"/>
                    </a:lnTo>
                    <a:lnTo>
                      <a:pt x="1571900" y="2171369"/>
                    </a:lnTo>
                    <a:lnTo>
                      <a:pt x="1573837" y="2182753"/>
                    </a:lnTo>
                    <a:lnTo>
                      <a:pt x="1575778" y="2193989"/>
                    </a:lnTo>
                    <a:lnTo>
                      <a:pt x="1577715" y="2205087"/>
                    </a:lnTo>
                    <a:lnTo>
                      <a:pt x="1579652" y="2216033"/>
                    </a:lnTo>
                    <a:lnTo>
                      <a:pt x="1581594" y="2226831"/>
                    </a:lnTo>
                    <a:lnTo>
                      <a:pt x="1583531" y="2237476"/>
                    </a:lnTo>
                    <a:lnTo>
                      <a:pt x="1585473" y="2247974"/>
                    </a:lnTo>
                    <a:lnTo>
                      <a:pt x="1587409" y="2258314"/>
                    </a:lnTo>
                    <a:lnTo>
                      <a:pt x="1589346" y="2268502"/>
                    </a:lnTo>
                    <a:lnTo>
                      <a:pt x="1591288" y="2278533"/>
                    </a:lnTo>
                    <a:lnTo>
                      <a:pt x="1593225" y="2288402"/>
                    </a:lnTo>
                    <a:lnTo>
                      <a:pt x="1595167" y="2298113"/>
                    </a:lnTo>
                    <a:lnTo>
                      <a:pt x="1597104" y="2307662"/>
                    </a:lnTo>
                    <a:lnTo>
                      <a:pt x="1599045" y="2317050"/>
                    </a:lnTo>
                    <a:lnTo>
                      <a:pt x="1600982" y="2326271"/>
                    </a:lnTo>
                    <a:lnTo>
                      <a:pt x="1602919" y="2335324"/>
                    </a:lnTo>
                    <a:lnTo>
                      <a:pt x="1604861" y="2344212"/>
                    </a:lnTo>
                    <a:lnTo>
                      <a:pt x="1606797" y="2352932"/>
                    </a:lnTo>
                    <a:lnTo>
                      <a:pt x="1608739" y="2361480"/>
                    </a:lnTo>
                    <a:lnTo>
                      <a:pt x="1610676" y="2369858"/>
                    </a:lnTo>
                    <a:lnTo>
                      <a:pt x="1612613" y="2378064"/>
                    </a:lnTo>
                    <a:lnTo>
                      <a:pt x="1614555" y="2386093"/>
                    </a:lnTo>
                    <a:lnTo>
                      <a:pt x="1616492" y="2393946"/>
                    </a:lnTo>
                    <a:lnTo>
                      <a:pt x="1618433" y="2401622"/>
                    </a:lnTo>
                    <a:lnTo>
                      <a:pt x="1620370" y="2409123"/>
                    </a:lnTo>
                    <a:lnTo>
                      <a:pt x="1622312" y="2416442"/>
                    </a:lnTo>
                    <a:lnTo>
                      <a:pt x="1624248" y="2423581"/>
                    </a:lnTo>
                    <a:lnTo>
                      <a:pt x="1626186" y="2430538"/>
                    </a:lnTo>
                    <a:lnTo>
                      <a:pt x="1628127" y="2437314"/>
                    </a:lnTo>
                    <a:lnTo>
                      <a:pt x="1630064" y="2443904"/>
                    </a:lnTo>
                    <a:lnTo>
                      <a:pt x="1632006" y="2450313"/>
                    </a:lnTo>
                    <a:lnTo>
                      <a:pt x="1633943" y="2456532"/>
                    </a:lnTo>
                    <a:lnTo>
                      <a:pt x="1635880" y="2462569"/>
                    </a:lnTo>
                    <a:lnTo>
                      <a:pt x="1637821" y="2468416"/>
                    </a:lnTo>
                    <a:lnTo>
                      <a:pt x="1639758" y="2474072"/>
                    </a:lnTo>
                    <a:lnTo>
                      <a:pt x="1641700" y="2479543"/>
                    </a:lnTo>
                    <a:lnTo>
                      <a:pt x="1643637" y="2484823"/>
                    </a:lnTo>
                    <a:lnTo>
                      <a:pt x="1645578" y="2489907"/>
                    </a:lnTo>
                    <a:lnTo>
                      <a:pt x="1647515" y="2494801"/>
                    </a:lnTo>
                    <a:lnTo>
                      <a:pt x="1649452" y="2499504"/>
                    </a:lnTo>
                    <a:lnTo>
                      <a:pt x="1651394" y="2504017"/>
                    </a:lnTo>
                    <a:lnTo>
                      <a:pt x="1653331" y="2508329"/>
                    </a:lnTo>
                    <a:lnTo>
                      <a:pt x="1655272" y="2512451"/>
                    </a:lnTo>
                    <a:lnTo>
                      <a:pt x="1657209" y="2516373"/>
                    </a:lnTo>
                    <a:lnTo>
                      <a:pt x="1659146" y="2520099"/>
                    </a:lnTo>
                    <a:lnTo>
                      <a:pt x="1661088" y="2523635"/>
                    </a:lnTo>
                    <a:lnTo>
                      <a:pt x="1663025" y="2526966"/>
                    </a:lnTo>
                    <a:lnTo>
                      <a:pt x="1664966" y="2530101"/>
                    </a:lnTo>
                    <a:lnTo>
                      <a:pt x="1666903" y="2533041"/>
                    </a:lnTo>
                    <a:lnTo>
                      <a:pt x="1668845" y="2535781"/>
                    </a:lnTo>
                    <a:lnTo>
                      <a:pt x="1670782" y="2538321"/>
                    </a:lnTo>
                    <a:lnTo>
                      <a:pt x="1672719" y="2540661"/>
                    </a:lnTo>
                    <a:lnTo>
                      <a:pt x="1674660" y="2542801"/>
                    </a:lnTo>
                    <a:lnTo>
                      <a:pt x="1676597" y="2544740"/>
                    </a:lnTo>
                    <a:lnTo>
                      <a:pt x="1678539" y="2546479"/>
                    </a:lnTo>
                    <a:lnTo>
                      <a:pt x="1680476" y="2548014"/>
                    </a:lnTo>
                    <a:lnTo>
                      <a:pt x="1682413" y="2549353"/>
                    </a:lnTo>
                    <a:lnTo>
                      <a:pt x="1684355" y="2550487"/>
                    </a:lnTo>
                    <a:lnTo>
                      <a:pt x="1686291" y="2551421"/>
                    </a:lnTo>
                    <a:lnTo>
                      <a:pt x="1688233" y="2552155"/>
                    </a:lnTo>
                    <a:lnTo>
                      <a:pt x="1690170" y="2552684"/>
                    </a:lnTo>
                    <a:lnTo>
                      <a:pt x="1692111" y="2553012"/>
                    </a:lnTo>
                    <a:lnTo>
                      <a:pt x="1694048" y="2553136"/>
                    </a:lnTo>
                    <a:lnTo>
                      <a:pt x="1695985" y="2553060"/>
                    </a:lnTo>
                    <a:lnTo>
                      <a:pt x="1697927" y="2552784"/>
                    </a:lnTo>
                    <a:lnTo>
                      <a:pt x="1699864" y="2552307"/>
                    </a:lnTo>
                    <a:lnTo>
                      <a:pt x="1701806" y="2551621"/>
                    </a:lnTo>
                    <a:lnTo>
                      <a:pt x="1703743" y="2550740"/>
                    </a:lnTo>
                    <a:lnTo>
                      <a:pt x="1705679" y="2549653"/>
                    </a:lnTo>
                    <a:lnTo>
                      <a:pt x="1707621" y="2548366"/>
                    </a:lnTo>
                    <a:lnTo>
                      <a:pt x="1709558" y="2546880"/>
                    </a:lnTo>
                    <a:lnTo>
                      <a:pt x="1711500" y="2545193"/>
                    </a:lnTo>
                    <a:lnTo>
                      <a:pt x="1713437" y="2543301"/>
                    </a:lnTo>
                    <a:lnTo>
                      <a:pt x="1715378" y="2541214"/>
                    </a:lnTo>
                    <a:lnTo>
                      <a:pt x="1717315" y="2538922"/>
                    </a:lnTo>
                    <a:lnTo>
                      <a:pt x="1719252" y="2536434"/>
                    </a:lnTo>
                    <a:lnTo>
                      <a:pt x="1721194" y="2533742"/>
                    </a:lnTo>
                    <a:lnTo>
                      <a:pt x="1723130" y="2530854"/>
                    </a:lnTo>
                    <a:lnTo>
                      <a:pt x="1725072" y="2527771"/>
                    </a:lnTo>
                    <a:lnTo>
                      <a:pt x="1727009" y="2524483"/>
                    </a:lnTo>
                    <a:lnTo>
                      <a:pt x="1728946" y="2521005"/>
                    </a:lnTo>
                    <a:lnTo>
                      <a:pt x="1730888" y="2517326"/>
                    </a:lnTo>
                    <a:lnTo>
                      <a:pt x="1732825" y="2513447"/>
                    </a:lnTo>
                    <a:lnTo>
                      <a:pt x="1734766" y="2509377"/>
                    </a:lnTo>
                    <a:lnTo>
                      <a:pt x="1736703" y="2505113"/>
                    </a:lnTo>
                    <a:lnTo>
                      <a:pt x="1738645" y="2500652"/>
                    </a:lnTo>
                    <a:lnTo>
                      <a:pt x="1740582" y="2495997"/>
                    </a:lnTo>
                    <a:lnTo>
                      <a:pt x="1742519" y="2491151"/>
                    </a:lnTo>
                    <a:lnTo>
                      <a:pt x="1744460" y="2486109"/>
                    </a:lnTo>
                    <a:lnTo>
                      <a:pt x="1746397" y="2480882"/>
                    </a:lnTo>
                    <a:lnTo>
                      <a:pt x="1748339" y="2475459"/>
                    </a:lnTo>
                    <a:lnTo>
                      <a:pt x="1750276" y="2469846"/>
                    </a:lnTo>
                    <a:lnTo>
                      <a:pt x="1752213" y="2464046"/>
                    </a:lnTo>
                    <a:lnTo>
                      <a:pt x="1754154" y="2458061"/>
                    </a:lnTo>
                    <a:lnTo>
                      <a:pt x="1756091" y="2451886"/>
                    </a:lnTo>
                    <a:lnTo>
                      <a:pt x="1758033" y="2445524"/>
                    </a:lnTo>
                    <a:lnTo>
                      <a:pt x="1759970" y="2438977"/>
                    </a:lnTo>
                    <a:lnTo>
                      <a:pt x="1761911" y="2432248"/>
                    </a:lnTo>
                    <a:lnTo>
                      <a:pt x="1763848" y="2425339"/>
                    </a:lnTo>
                    <a:lnTo>
                      <a:pt x="1765785" y="2418243"/>
                    </a:lnTo>
                    <a:lnTo>
                      <a:pt x="1767727" y="2410967"/>
                    </a:lnTo>
                    <a:lnTo>
                      <a:pt x="1769664" y="2403514"/>
                    </a:lnTo>
                    <a:lnTo>
                      <a:pt x="1771605" y="2395880"/>
                    </a:lnTo>
                    <a:lnTo>
                      <a:pt x="1773542" y="2388070"/>
                    </a:lnTo>
                    <a:lnTo>
                      <a:pt x="1775479" y="2380084"/>
                    </a:lnTo>
                    <a:lnTo>
                      <a:pt x="1777421" y="2371926"/>
                    </a:lnTo>
                    <a:lnTo>
                      <a:pt x="1779358" y="2363591"/>
                    </a:lnTo>
                    <a:lnTo>
                      <a:pt x="1781299" y="2355086"/>
                    </a:lnTo>
                    <a:lnTo>
                      <a:pt x="1783237" y="2346408"/>
                    </a:lnTo>
                    <a:lnTo>
                      <a:pt x="1785178" y="2337564"/>
                    </a:lnTo>
                    <a:lnTo>
                      <a:pt x="1787115" y="2328548"/>
                    </a:lnTo>
                    <a:lnTo>
                      <a:pt x="1789052" y="2319371"/>
                    </a:lnTo>
                    <a:lnTo>
                      <a:pt x="1790993" y="2310026"/>
                    </a:lnTo>
                    <a:lnTo>
                      <a:pt x="1792930" y="2300515"/>
                    </a:lnTo>
                    <a:lnTo>
                      <a:pt x="1794872" y="2290846"/>
                    </a:lnTo>
                    <a:lnTo>
                      <a:pt x="1796809" y="2281016"/>
                    </a:lnTo>
                    <a:lnTo>
                      <a:pt x="1798746" y="2271023"/>
                    </a:lnTo>
                    <a:lnTo>
                      <a:pt x="1800688" y="2260878"/>
                    </a:lnTo>
                    <a:lnTo>
                      <a:pt x="1802625" y="2250571"/>
                    </a:lnTo>
                    <a:lnTo>
                      <a:pt x="1804566" y="2240116"/>
                    </a:lnTo>
                    <a:lnTo>
                      <a:pt x="1806503" y="2229504"/>
                    </a:lnTo>
                    <a:lnTo>
                      <a:pt x="1808445" y="2218744"/>
                    </a:lnTo>
                    <a:lnTo>
                      <a:pt x="1810381" y="2207837"/>
                    </a:lnTo>
                    <a:lnTo>
                      <a:pt x="1812318" y="2196777"/>
                    </a:lnTo>
                    <a:lnTo>
                      <a:pt x="1814260" y="2185574"/>
                    </a:lnTo>
                    <a:lnTo>
                      <a:pt x="1816197" y="2174228"/>
                    </a:lnTo>
                    <a:lnTo>
                      <a:pt x="1818139" y="2162739"/>
                    </a:lnTo>
                    <a:lnTo>
                      <a:pt x="1820076" y="2151112"/>
                    </a:lnTo>
                    <a:lnTo>
                      <a:pt x="1822013" y="2139347"/>
                    </a:lnTo>
                    <a:lnTo>
                      <a:pt x="1823954" y="2127438"/>
                    </a:lnTo>
                    <a:lnTo>
                      <a:pt x="1825891" y="2115402"/>
                    </a:lnTo>
                    <a:lnTo>
                      <a:pt x="1827833" y="2103231"/>
                    </a:lnTo>
                    <a:lnTo>
                      <a:pt x="1829770" y="2090928"/>
                    </a:lnTo>
                    <a:lnTo>
                      <a:pt x="1831707" y="2078500"/>
                    </a:lnTo>
                    <a:lnTo>
                      <a:pt x="1833648" y="2065939"/>
                    </a:lnTo>
                    <a:lnTo>
                      <a:pt x="1835585" y="2053259"/>
                    </a:lnTo>
                    <a:lnTo>
                      <a:pt x="1837527" y="2040450"/>
                    </a:lnTo>
                    <a:lnTo>
                      <a:pt x="1839464" y="2027527"/>
                    </a:lnTo>
                    <a:lnTo>
                      <a:pt x="1841405" y="2014480"/>
                    </a:lnTo>
                    <a:lnTo>
                      <a:pt x="1843342" y="2001318"/>
                    </a:lnTo>
                    <a:lnTo>
                      <a:pt x="1845279" y="1988043"/>
                    </a:lnTo>
                    <a:lnTo>
                      <a:pt x="1847221" y="1974652"/>
                    </a:lnTo>
                    <a:lnTo>
                      <a:pt x="1849158" y="1961153"/>
                    </a:lnTo>
                    <a:lnTo>
                      <a:pt x="1851099" y="1947543"/>
                    </a:lnTo>
                    <a:lnTo>
                      <a:pt x="1853036" y="1933829"/>
                    </a:lnTo>
                    <a:lnTo>
                      <a:pt x="1854973" y="1920010"/>
                    </a:lnTo>
                    <a:lnTo>
                      <a:pt x="1856915" y="1906091"/>
                    </a:lnTo>
                    <a:lnTo>
                      <a:pt x="1858852" y="1892072"/>
                    </a:lnTo>
                    <a:lnTo>
                      <a:pt x="1860793" y="1877952"/>
                    </a:lnTo>
                    <a:lnTo>
                      <a:pt x="1862730" y="1863743"/>
                    </a:lnTo>
                    <a:lnTo>
                      <a:pt x="1864672" y="1849438"/>
                    </a:lnTo>
                    <a:lnTo>
                      <a:pt x="1866609" y="1835042"/>
                    </a:lnTo>
                    <a:lnTo>
                      <a:pt x="1868546" y="1820556"/>
                    </a:lnTo>
                    <a:lnTo>
                      <a:pt x="1870487" y="1805984"/>
                    </a:lnTo>
                    <a:lnTo>
                      <a:pt x="1872424" y="1791331"/>
                    </a:lnTo>
                    <a:lnTo>
                      <a:pt x="1874366" y="1776597"/>
                    </a:lnTo>
                    <a:lnTo>
                      <a:pt x="1876303" y="1761782"/>
                    </a:lnTo>
                    <a:lnTo>
                      <a:pt x="1878244" y="1746891"/>
                    </a:lnTo>
                    <a:lnTo>
                      <a:pt x="1880181" y="1731923"/>
                    </a:lnTo>
                    <a:lnTo>
                      <a:pt x="1882118" y="1716884"/>
                    </a:lnTo>
                    <a:lnTo>
                      <a:pt x="1884060" y="1701779"/>
                    </a:lnTo>
                    <a:lnTo>
                      <a:pt x="1885997" y="1686602"/>
                    </a:lnTo>
                    <a:lnTo>
                      <a:pt x="1887939" y="1671363"/>
                    </a:lnTo>
                    <a:lnTo>
                      <a:pt x="1889875" y="1656062"/>
                    </a:lnTo>
                    <a:lnTo>
                      <a:pt x="1891812" y="1640699"/>
                    </a:lnTo>
                    <a:lnTo>
                      <a:pt x="1893754" y="1625279"/>
                    </a:lnTo>
                    <a:lnTo>
                      <a:pt x="1895691" y="1609801"/>
                    </a:lnTo>
                    <a:lnTo>
                      <a:pt x="1897632" y="1594271"/>
                    </a:lnTo>
                    <a:lnTo>
                      <a:pt x="1899570" y="1578694"/>
                    </a:lnTo>
                    <a:lnTo>
                      <a:pt x="1901511" y="1563069"/>
                    </a:lnTo>
                    <a:lnTo>
                      <a:pt x="1903448" y="1547396"/>
                    </a:lnTo>
                    <a:lnTo>
                      <a:pt x="1905385" y="1531681"/>
                    </a:lnTo>
                    <a:lnTo>
                      <a:pt x="1907327" y="1515927"/>
                    </a:lnTo>
                    <a:lnTo>
                      <a:pt x="1909263" y="1500135"/>
                    </a:lnTo>
                    <a:lnTo>
                      <a:pt x="1911205" y="1484305"/>
                    </a:lnTo>
                    <a:lnTo>
                      <a:pt x="1913142" y="1468447"/>
                    </a:lnTo>
                    <a:lnTo>
                      <a:pt x="1915079" y="1452555"/>
                    </a:lnTo>
                    <a:lnTo>
                      <a:pt x="1917021" y="1436634"/>
                    </a:lnTo>
                    <a:lnTo>
                      <a:pt x="1918958" y="1420690"/>
                    </a:lnTo>
                    <a:lnTo>
                      <a:pt x="1920899" y="1404722"/>
                    </a:lnTo>
                    <a:lnTo>
                      <a:pt x="1922836" y="1388735"/>
                    </a:lnTo>
                    <a:lnTo>
                      <a:pt x="1924778" y="1372728"/>
                    </a:lnTo>
                    <a:lnTo>
                      <a:pt x="1926715" y="1356708"/>
                    </a:lnTo>
                    <a:lnTo>
                      <a:pt x="1928651" y="1340678"/>
                    </a:lnTo>
                    <a:lnTo>
                      <a:pt x="1930593" y="1324634"/>
                    </a:lnTo>
                    <a:lnTo>
                      <a:pt x="1932530" y="1308584"/>
                    </a:lnTo>
                    <a:lnTo>
                      <a:pt x="1934472" y="1292526"/>
                    </a:lnTo>
                    <a:lnTo>
                      <a:pt x="1936409" y="1276467"/>
                    </a:lnTo>
                  </a:path>
                </a:pathLst>
              </a:custGeom>
              <a:noFill/>
              <a:ln w="47088" cap="flat">
                <a:solidFill>
                  <a:srgbClr val="8099B3"/>
                </a:solidFill>
                <a:prstDash val="solid"/>
                <a:round/>
              </a:ln>
            </p:spPr>
          </p:sp>
          <p:sp>
            <p:nvSpPr>
              <p:cNvPr id="10" name="任意多边形: 形状 9">
                <a:extLst>
                  <a:ext uri="{FF2B5EF4-FFF2-40B4-BE49-F238E27FC236}">
                    <a16:creationId xmlns:a16="http://schemas.microsoft.com/office/drawing/2014/main" id="{BE793065-5B2B-8625-0D92-0E088E6BCE52}"/>
                  </a:ext>
                </a:extLst>
              </p:cNvPr>
              <p:cNvSpPr/>
              <p:nvPr/>
            </p:nvSpPr>
            <p:spPr>
              <a:xfrm>
                <a:off x="2977352" y="2869220"/>
                <a:ext cx="3290096" cy="414714"/>
              </a:xfrm>
              <a:custGeom>
                <a:avLst/>
                <a:gdLst>
                  <a:gd name="csX0" fmla="*/ -809 w 1932288"/>
                  <a:gd name="csY0" fmla="*/ 1276457 h 2553319"/>
                  <a:gd name="csX1" fmla="*/ 1123 w 1932288"/>
                  <a:gd name="csY1" fmla="*/ 1252370 h 2553319"/>
                  <a:gd name="csX2" fmla="*/ 3060 w 1932288"/>
                  <a:gd name="csY2" fmla="*/ 1228291 h 2553319"/>
                  <a:gd name="csX3" fmla="*/ 4993 w 1932288"/>
                  <a:gd name="csY3" fmla="*/ 1204232 h 2553319"/>
                  <a:gd name="csX4" fmla="*/ 6930 w 1932288"/>
                  <a:gd name="csY4" fmla="*/ 1180196 h 2553319"/>
                  <a:gd name="csX5" fmla="*/ 8862 w 1932288"/>
                  <a:gd name="csY5" fmla="*/ 1156194 h 2553319"/>
                  <a:gd name="csX6" fmla="*/ 10794 w 1932288"/>
                  <a:gd name="csY6" fmla="*/ 1132234 h 2553319"/>
                  <a:gd name="csX7" fmla="*/ 12731 w 1932288"/>
                  <a:gd name="csY7" fmla="*/ 1108328 h 2553319"/>
                  <a:gd name="csX8" fmla="*/ 14664 w 1932288"/>
                  <a:gd name="csY8" fmla="*/ 1084478 h 2553319"/>
                  <a:gd name="csX9" fmla="*/ 16601 w 1932288"/>
                  <a:gd name="csY9" fmla="*/ 1060699 h 2553319"/>
                  <a:gd name="csX10" fmla="*/ 18533 w 1932288"/>
                  <a:gd name="csY10" fmla="*/ 1036997 h 2553319"/>
                  <a:gd name="csX11" fmla="*/ 20470 w 1932288"/>
                  <a:gd name="csY11" fmla="*/ 1013381 h 2553319"/>
                  <a:gd name="csX12" fmla="*/ 22402 w 1932288"/>
                  <a:gd name="csY12" fmla="*/ 989855 h 2553319"/>
                  <a:gd name="csX13" fmla="*/ 24334 w 1932288"/>
                  <a:gd name="csY13" fmla="*/ 966435 h 2553319"/>
                  <a:gd name="csX14" fmla="*/ 26271 w 1932288"/>
                  <a:gd name="csY14" fmla="*/ 943123 h 2553319"/>
                  <a:gd name="csX15" fmla="*/ 28204 w 1932288"/>
                  <a:gd name="csY15" fmla="*/ 919931 h 2553319"/>
                  <a:gd name="csX16" fmla="*/ 30140 w 1932288"/>
                  <a:gd name="csY16" fmla="*/ 896863 h 2553319"/>
                  <a:gd name="csX17" fmla="*/ 32073 w 1932288"/>
                  <a:gd name="csY17" fmla="*/ 873933 h 2553319"/>
                  <a:gd name="csX18" fmla="*/ 34005 w 1932288"/>
                  <a:gd name="csY18" fmla="*/ 851146 h 2553319"/>
                  <a:gd name="csX19" fmla="*/ 35942 w 1932288"/>
                  <a:gd name="csY19" fmla="*/ 828511 h 2553319"/>
                  <a:gd name="csX20" fmla="*/ 37874 w 1932288"/>
                  <a:gd name="csY20" fmla="*/ 806034 h 2553319"/>
                  <a:gd name="csX21" fmla="*/ 39811 w 1932288"/>
                  <a:gd name="csY21" fmla="*/ 783728 h 2553319"/>
                  <a:gd name="csX22" fmla="*/ 41743 w 1932288"/>
                  <a:gd name="csY22" fmla="*/ 761594 h 2553319"/>
                  <a:gd name="csX23" fmla="*/ 43680 w 1932288"/>
                  <a:gd name="csY23" fmla="*/ 739645 h 2553319"/>
                  <a:gd name="csX24" fmla="*/ 45613 w 1932288"/>
                  <a:gd name="csY24" fmla="*/ 717883 h 2553319"/>
                  <a:gd name="csX25" fmla="*/ 47545 w 1932288"/>
                  <a:gd name="csY25" fmla="*/ 696325 h 2553319"/>
                  <a:gd name="csX26" fmla="*/ 49482 w 1932288"/>
                  <a:gd name="csY26" fmla="*/ 674972 h 2553319"/>
                  <a:gd name="csX27" fmla="*/ 51414 w 1932288"/>
                  <a:gd name="csY27" fmla="*/ 653829 h 2553319"/>
                  <a:gd name="csX28" fmla="*/ 53351 w 1932288"/>
                  <a:gd name="csY28" fmla="*/ 632915 h 2553319"/>
                  <a:gd name="csX29" fmla="*/ 55283 w 1932288"/>
                  <a:gd name="csY29" fmla="*/ 612224 h 2553319"/>
                  <a:gd name="csX30" fmla="*/ 57216 w 1932288"/>
                  <a:gd name="csY30" fmla="*/ 591772 h 2553319"/>
                  <a:gd name="csX31" fmla="*/ 59153 w 1932288"/>
                  <a:gd name="csY31" fmla="*/ 571563 h 2553319"/>
                  <a:gd name="csX32" fmla="*/ 61085 w 1932288"/>
                  <a:gd name="csY32" fmla="*/ 551606 h 2553319"/>
                  <a:gd name="csX33" fmla="*/ 63022 w 1932288"/>
                  <a:gd name="csY33" fmla="*/ 531907 h 2553319"/>
                  <a:gd name="csX34" fmla="*/ 64954 w 1932288"/>
                  <a:gd name="csY34" fmla="*/ 512474 h 2553319"/>
                  <a:gd name="csX35" fmla="*/ 66891 w 1932288"/>
                  <a:gd name="csY35" fmla="*/ 493309 h 2553319"/>
                  <a:gd name="csX36" fmla="*/ 68824 w 1932288"/>
                  <a:gd name="csY36" fmla="*/ 474424 h 2553319"/>
                  <a:gd name="csX37" fmla="*/ 70756 w 1932288"/>
                  <a:gd name="csY37" fmla="*/ 455826 h 2553319"/>
                  <a:gd name="csX38" fmla="*/ 72693 w 1932288"/>
                  <a:gd name="csY38" fmla="*/ 437523 h 2553319"/>
                  <a:gd name="csX39" fmla="*/ 74625 w 1932288"/>
                  <a:gd name="csY39" fmla="*/ 419515 h 2553319"/>
                  <a:gd name="csX40" fmla="*/ 76562 w 1932288"/>
                  <a:gd name="csY40" fmla="*/ 401813 h 2553319"/>
                  <a:gd name="csX41" fmla="*/ 78485 w 1932288"/>
                  <a:gd name="csY41" fmla="*/ 384424 h 2553319"/>
                  <a:gd name="csX42" fmla="*/ 80441 w 1932288"/>
                  <a:gd name="csY42" fmla="*/ 367351 h 2553319"/>
                  <a:gd name="csX43" fmla="*/ 82349 w 1932288"/>
                  <a:gd name="csY43" fmla="*/ 350601 h 2553319"/>
                  <a:gd name="csX44" fmla="*/ 84305 w 1932288"/>
                  <a:gd name="csY44" fmla="*/ 334180 h 2553319"/>
                  <a:gd name="csX45" fmla="*/ 86214 w 1932288"/>
                  <a:gd name="csY45" fmla="*/ 318093 h 2553319"/>
                  <a:gd name="csX46" fmla="*/ 88170 w 1932288"/>
                  <a:gd name="csY46" fmla="*/ 302354 h 2553319"/>
                  <a:gd name="csX47" fmla="*/ 90079 w 1932288"/>
                  <a:gd name="csY47" fmla="*/ 286957 h 2553319"/>
                  <a:gd name="csX48" fmla="*/ 92034 w 1932288"/>
                  <a:gd name="csY48" fmla="*/ 271909 h 2553319"/>
                  <a:gd name="csX49" fmla="*/ 93990 w 1932288"/>
                  <a:gd name="csY49" fmla="*/ 257223 h 2553319"/>
                  <a:gd name="csX50" fmla="*/ 95899 w 1932288"/>
                  <a:gd name="csY50" fmla="*/ 242898 h 2553319"/>
                  <a:gd name="csX51" fmla="*/ 97854 w 1932288"/>
                  <a:gd name="csY51" fmla="*/ 228946 h 2553319"/>
                  <a:gd name="csX52" fmla="*/ 99763 w 1932288"/>
                  <a:gd name="csY52" fmla="*/ 215360 h 2553319"/>
                  <a:gd name="csX53" fmla="*/ 101719 w 1932288"/>
                  <a:gd name="csY53" fmla="*/ 202156 h 2553319"/>
                  <a:gd name="csX54" fmla="*/ 103628 w 1932288"/>
                  <a:gd name="csY54" fmla="*/ 189333 h 2553319"/>
                  <a:gd name="csX55" fmla="*/ 105583 w 1932288"/>
                  <a:gd name="csY55" fmla="*/ 176896 h 2553319"/>
                  <a:gd name="csX56" fmla="*/ 107493 w 1932288"/>
                  <a:gd name="csY56" fmla="*/ 164854 h 2553319"/>
                  <a:gd name="csX57" fmla="*/ 109448 w 1932288"/>
                  <a:gd name="csY57" fmla="*/ 153203 h 2553319"/>
                  <a:gd name="csX58" fmla="*/ 111357 w 1932288"/>
                  <a:gd name="csY58" fmla="*/ 141958 h 2553319"/>
                  <a:gd name="csX59" fmla="*/ 113313 w 1932288"/>
                  <a:gd name="csY59" fmla="*/ 131112 h 2553319"/>
                  <a:gd name="csX60" fmla="*/ 115222 w 1932288"/>
                  <a:gd name="csY60" fmla="*/ 120676 h 2553319"/>
                  <a:gd name="csX61" fmla="*/ 117177 w 1932288"/>
                  <a:gd name="csY61" fmla="*/ 110650 h 2553319"/>
                  <a:gd name="csX62" fmla="*/ 119133 w 1932288"/>
                  <a:gd name="csY62" fmla="*/ 101039 h 2553319"/>
                  <a:gd name="csX63" fmla="*/ 121042 w 1932288"/>
                  <a:gd name="csY63" fmla="*/ 91847 h 2553319"/>
                  <a:gd name="csX64" fmla="*/ 122998 w 1932288"/>
                  <a:gd name="csY64" fmla="*/ 83079 h 2553319"/>
                  <a:gd name="csX65" fmla="*/ 124906 w 1932288"/>
                  <a:gd name="csY65" fmla="*/ 74730 h 2553319"/>
                  <a:gd name="csX66" fmla="*/ 126862 w 1932288"/>
                  <a:gd name="csY66" fmla="*/ 66815 h 2553319"/>
                  <a:gd name="csX67" fmla="*/ 128771 w 1932288"/>
                  <a:gd name="csY67" fmla="*/ 59329 h 2553319"/>
                  <a:gd name="csX68" fmla="*/ 130727 w 1932288"/>
                  <a:gd name="csY68" fmla="*/ 52272 h 2553319"/>
                  <a:gd name="csX69" fmla="*/ 132635 w 1932288"/>
                  <a:gd name="csY69" fmla="*/ 45653 h 2553319"/>
                  <a:gd name="csX70" fmla="*/ 134591 w 1932288"/>
                  <a:gd name="csY70" fmla="*/ 39477 h 2553319"/>
                  <a:gd name="csX71" fmla="*/ 136500 w 1932288"/>
                  <a:gd name="csY71" fmla="*/ 33735 h 2553319"/>
                  <a:gd name="csX72" fmla="*/ 138456 w 1932288"/>
                  <a:gd name="csY72" fmla="*/ 28441 h 2553319"/>
                  <a:gd name="csX73" fmla="*/ 140411 w 1932288"/>
                  <a:gd name="csY73" fmla="*/ 23586 h 2553319"/>
                  <a:gd name="csX74" fmla="*/ 142320 w 1932288"/>
                  <a:gd name="csY74" fmla="*/ 19183 h 2553319"/>
                  <a:gd name="csX75" fmla="*/ 144276 w 1932288"/>
                  <a:gd name="csY75" fmla="*/ 15223 h 2553319"/>
                  <a:gd name="csX76" fmla="*/ 146185 w 1932288"/>
                  <a:gd name="csY76" fmla="*/ 11711 h 2553319"/>
                  <a:gd name="csX77" fmla="*/ 148140 w 1932288"/>
                  <a:gd name="csY77" fmla="*/ 8651 h 2553319"/>
                  <a:gd name="csX78" fmla="*/ 150050 w 1932288"/>
                  <a:gd name="csY78" fmla="*/ 6045 h 2553319"/>
                  <a:gd name="csX79" fmla="*/ 152005 w 1932288"/>
                  <a:gd name="csY79" fmla="*/ 3886 h 2553319"/>
                  <a:gd name="csX80" fmla="*/ 153914 w 1932288"/>
                  <a:gd name="csY80" fmla="*/ 2185 h 2553319"/>
                  <a:gd name="csX81" fmla="*/ 155870 w 1932288"/>
                  <a:gd name="csY81" fmla="*/ 937 h 2553319"/>
                  <a:gd name="csX82" fmla="*/ 157779 w 1932288"/>
                  <a:gd name="csY82" fmla="*/ 141 h 2553319"/>
                  <a:gd name="csX83" fmla="*/ 159734 w 1932288"/>
                  <a:gd name="csY83" fmla="*/ -202 h 2553319"/>
                  <a:gd name="csX84" fmla="*/ 161643 w 1932288"/>
                  <a:gd name="csY84" fmla="*/ -88 h 2553319"/>
                  <a:gd name="csX85" fmla="*/ 163599 w 1932288"/>
                  <a:gd name="csY85" fmla="*/ 479 h 2553319"/>
                  <a:gd name="csX86" fmla="*/ 165554 w 1932288"/>
                  <a:gd name="csY86" fmla="*/ 1504 h 2553319"/>
                  <a:gd name="csX87" fmla="*/ 167463 w 1932288"/>
                  <a:gd name="csY87" fmla="*/ 2981 h 2553319"/>
                  <a:gd name="csX88" fmla="*/ 169419 w 1932288"/>
                  <a:gd name="csY88" fmla="*/ 4911 h 2553319"/>
                  <a:gd name="csX89" fmla="*/ 171328 w 1932288"/>
                  <a:gd name="csY89" fmla="*/ 7293 h 2553319"/>
                  <a:gd name="csX90" fmla="*/ 173284 w 1932288"/>
                  <a:gd name="csY90" fmla="*/ 10124 h 2553319"/>
                  <a:gd name="csX91" fmla="*/ 175192 w 1932288"/>
                  <a:gd name="csY91" fmla="*/ 13412 h 2553319"/>
                  <a:gd name="csX92" fmla="*/ 177148 w 1932288"/>
                  <a:gd name="csY92" fmla="*/ 17143 h 2553319"/>
                  <a:gd name="csX93" fmla="*/ 179057 w 1932288"/>
                  <a:gd name="csY93" fmla="*/ 21327 h 2553319"/>
                  <a:gd name="csX94" fmla="*/ 181013 w 1932288"/>
                  <a:gd name="csY94" fmla="*/ 25959 h 2553319"/>
                  <a:gd name="csX95" fmla="*/ 182922 w 1932288"/>
                  <a:gd name="csY95" fmla="*/ 31034 h 2553319"/>
                  <a:gd name="csX96" fmla="*/ 184877 w 1932288"/>
                  <a:gd name="csY96" fmla="*/ 36552 h 2553319"/>
                  <a:gd name="csX97" fmla="*/ 186833 w 1932288"/>
                  <a:gd name="csY97" fmla="*/ 42513 h 2553319"/>
                  <a:gd name="csX98" fmla="*/ 188742 w 1932288"/>
                  <a:gd name="csY98" fmla="*/ 48908 h 2553319"/>
                  <a:gd name="csX99" fmla="*/ 190697 w 1932288"/>
                  <a:gd name="csY99" fmla="*/ 55746 h 2553319"/>
                  <a:gd name="csX100" fmla="*/ 192607 w 1932288"/>
                  <a:gd name="csY100" fmla="*/ 63017 h 2553319"/>
                  <a:gd name="csX101" fmla="*/ 194562 w 1932288"/>
                  <a:gd name="csY101" fmla="*/ 70718 h 2553319"/>
                  <a:gd name="csX102" fmla="*/ 196471 w 1932288"/>
                  <a:gd name="csY102" fmla="*/ 78852 h 2553319"/>
                  <a:gd name="csX103" fmla="*/ 198427 w 1932288"/>
                  <a:gd name="csY103" fmla="*/ 87410 h 2553319"/>
                  <a:gd name="csX104" fmla="*/ 200335 w 1932288"/>
                  <a:gd name="csY104" fmla="*/ 96393 h 2553319"/>
                  <a:gd name="csX105" fmla="*/ 202291 w 1932288"/>
                  <a:gd name="csY105" fmla="*/ 105795 h 2553319"/>
                  <a:gd name="csX106" fmla="*/ 204200 w 1932288"/>
                  <a:gd name="csY106" fmla="*/ 115611 h 2553319"/>
                  <a:gd name="csX107" fmla="*/ 206155 w 1932288"/>
                  <a:gd name="csY107" fmla="*/ 125842 h 2553319"/>
                  <a:gd name="csX108" fmla="*/ 208065 w 1932288"/>
                  <a:gd name="csY108" fmla="*/ 136482 h 2553319"/>
                  <a:gd name="csX109" fmla="*/ 210020 w 1932288"/>
                  <a:gd name="csY109" fmla="*/ 147533 h 2553319"/>
                  <a:gd name="csX110" fmla="*/ 211976 w 1932288"/>
                  <a:gd name="csY110" fmla="*/ 158979 h 2553319"/>
                  <a:gd name="csX111" fmla="*/ 213885 w 1932288"/>
                  <a:gd name="csY111" fmla="*/ 170825 h 2553319"/>
                  <a:gd name="csX112" fmla="*/ 215841 w 1932288"/>
                  <a:gd name="csY112" fmla="*/ 183067 h 2553319"/>
                  <a:gd name="csX113" fmla="*/ 217749 w 1932288"/>
                  <a:gd name="csY113" fmla="*/ 195699 h 2553319"/>
                  <a:gd name="csX114" fmla="*/ 219705 w 1932288"/>
                  <a:gd name="csY114" fmla="*/ 208713 h 2553319"/>
                  <a:gd name="csX115" fmla="*/ 221614 w 1932288"/>
                  <a:gd name="csY115" fmla="*/ 222108 h 2553319"/>
                  <a:gd name="csX116" fmla="*/ 223569 w 1932288"/>
                  <a:gd name="csY116" fmla="*/ 235875 h 2553319"/>
                  <a:gd name="csX117" fmla="*/ 225478 w 1932288"/>
                  <a:gd name="csY117" fmla="*/ 250018 h 2553319"/>
                  <a:gd name="csX118" fmla="*/ 227434 w 1932288"/>
                  <a:gd name="csY118" fmla="*/ 264523 h 2553319"/>
                  <a:gd name="csX119" fmla="*/ 229343 w 1932288"/>
                  <a:gd name="csY119" fmla="*/ 279390 h 2553319"/>
                  <a:gd name="csX120" fmla="*/ 231299 w 1932288"/>
                  <a:gd name="csY120" fmla="*/ 294610 h 2553319"/>
                  <a:gd name="csX121" fmla="*/ 233254 w 1932288"/>
                  <a:gd name="csY121" fmla="*/ 310178 h 2553319"/>
                  <a:gd name="csX122" fmla="*/ 235163 w 1932288"/>
                  <a:gd name="csY122" fmla="*/ 326094 h 2553319"/>
                  <a:gd name="csX123" fmla="*/ 237119 w 1932288"/>
                  <a:gd name="csY123" fmla="*/ 342348 h 2553319"/>
                  <a:gd name="csX124" fmla="*/ 239028 w 1932288"/>
                  <a:gd name="csY124" fmla="*/ 358935 h 2553319"/>
                  <a:gd name="csX125" fmla="*/ 240984 w 1932288"/>
                  <a:gd name="csY125" fmla="*/ 375847 h 2553319"/>
                  <a:gd name="csX126" fmla="*/ 242892 w 1932288"/>
                  <a:gd name="csY126" fmla="*/ 393078 h 2553319"/>
                  <a:gd name="csX127" fmla="*/ 244848 w 1932288"/>
                  <a:gd name="csY127" fmla="*/ 410623 h 2553319"/>
                  <a:gd name="csX128" fmla="*/ 246757 w 1932288"/>
                  <a:gd name="csY128" fmla="*/ 428483 h 2553319"/>
                  <a:gd name="csX129" fmla="*/ 248712 w 1932288"/>
                  <a:gd name="csY129" fmla="*/ 446639 h 2553319"/>
                  <a:gd name="csX130" fmla="*/ 250622 w 1932288"/>
                  <a:gd name="csY130" fmla="*/ 465089 h 2553319"/>
                  <a:gd name="csX131" fmla="*/ 252577 w 1932288"/>
                  <a:gd name="csY131" fmla="*/ 483831 h 2553319"/>
                  <a:gd name="csX132" fmla="*/ 254486 w 1932288"/>
                  <a:gd name="csY132" fmla="*/ 502858 h 2553319"/>
                  <a:gd name="csX133" fmla="*/ 256442 w 1932288"/>
                  <a:gd name="csY133" fmla="*/ 522157 h 2553319"/>
                  <a:gd name="csX134" fmla="*/ 258397 w 1932288"/>
                  <a:gd name="csY134" fmla="*/ 541723 h 2553319"/>
                  <a:gd name="csX135" fmla="*/ 260306 w 1932288"/>
                  <a:gd name="csY135" fmla="*/ 561551 h 2553319"/>
                  <a:gd name="csX136" fmla="*/ 262262 w 1932288"/>
                  <a:gd name="csY136" fmla="*/ 581636 h 2553319"/>
                  <a:gd name="csX137" fmla="*/ 264171 w 1932288"/>
                  <a:gd name="csY137" fmla="*/ 601969 h 2553319"/>
                  <a:gd name="csX138" fmla="*/ 266126 w 1932288"/>
                  <a:gd name="csY138" fmla="*/ 622541 h 2553319"/>
                  <a:gd name="csX139" fmla="*/ 268035 w 1932288"/>
                  <a:gd name="csY139" fmla="*/ 643346 h 2553319"/>
                  <a:gd name="csX140" fmla="*/ 269991 w 1932288"/>
                  <a:gd name="csY140" fmla="*/ 664374 h 2553319"/>
                  <a:gd name="csX141" fmla="*/ 271900 w 1932288"/>
                  <a:gd name="csY141" fmla="*/ 685622 h 2553319"/>
                  <a:gd name="csX142" fmla="*/ 273856 w 1932288"/>
                  <a:gd name="csY142" fmla="*/ 707080 h 2553319"/>
                  <a:gd name="csX143" fmla="*/ 275765 w 1932288"/>
                  <a:gd name="csY143" fmla="*/ 728738 h 2553319"/>
                  <a:gd name="csX144" fmla="*/ 277720 w 1932288"/>
                  <a:gd name="csY144" fmla="*/ 750595 h 2553319"/>
                  <a:gd name="csX145" fmla="*/ 279676 w 1932288"/>
                  <a:gd name="csY145" fmla="*/ 772639 h 2553319"/>
                  <a:gd name="csX146" fmla="*/ 281585 w 1932288"/>
                  <a:gd name="csY146" fmla="*/ 794859 h 2553319"/>
                  <a:gd name="csX147" fmla="*/ 283540 w 1932288"/>
                  <a:gd name="csY147" fmla="*/ 817251 h 2553319"/>
                  <a:gd name="csX148" fmla="*/ 285449 w 1932288"/>
                  <a:gd name="csY148" fmla="*/ 839809 h 2553319"/>
                  <a:gd name="csX149" fmla="*/ 287405 w 1932288"/>
                  <a:gd name="csY149" fmla="*/ 862520 h 2553319"/>
                  <a:gd name="csX150" fmla="*/ 289314 w 1932288"/>
                  <a:gd name="csY150" fmla="*/ 885384 h 2553319"/>
                  <a:gd name="csX151" fmla="*/ 291269 w 1932288"/>
                  <a:gd name="csY151" fmla="*/ 908380 h 2553319"/>
                  <a:gd name="csX152" fmla="*/ 293179 w 1932288"/>
                  <a:gd name="csY152" fmla="*/ 931510 h 2553319"/>
                  <a:gd name="csX153" fmla="*/ 295134 w 1932288"/>
                  <a:gd name="csY153" fmla="*/ 954765 h 2553319"/>
                  <a:gd name="csX154" fmla="*/ 297043 w 1932288"/>
                  <a:gd name="csY154" fmla="*/ 978133 h 2553319"/>
                  <a:gd name="csX155" fmla="*/ 298999 w 1932288"/>
                  <a:gd name="csY155" fmla="*/ 1001606 h 2553319"/>
                  <a:gd name="csX156" fmla="*/ 300908 w 1932288"/>
                  <a:gd name="csY156" fmla="*/ 1025175 h 2553319"/>
                  <a:gd name="csX157" fmla="*/ 302863 w 1932288"/>
                  <a:gd name="csY157" fmla="*/ 1048839 h 2553319"/>
                  <a:gd name="csX158" fmla="*/ 304819 w 1932288"/>
                  <a:gd name="csY158" fmla="*/ 1072579 h 2553319"/>
                  <a:gd name="csX159" fmla="*/ 306728 w 1932288"/>
                  <a:gd name="csY159" fmla="*/ 1096396 h 2553319"/>
                  <a:gd name="csX160" fmla="*/ 308683 w 1932288"/>
                  <a:gd name="csY160" fmla="*/ 1120274 h 2553319"/>
                  <a:gd name="csX161" fmla="*/ 310592 w 1932288"/>
                  <a:gd name="csY161" fmla="*/ 1144205 h 2553319"/>
                  <a:gd name="csX162" fmla="*/ 312548 w 1932288"/>
                  <a:gd name="csY162" fmla="*/ 1168188 h 2553319"/>
                  <a:gd name="csX163" fmla="*/ 314457 w 1932288"/>
                  <a:gd name="csY163" fmla="*/ 1192209 h 2553319"/>
                  <a:gd name="csX164" fmla="*/ 316413 w 1932288"/>
                  <a:gd name="csY164" fmla="*/ 1216259 h 2553319"/>
                  <a:gd name="csX165" fmla="*/ 318322 w 1932288"/>
                  <a:gd name="csY165" fmla="*/ 1240328 h 2553319"/>
                  <a:gd name="csX166" fmla="*/ 320277 w 1932288"/>
                  <a:gd name="csY166" fmla="*/ 1264411 h 2553319"/>
                  <a:gd name="csX167" fmla="*/ 322186 w 1932288"/>
                  <a:gd name="csY167" fmla="*/ 1288504 h 2553319"/>
                  <a:gd name="csX168" fmla="*/ 324142 w 1932288"/>
                  <a:gd name="csY168" fmla="*/ 1312587 h 2553319"/>
                  <a:gd name="csX169" fmla="*/ 326097 w 1932288"/>
                  <a:gd name="csY169" fmla="*/ 1336656 h 2553319"/>
                  <a:gd name="csX170" fmla="*/ 328006 w 1932288"/>
                  <a:gd name="csY170" fmla="*/ 1360706 h 2553319"/>
                  <a:gd name="csX171" fmla="*/ 329962 w 1932288"/>
                  <a:gd name="csY171" fmla="*/ 1384727 h 2553319"/>
                  <a:gd name="csX172" fmla="*/ 331871 w 1932288"/>
                  <a:gd name="csY172" fmla="*/ 1408710 h 2553319"/>
                  <a:gd name="csX173" fmla="*/ 333826 w 1932288"/>
                  <a:gd name="csY173" fmla="*/ 1432641 h 2553319"/>
                  <a:gd name="csX174" fmla="*/ 335736 w 1932288"/>
                  <a:gd name="csY174" fmla="*/ 1456519 h 2553319"/>
                  <a:gd name="csX175" fmla="*/ 337691 w 1932288"/>
                  <a:gd name="csY175" fmla="*/ 1480336 h 2553319"/>
                  <a:gd name="csX176" fmla="*/ 339600 w 1932288"/>
                  <a:gd name="csY176" fmla="*/ 1504076 h 2553319"/>
                  <a:gd name="csX177" fmla="*/ 341556 w 1932288"/>
                  <a:gd name="csY177" fmla="*/ 1527740 h 2553319"/>
                  <a:gd name="csX178" fmla="*/ 343464 w 1932288"/>
                  <a:gd name="csY178" fmla="*/ 1551309 h 2553319"/>
                  <a:gd name="csX179" fmla="*/ 345420 w 1932288"/>
                  <a:gd name="csY179" fmla="*/ 1574782 h 2553319"/>
                  <a:gd name="csX180" fmla="*/ 347329 w 1932288"/>
                  <a:gd name="csY180" fmla="*/ 1598150 h 2553319"/>
                  <a:gd name="csX181" fmla="*/ 349284 w 1932288"/>
                  <a:gd name="csY181" fmla="*/ 1621404 h 2553319"/>
                  <a:gd name="csX182" fmla="*/ 351240 w 1932288"/>
                  <a:gd name="csY182" fmla="*/ 1644535 h 2553319"/>
                  <a:gd name="csX183" fmla="*/ 353149 w 1932288"/>
                  <a:gd name="csY183" fmla="*/ 1667531 h 2553319"/>
                  <a:gd name="csX184" fmla="*/ 355105 w 1932288"/>
                  <a:gd name="csY184" fmla="*/ 1690395 h 2553319"/>
                  <a:gd name="csX185" fmla="*/ 357014 w 1932288"/>
                  <a:gd name="csY185" fmla="*/ 1713106 h 2553319"/>
                  <a:gd name="csX186" fmla="*/ 358969 w 1932288"/>
                  <a:gd name="csY186" fmla="*/ 1735664 h 2553319"/>
                  <a:gd name="csX187" fmla="*/ 360879 w 1932288"/>
                  <a:gd name="csY187" fmla="*/ 1758056 h 2553319"/>
                  <a:gd name="csX188" fmla="*/ 362834 w 1932288"/>
                  <a:gd name="csY188" fmla="*/ 1780276 h 2553319"/>
                  <a:gd name="csX189" fmla="*/ 364743 w 1932288"/>
                  <a:gd name="csY189" fmla="*/ 1802319 h 2553319"/>
                  <a:gd name="csX190" fmla="*/ 366699 w 1932288"/>
                  <a:gd name="csY190" fmla="*/ 1824177 h 2553319"/>
                  <a:gd name="csX191" fmla="*/ 368607 w 1932288"/>
                  <a:gd name="csY191" fmla="*/ 1845835 h 2553319"/>
                  <a:gd name="csX192" fmla="*/ 370563 w 1932288"/>
                  <a:gd name="csY192" fmla="*/ 1867293 h 2553319"/>
                  <a:gd name="csX193" fmla="*/ 372519 w 1932288"/>
                  <a:gd name="csY193" fmla="*/ 1888541 h 2553319"/>
                  <a:gd name="csX194" fmla="*/ 374428 w 1932288"/>
                  <a:gd name="csY194" fmla="*/ 1909569 h 2553319"/>
                  <a:gd name="csX195" fmla="*/ 376383 w 1932288"/>
                  <a:gd name="csY195" fmla="*/ 1930374 h 2553319"/>
                  <a:gd name="csX196" fmla="*/ 378292 w 1932288"/>
                  <a:gd name="csY196" fmla="*/ 1950945 h 2553319"/>
                  <a:gd name="csX197" fmla="*/ 380248 w 1932288"/>
                  <a:gd name="csY197" fmla="*/ 1971279 h 2553319"/>
                  <a:gd name="csX198" fmla="*/ 382157 w 1932288"/>
                  <a:gd name="csY198" fmla="*/ 1991364 h 2553319"/>
                  <a:gd name="csX199" fmla="*/ 384113 w 1932288"/>
                  <a:gd name="csY199" fmla="*/ 2011192 h 2553319"/>
                  <a:gd name="csX200" fmla="*/ 386021 w 1932288"/>
                  <a:gd name="csY200" fmla="*/ 2030758 h 2553319"/>
                  <a:gd name="csX201" fmla="*/ 387977 w 1932288"/>
                  <a:gd name="csY201" fmla="*/ 2050057 h 2553319"/>
                  <a:gd name="csX202" fmla="*/ 389886 w 1932288"/>
                  <a:gd name="csY202" fmla="*/ 2069084 h 2553319"/>
                  <a:gd name="csX203" fmla="*/ 391841 w 1932288"/>
                  <a:gd name="csY203" fmla="*/ 2087826 h 2553319"/>
                  <a:gd name="csX204" fmla="*/ 393751 w 1932288"/>
                  <a:gd name="csY204" fmla="*/ 2106276 h 2553319"/>
                  <a:gd name="csX205" fmla="*/ 395706 w 1932288"/>
                  <a:gd name="csY205" fmla="*/ 2124436 h 2553319"/>
                  <a:gd name="csX206" fmla="*/ 397662 w 1932288"/>
                  <a:gd name="csY206" fmla="*/ 2142292 h 2553319"/>
                  <a:gd name="csX207" fmla="*/ 399571 w 1932288"/>
                  <a:gd name="csY207" fmla="*/ 2159837 h 2553319"/>
                  <a:gd name="csX208" fmla="*/ 401526 w 1932288"/>
                  <a:gd name="csY208" fmla="*/ 2177068 h 2553319"/>
                  <a:gd name="csX209" fmla="*/ 403435 w 1932288"/>
                  <a:gd name="csY209" fmla="*/ 2193980 h 2553319"/>
                  <a:gd name="csX210" fmla="*/ 405391 w 1932288"/>
                  <a:gd name="csY210" fmla="*/ 2210567 h 2553319"/>
                  <a:gd name="csX211" fmla="*/ 407300 w 1932288"/>
                  <a:gd name="csY211" fmla="*/ 2226821 h 2553319"/>
                  <a:gd name="csX212" fmla="*/ 409255 w 1932288"/>
                  <a:gd name="csY212" fmla="*/ 2242737 h 2553319"/>
                  <a:gd name="csX213" fmla="*/ 411164 w 1932288"/>
                  <a:gd name="csY213" fmla="*/ 2258305 h 2553319"/>
                  <a:gd name="csX214" fmla="*/ 413120 w 1932288"/>
                  <a:gd name="csY214" fmla="*/ 2273525 h 2553319"/>
                  <a:gd name="csX215" fmla="*/ 415029 w 1932288"/>
                  <a:gd name="csY215" fmla="*/ 2288392 h 2553319"/>
                  <a:gd name="csX216" fmla="*/ 416985 w 1932288"/>
                  <a:gd name="csY216" fmla="*/ 2302897 h 2553319"/>
                  <a:gd name="csX217" fmla="*/ 418940 w 1932288"/>
                  <a:gd name="csY217" fmla="*/ 2317040 h 2553319"/>
                  <a:gd name="csX218" fmla="*/ 420849 w 1932288"/>
                  <a:gd name="csY218" fmla="*/ 2330807 h 2553319"/>
                  <a:gd name="csX219" fmla="*/ 422805 w 1932288"/>
                  <a:gd name="csY219" fmla="*/ 2344202 h 2553319"/>
                  <a:gd name="csX220" fmla="*/ 424714 w 1932288"/>
                  <a:gd name="csY220" fmla="*/ 2357216 h 2553319"/>
                  <a:gd name="csX221" fmla="*/ 426670 w 1932288"/>
                  <a:gd name="csY221" fmla="*/ 2369848 h 2553319"/>
                  <a:gd name="csX222" fmla="*/ 428578 w 1932288"/>
                  <a:gd name="csY222" fmla="*/ 2382090 h 2553319"/>
                  <a:gd name="csX223" fmla="*/ 430534 w 1932288"/>
                  <a:gd name="csY223" fmla="*/ 2393936 h 2553319"/>
                  <a:gd name="csX224" fmla="*/ 432443 w 1932288"/>
                  <a:gd name="csY224" fmla="*/ 2405382 h 2553319"/>
                  <a:gd name="csX225" fmla="*/ 434398 w 1932288"/>
                  <a:gd name="csY225" fmla="*/ 2416433 h 2553319"/>
                  <a:gd name="csX226" fmla="*/ 436308 w 1932288"/>
                  <a:gd name="csY226" fmla="*/ 2427073 h 2553319"/>
                  <a:gd name="csX227" fmla="*/ 438263 w 1932288"/>
                  <a:gd name="csY227" fmla="*/ 2437304 h 2553319"/>
                  <a:gd name="csX228" fmla="*/ 440172 w 1932288"/>
                  <a:gd name="csY228" fmla="*/ 2447120 h 2553319"/>
                  <a:gd name="csX229" fmla="*/ 442128 w 1932288"/>
                  <a:gd name="csY229" fmla="*/ 2456522 h 2553319"/>
                  <a:gd name="csX230" fmla="*/ 444083 w 1932288"/>
                  <a:gd name="csY230" fmla="*/ 2465505 h 2553319"/>
                  <a:gd name="csX231" fmla="*/ 445992 w 1932288"/>
                  <a:gd name="csY231" fmla="*/ 2474063 h 2553319"/>
                  <a:gd name="csX232" fmla="*/ 447948 w 1932288"/>
                  <a:gd name="csY232" fmla="*/ 2482197 h 2553319"/>
                  <a:gd name="csX233" fmla="*/ 449857 w 1932288"/>
                  <a:gd name="csY233" fmla="*/ 2489897 h 2553319"/>
                  <a:gd name="csX234" fmla="*/ 451812 w 1932288"/>
                  <a:gd name="csY234" fmla="*/ 2497169 h 2553319"/>
                  <a:gd name="csX235" fmla="*/ 453721 w 1932288"/>
                  <a:gd name="csY235" fmla="*/ 2504007 h 2553319"/>
                  <a:gd name="csX236" fmla="*/ 455677 w 1932288"/>
                  <a:gd name="csY236" fmla="*/ 2510402 h 2553319"/>
                  <a:gd name="csX237" fmla="*/ 457586 w 1932288"/>
                  <a:gd name="csY237" fmla="*/ 2516363 h 2553319"/>
                  <a:gd name="csX238" fmla="*/ 459541 w 1932288"/>
                  <a:gd name="csY238" fmla="*/ 2521881 h 2553319"/>
                  <a:gd name="csX239" fmla="*/ 461451 w 1932288"/>
                  <a:gd name="csY239" fmla="*/ 2526956 h 2553319"/>
                  <a:gd name="csX240" fmla="*/ 463406 w 1932288"/>
                  <a:gd name="csY240" fmla="*/ 2531588 h 2553319"/>
                  <a:gd name="csX241" fmla="*/ 465362 w 1932288"/>
                  <a:gd name="csY241" fmla="*/ 2535772 h 2553319"/>
                  <a:gd name="csX242" fmla="*/ 467271 w 1932288"/>
                  <a:gd name="csY242" fmla="*/ 2539503 h 2553319"/>
                  <a:gd name="csX243" fmla="*/ 469226 w 1932288"/>
                  <a:gd name="csY243" fmla="*/ 2542791 h 2553319"/>
                  <a:gd name="csX244" fmla="*/ 471135 w 1932288"/>
                  <a:gd name="csY244" fmla="*/ 2545622 h 2553319"/>
                  <a:gd name="csX245" fmla="*/ 473091 w 1932288"/>
                  <a:gd name="csY245" fmla="*/ 2548004 h 2553319"/>
                  <a:gd name="csX246" fmla="*/ 475000 w 1932288"/>
                  <a:gd name="csY246" fmla="*/ 2549934 h 2553319"/>
                  <a:gd name="csX247" fmla="*/ 476955 w 1932288"/>
                  <a:gd name="csY247" fmla="*/ 2551411 h 2553319"/>
                  <a:gd name="csX248" fmla="*/ 478864 w 1932288"/>
                  <a:gd name="csY248" fmla="*/ 2552436 h 2553319"/>
                  <a:gd name="csX249" fmla="*/ 480820 w 1932288"/>
                  <a:gd name="csY249" fmla="*/ 2553003 h 2553319"/>
                  <a:gd name="csX250" fmla="*/ 482729 w 1932288"/>
                  <a:gd name="csY250" fmla="*/ 2553117 h 2553319"/>
                  <a:gd name="csX251" fmla="*/ 484685 w 1932288"/>
                  <a:gd name="csY251" fmla="*/ 2552774 h 2553319"/>
                  <a:gd name="csX252" fmla="*/ 486594 w 1932288"/>
                  <a:gd name="csY252" fmla="*/ 2551978 h 2553319"/>
                  <a:gd name="csX253" fmla="*/ 488549 w 1932288"/>
                  <a:gd name="csY253" fmla="*/ 2550730 h 2553319"/>
                  <a:gd name="csX254" fmla="*/ 490505 w 1932288"/>
                  <a:gd name="csY254" fmla="*/ 2549029 h 2553319"/>
                  <a:gd name="csX255" fmla="*/ 492414 w 1932288"/>
                  <a:gd name="csY255" fmla="*/ 2546870 h 2553319"/>
                  <a:gd name="csX256" fmla="*/ 494369 w 1932288"/>
                  <a:gd name="csY256" fmla="*/ 2544264 h 2553319"/>
                  <a:gd name="csX257" fmla="*/ 496278 w 1932288"/>
                  <a:gd name="csY257" fmla="*/ 2541204 h 2553319"/>
                  <a:gd name="csX258" fmla="*/ 498234 w 1932288"/>
                  <a:gd name="csY258" fmla="*/ 2537692 h 2553319"/>
                  <a:gd name="csX259" fmla="*/ 500143 w 1932288"/>
                  <a:gd name="csY259" fmla="*/ 2533732 h 2553319"/>
                  <a:gd name="csX260" fmla="*/ 502098 w 1932288"/>
                  <a:gd name="csY260" fmla="*/ 2529329 h 2553319"/>
                  <a:gd name="csX261" fmla="*/ 504008 w 1932288"/>
                  <a:gd name="csY261" fmla="*/ 2524474 h 2553319"/>
                  <a:gd name="csX262" fmla="*/ 505963 w 1932288"/>
                  <a:gd name="csY262" fmla="*/ 2519180 h 2553319"/>
                  <a:gd name="csX263" fmla="*/ 507872 w 1932288"/>
                  <a:gd name="csY263" fmla="*/ 2513437 h 2553319"/>
                  <a:gd name="csX264" fmla="*/ 509828 w 1932288"/>
                  <a:gd name="csY264" fmla="*/ 2507262 h 2553319"/>
                  <a:gd name="csX265" fmla="*/ 511783 w 1932288"/>
                  <a:gd name="csY265" fmla="*/ 2500643 h 2553319"/>
                  <a:gd name="csX266" fmla="*/ 513692 w 1932288"/>
                  <a:gd name="csY266" fmla="*/ 2493591 h 2553319"/>
                  <a:gd name="csX267" fmla="*/ 515648 w 1932288"/>
                  <a:gd name="csY267" fmla="*/ 2486100 h 2553319"/>
                  <a:gd name="csX268" fmla="*/ 517557 w 1932288"/>
                  <a:gd name="csY268" fmla="*/ 2478185 h 2553319"/>
                  <a:gd name="csX269" fmla="*/ 519512 w 1932288"/>
                  <a:gd name="csY269" fmla="*/ 2469836 h 2553319"/>
                  <a:gd name="csX270" fmla="*/ 521421 w 1932288"/>
                  <a:gd name="csY270" fmla="*/ 2461068 h 2553319"/>
                  <a:gd name="csX271" fmla="*/ 523377 w 1932288"/>
                  <a:gd name="csY271" fmla="*/ 2451876 h 2553319"/>
                  <a:gd name="csX272" fmla="*/ 525286 w 1932288"/>
                  <a:gd name="csY272" fmla="*/ 2442265 h 2553319"/>
                  <a:gd name="csX273" fmla="*/ 527242 w 1932288"/>
                  <a:gd name="csY273" fmla="*/ 2432239 h 2553319"/>
                  <a:gd name="csX274" fmla="*/ 529150 w 1932288"/>
                  <a:gd name="csY274" fmla="*/ 2421803 h 2553319"/>
                  <a:gd name="csX275" fmla="*/ 531106 w 1932288"/>
                  <a:gd name="csY275" fmla="*/ 2410957 h 2553319"/>
                  <a:gd name="csX276" fmla="*/ 533015 w 1932288"/>
                  <a:gd name="csY276" fmla="*/ 2399712 h 2553319"/>
                  <a:gd name="csX277" fmla="*/ 534970 w 1932288"/>
                  <a:gd name="csY277" fmla="*/ 2388061 h 2553319"/>
                  <a:gd name="csX278" fmla="*/ 536926 w 1932288"/>
                  <a:gd name="csY278" fmla="*/ 2376019 h 2553319"/>
                  <a:gd name="csX279" fmla="*/ 538835 w 1932288"/>
                  <a:gd name="csY279" fmla="*/ 2363582 h 2553319"/>
                  <a:gd name="csX280" fmla="*/ 540791 w 1932288"/>
                  <a:gd name="csY280" fmla="*/ 2350759 h 2553319"/>
                  <a:gd name="csX281" fmla="*/ 542700 w 1932288"/>
                  <a:gd name="csY281" fmla="*/ 2337555 h 2553319"/>
                  <a:gd name="csX282" fmla="*/ 544655 w 1932288"/>
                  <a:gd name="csY282" fmla="*/ 2323969 h 2553319"/>
                  <a:gd name="csX283" fmla="*/ 546565 w 1932288"/>
                  <a:gd name="csY283" fmla="*/ 2310017 h 2553319"/>
                  <a:gd name="csX284" fmla="*/ 548520 w 1932288"/>
                  <a:gd name="csY284" fmla="*/ 2295693 h 2553319"/>
                  <a:gd name="csX285" fmla="*/ 550429 w 1932288"/>
                  <a:gd name="csY285" fmla="*/ 2281006 h 2553319"/>
                  <a:gd name="csX286" fmla="*/ 552385 w 1932288"/>
                  <a:gd name="csY286" fmla="*/ 2265963 h 2553319"/>
                  <a:gd name="csX287" fmla="*/ 554293 w 1932288"/>
                  <a:gd name="csY287" fmla="*/ 2250561 h 2553319"/>
                  <a:gd name="csX288" fmla="*/ 556249 w 1932288"/>
                  <a:gd name="csY288" fmla="*/ 2234822 h 2553319"/>
                  <a:gd name="csX289" fmla="*/ 558205 w 1932288"/>
                  <a:gd name="csY289" fmla="*/ 2218735 h 2553319"/>
                  <a:gd name="csX290" fmla="*/ 560113 w 1932288"/>
                  <a:gd name="csY290" fmla="*/ 2202314 h 2553319"/>
                  <a:gd name="csX291" fmla="*/ 562069 w 1932288"/>
                  <a:gd name="csY291" fmla="*/ 2185564 h 2553319"/>
                  <a:gd name="csX292" fmla="*/ 563978 w 1932288"/>
                  <a:gd name="csY292" fmla="*/ 2168491 h 2553319"/>
                  <a:gd name="csX293" fmla="*/ 565934 w 1932288"/>
                  <a:gd name="csY293" fmla="*/ 2151102 h 2553319"/>
                  <a:gd name="csX294" fmla="*/ 567843 w 1932288"/>
                  <a:gd name="csY294" fmla="*/ 2133400 h 2553319"/>
                  <a:gd name="csX295" fmla="*/ 569799 w 1932288"/>
                  <a:gd name="csY295" fmla="*/ 2115392 h 2553319"/>
                  <a:gd name="csX296" fmla="*/ 571707 w 1932288"/>
                  <a:gd name="csY296" fmla="*/ 2097089 h 2553319"/>
                  <a:gd name="csX297" fmla="*/ 573663 w 1932288"/>
                  <a:gd name="csY297" fmla="*/ 2078490 h 2553319"/>
                  <a:gd name="csX298" fmla="*/ 575572 w 1932288"/>
                  <a:gd name="csY298" fmla="*/ 2059606 h 2553319"/>
                  <a:gd name="csX299" fmla="*/ 577527 w 1932288"/>
                  <a:gd name="csY299" fmla="*/ 2040440 h 2553319"/>
                  <a:gd name="csX300" fmla="*/ 579436 w 1932288"/>
                  <a:gd name="csY300" fmla="*/ 2021008 h 2553319"/>
                  <a:gd name="csX301" fmla="*/ 581392 w 1932288"/>
                  <a:gd name="csY301" fmla="*/ 2001309 h 2553319"/>
                  <a:gd name="csX302" fmla="*/ 583347 w 1932288"/>
                  <a:gd name="csY302" fmla="*/ 1981352 h 2553319"/>
                  <a:gd name="csX303" fmla="*/ 585257 w 1932288"/>
                  <a:gd name="csY303" fmla="*/ 1961143 h 2553319"/>
                  <a:gd name="csX304" fmla="*/ 587212 w 1932288"/>
                  <a:gd name="csY304" fmla="*/ 1940691 h 2553319"/>
                  <a:gd name="csX305" fmla="*/ 589121 w 1932288"/>
                  <a:gd name="csY305" fmla="*/ 1920001 h 2553319"/>
                  <a:gd name="csX306" fmla="*/ 591077 w 1932288"/>
                  <a:gd name="csY306" fmla="*/ 1899086 h 2553319"/>
                  <a:gd name="csX307" fmla="*/ 592986 w 1932288"/>
                  <a:gd name="csY307" fmla="*/ 1877943 h 2553319"/>
                  <a:gd name="csX308" fmla="*/ 594941 w 1932288"/>
                  <a:gd name="csY308" fmla="*/ 1856590 h 2553319"/>
                  <a:gd name="csX309" fmla="*/ 596850 w 1932288"/>
                  <a:gd name="csY309" fmla="*/ 1835032 h 2553319"/>
                  <a:gd name="csX310" fmla="*/ 598806 w 1932288"/>
                  <a:gd name="csY310" fmla="*/ 1813270 h 2553319"/>
                  <a:gd name="csX311" fmla="*/ 600715 w 1932288"/>
                  <a:gd name="csY311" fmla="*/ 1791321 h 2553319"/>
                  <a:gd name="csX312" fmla="*/ 602670 w 1932288"/>
                  <a:gd name="csY312" fmla="*/ 1769187 h 2553319"/>
                  <a:gd name="csX313" fmla="*/ 604626 w 1932288"/>
                  <a:gd name="csY313" fmla="*/ 1746881 h 2553319"/>
                  <a:gd name="csX314" fmla="*/ 606535 w 1932288"/>
                  <a:gd name="csY314" fmla="*/ 1724404 h 2553319"/>
                  <a:gd name="csX315" fmla="*/ 608491 w 1932288"/>
                  <a:gd name="csY315" fmla="*/ 1701769 h 2553319"/>
                  <a:gd name="csX316" fmla="*/ 610400 w 1932288"/>
                  <a:gd name="csY316" fmla="*/ 1678982 h 2553319"/>
                  <a:gd name="csX317" fmla="*/ 612355 w 1932288"/>
                  <a:gd name="csY317" fmla="*/ 1656052 h 2553319"/>
                  <a:gd name="csX318" fmla="*/ 614264 w 1932288"/>
                  <a:gd name="csY318" fmla="*/ 1632984 h 2553319"/>
                  <a:gd name="csX319" fmla="*/ 616220 w 1932288"/>
                  <a:gd name="csY319" fmla="*/ 1609792 h 2553319"/>
                  <a:gd name="csX320" fmla="*/ 618129 w 1932288"/>
                  <a:gd name="csY320" fmla="*/ 1586480 h 2553319"/>
                  <a:gd name="csX321" fmla="*/ 620084 w 1932288"/>
                  <a:gd name="csY321" fmla="*/ 1563059 h 2553319"/>
                  <a:gd name="csX322" fmla="*/ 621993 w 1932288"/>
                  <a:gd name="csY322" fmla="*/ 1539534 h 2553319"/>
                  <a:gd name="csX323" fmla="*/ 623949 w 1932288"/>
                  <a:gd name="csY323" fmla="*/ 1515918 h 2553319"/>
                  <a:gd name="csX324" fmla="*/ 625858 w 1932288"/>
                  <a:gd name="csY324" fmla="*/ 1492216 h 2553319"/>
                  <a:gd name="csX325" fmla="*/ 627814 w 1932288"/>
                  <a:gd name="csY325" fmla="*/ 1468437 h 2553319"/>
                  <a:gd name="csX326" fmla="*/ 629769 w 1932288"/>
                  <a:gd name="csY326" fmla="*/ 1444587 h 2553319"/>
                  <a:gd name="csX327" fmla="*/ 631678 w 1932288"/>
                  <a:gd name="csY327" fmla="*/ 1420681 h 2553319"/>
                  <a:gd name="csX328" fmla="*/ 633634 w 1932288"/>
                  <a:gd name="csY328" fmla="*/ 1396721 h 2553319"/>
                  <a:gd name="csX329" fmla="*/ 635543 w 1932288"/>
                  <a:gd name="csY329" fmla="*/ 1372719 h 2553319"/>
                  <a:gd name="csX330" fmla="*/ 637498 w 1932288"/>
                  <a:gd name="csY330" fmla="*/ 1348683 h 2553319"/>
                  <a:gd name="csX331" fmla="*/ 639407 w 1932288"/>
                  <a:gd name="csY331" fmla="*/ 1324624 h 2553319"/>
                  <a:gd name="csX332" fmla="*/ 641363 w 1932288"/>
                  <a:gd name="csY332" fmla="*/ 1300545 h 2553319"/>
                  <a:gd name="csX333" fmla="*/ 643272 w 1932288"/>
                  <a:gd name="csY333" fmla="*/ 1276457 h 2553319"/>
                  <a:gd name="csX334" fmla="*/ 645227 w 1932288"/>
                  <a:gd name="csY334" fmla="*/ 1252370 h 2553319"/>
                  <a:gd name="csX335" fmla="*/ 647137 w 1932288"/>
                  <a:gd name="csY335" fmla="*/ 1228291 h 2553319"/>
                  <a:gd name="csX336" fmla="*/ 649092 w 1932288"/>
                  <a:gd name="csY336" fmla="*/ 1204232 h 2553319"/>
                  <a:gd name="csX337" fmla="*/ 651001 w 1932288"/>
                  <a:gd name="csY337" fmla="*/ 1180196 h 2553319"/>
                  <a:gd name="csX338" fmla="*/ 652957 w 1932288"/>
                  <a:gd name="csY338" fmla="*/ 1156194 h 2553319"/>
                  <a:gd name="csX339" fmla="*/ 654912 w 1932288"/>
                  <a:gd name="csY339" fmla="*/ 1132234 h 2553319"/>
                  <a:gd name="csX340" fmla="*/ 656821 w 1932288"/>
                  <a:gd name="csY340" fmla="*/ 1108328 h 2553319"/>
                  <a:gd name="csX341" fmla="*/ 658777 w 1932288"/>
                  <a:gd name="csY341" fmla="*/ 1084478 h 2553319"/>
                  <a:gd name="csX342" fmla="*/ 660686 w 1932288"/>
                  <a:gd name="csY342" fmla="*/ 1060699 h 2553319"/>
                  <a:gd name="csX343" fmla="*/ 662641 w 1932288"/>
                  <a:gd name="csY343" fmla="*/ 1036997 h 2553319"/>
                  <a:gd name="csX344" fmla="*/ 664550 w 1932288"/>
                  <a:gd name="csY344" fmla="*/ 1013381 h 2553319"/>
                  <a:gd name="csX345" fmla="*/ 666506 w 1932288"/>
                  <a:gd name="csY345" fmla="*/ 989855 h 2553319"/>
                  <a:gd name="csX346" fmla="*/ 668415 w 1932288"/>
                  <a:gd name="csY346" fmla="*/ 966435 h 2553319"/>
                  <a:gd name="csX347" fmla="*/ 670371 w 1932288"/>
                  <a:gd name="csY347" fmla="*/ 943123 h 2553319"/>
                  <a:gd name="csX348" fmla="*/ 672280 w 1932288"/>
                  <a:gd name="csY348" fmla="*/ 919931 h 2553319"/>
                  <a:gd name="csX349" fmla="*/ 674235 w 1932288"/>
                  <a:gd name="csY349" fmla="*/ 896863 h 2553319"/>
                  <a:gd name="csX350" fmla="*/ 676191 w 1932288"/>
                  <a:gd name="csY350" fmla="*/ 873933 h 2553319"/>
                  <a:gd name="csX351" fmla="*/ 678100 w 1932288"/>
                  <a:gd name="csY351" fmla="*/ 851146 h 2553319"/>
                  <a:gd name="csX352" fmla="*/ 680055 w 1932288"/>
                  <a:gd name="csY352" fmla="*/ 828511 h 2553319"/>
                  <a:gd name="csX353" fmla="*/ 681964 w 1932288"/>
                  <a:gd name="csY353" fmla="*/ 806034 h 2553319"/>
                  <a:gd name="csX354" fmla="*/ 683920 w 1932288"/>
                  <a:gd name="csY354" fmla="*/ 783728 h 2553319"/>
                  <a:gd name="csX355" fmla="*/ 685829 w 1932288"/>
                  <a:gd name="csY355" fmla="*/ 761594 h 2553319"/>
                  <a:gd name="csX356" fmla="*/ 687784 w 1932288"/>
                  <a:gd name="csY356" fmla="*/ 739645 h 2553319"/>
                  <a:gd name="csX357" fmla="*/ 689694 w 1932288"/>
                  <a:gd name="csY357" fmla="*/ 717883 h 2553319"/>
                  <a:gd name="csX358" fmla="*/ 691649 w 1932288"/>
                  <a:gd name="csY358" fmla="*/ 696325 h 2553319"/>
                  <a:gd name="csX359" fmla="*/ 693558 w 1932288"/>
                  <a:gd name="csY359" fmla="*/ 674972 h 2553319"/>
                  <a:gd name="csX360" fmla="*/ 695514 w 1932288"/>
                  <a:gd name="csY360" fmla="*/ 653829 h 2553319"/>
                  <a:gd name="csX361" fmla="*/ 697422 w 1932288"/>
                  <a:gd name="csY361" fmla="*/ 632915 h 2553319"/>
                  <a:gd name="csX362" fmla="*/ 699378 w 1932288"/>
                  <a:gd name="csY362" fmla="*/ 612224 h 2553319"/>
                  <a:gd name="csX363" fmla="*/ 701334 w 1932288"/>
                  <a:gd name="csY363" fmla="*/ 591772 h 2553319"/>
                  <a:gd name="csX364" fmla="*/ 703242 w 1932288"/>
                  <a:gd name="csY364" fmla="*/ 571563 h 2553319"/>
                  <a:gd name="csX365" fmla="*/ 705198 w 1932288"/>
                  <a:gd name="csY365" fmla="*/ 551606 h 2553319"/>
                  <a:gd name="csX366" fmla="*/ 707107 w 1932288"/>
                  <a:gd name="csY366" fmla="*/ 531907 h 2553319"/>
                  <a:gd name="csX367" fmla="*/ 709063 w 1932288"/>
                  <a:gd name="csY367" fmla="*/ 512474 h 2553319"/>
                  <a:gd name="csX368" fmla="*/ 710972 w 1932288"/>
                  <a:gd name="csY368" fmla="*/ 493309 h 2553319"/>
                  <a:gd name="csX369" fmla="*/ 712928 w 1932288"/>
                  <a:gd name="csY369" fmla="*/ 474424 h 2553319"/>
                  <a:gd name="csX370" fmla="*/ 714836 w 1932288"/>
                  <a:gd name="csY370" fmla="*/ 455826 h 2553319"/>
                  <a:gd name="csX371" fmla="*/ 716792 w 1932288"/>
                  <a:gd name="csY371" fmla="*/ 437523 h 2553319"/>
                  <a:gd name="csX372" fmla="*/ 718701 w 1932288"/>
                  <a:gd name="csY372" fmla="*/ 419515 h 2553319"/>
                  <a:gd name="csX373" fmla="*/ 720656 w 1932288"/>
                  <a:gd name="csY373" fmla="*/ 401813 h 2553319"/>
                  <a:gd name="csX374" fmla="*/ 722612 w 1932288"/>
                  <a:gd name="csY374" fmla="*/ 384424 h 2553319"/>
                  <a:gd name="csX375" fmla="*/ 724521 w 1932288"/>
                  <a:gd name="csY375" fmla="*/ 367351 h 2553319"/>
                  <a:gd name="csX376" fmla="*/ 726476 w 1932288"/>
                  <a:gd name="csY376" fmla="*/ 350601 h 2553319"/>
                  <a:gd name="csX377" fmla="*/ 728386 w 1932288"/>
                  <a:gd name="csY377" fmla="*/ 334180 h 2553319"/>
                  <a:gd name="csX378" fmla="*/ 730341 w 1932288"/>
                  <a:gd name="csY378" fmla="*/ 318093 h 2553319"/>
                  <a:gd name="csX379" fmla="*/ 732250 w 1932288"/>
                  <a:gd name="csY379" fmla="*/ 302354 h 2553319"/>
                  <a:gd name="csX380" fmla="*/ 734206 w 1932288"/>
                  <a:gd name="csY380" fmla="*/ 286957 h 2553319"/>
                  <a:gd name="csX381" fmla="*/ 736115 w 1932288"/>
                  <a:gd name="csY381" fmla="*/ 271909 h 2553319"/>
                  <a:gd name="csX382" fmla="*/ 738070 w 1932288"/>
                  <a:gd name="csY382" fmla="*/ 257223 h 2553319"/>
                  <a:gd name="csX383" fmla="*/ 739979 w 1932288"/>
                  <a:gd name="csY383" fmla="*/ 242898 h 2553319"/>
                  <a:gd name="csX384" fmla="*/ 741935 w 1932288"/>
                  <a:gd name="csY384" fmla="*/ 228946 h 2553319"/>
                  <a:gd name="csX385" fmla="*/ 743844 w 1932288"/>
                  <a:gd name="csY385" fmla="*/ 215360 h 2553319"/>
                  <a:gd name="csX386" fmla="*/ 745799 w 1932288"/>
                  <a:gd name="csY386" fmla="*/ 202156 h 2553319"/>
                  <a:gd name="csX387" fmla="*/ 747755 w 1932288"/>
                  <a:gd name="csY387" fmla="*/ 189333 h 2553319"/>
                  <a:gd name="csX388" fmla="*/ 749664 w 1932288"/>
                  <a:gd name="csY388" fmla="*/ 176896 h 2553319"/>
                  <a:gd name="csX389" fmla="*/ 751620 w 1932288"/>
                  <a:gd name="csY389" fmla="*/ 164854 h 2553319"/>
                  <a:gd name="csX390" fmla="*/ 753529 w 1932288"/>
                  <a:gd name="csY390" fmla="*/ 153203 h 2553319"/>
                  <a:gd name="csX391" fmla="*/ 755485 w 1932288"/>
                  <a:gd name="csY391" fmla="*/ 141958 h 2553319"/>
                  <a:gd name="csX392" fmla="*/ 757393 w 1932288"/>
                  <a:gd name="csY392" fmla="*/ 131112 h 2553319"/>
                  <a:gd name="csX393" fmla="*/ 759349 w 1932288"/>
                  <a:gd name="csY393" fmla="*/ 120676 h 2553319"/>
                  <a:gd name="csX394" fmla="*/ 761258 w 1932288"/>
                  <a:gd name="csY394" fmla="*/ 110650 h 2553319"/>
                  <a:gd name="csX395" fmla="*/ 763213 w 1932288"/>
                  <a:gd name="csY395" fmla="*/ 101039 h 2553319"/>
                  <a:gd name="csX396" fmla="*/ 765122 w 1932288"/>
                  <a:gd name="csY396" fmla="*/ 91847 h 2553319"/>
                  <a:gd name="csX397" fmla="*/ 767078 w 1932288"/>
                  <a:gd name="csY397" fmla="*/ 83079 h 2553319"/>
                  <a:gd name="csX398" fmla="*/ 769033 w 1932288"/>
                  <a:gd name="csY398" fmla="*/ 74730 h 2553319"/>
                  <a:gd name="csX399" fmla="*/ 770943 w 1932288"/>
                  <a:gd name="csY399" fmla="*/ 66815 h 2553319"/>
                  <a:gd name="csX400" fmla="*/ 772898 w 1932288"/>
                  <a:gd name="csY400" fmla="*/ 59329 h 2553319"/>
                  <a:gd name="csX401" fmla="*/ 774807 w 1932288"/>
                  <a:gd name="csY401" fmla="*/ 52272 h 2553319"/>
                  <a:gd name="csX402" fmla="*/ 776763 w 1932288"/>
                  <a:gd name="csY402" fmla="*/ 45653 h 2553319"/>
                  <a:gd name="csX403" fmla="*/ 778672 w 1932288"/>
                  <a:gd name="csY403" fmla="*/ 39477 h 2553319"/>
                  <a:gd name="csX404" fmla="*/ 780627 w 1932288"/>
                  <a:gd name="csY404" fmla="*/ 33735 h 2553319"/>
                  <a:gd name="csX405" fmla="*/ 782536 w 1932288"/>
                  <a:gd name="csY405" fmla="*/ 28441 h 2553319"/>
                  <a:gd name="csX406" fmla="*/ 784492 w 1932288"/>
                  <a:gd name="csY406" fmla="*/ 23586 h 2553319"/>
                  <a:gd name="csX407" fmla="*/ 786401 w 1932288"/>
                  <a:gd name="csY407" fmla="*/ 19183 h 2553319"/>
                  <a:gd name="csX408" fmla="*/ 788356 w 1932288"/>
                  <a:gd name="csY408" fmla="*/ 15223 h 2553319"/>
                  <a:gd name="csX409" fmla="*/ 790266 w 1932288"/>
                  <a:gd name="csY409" fmla="*/ 11711 h 2553319"/>
                  <a:gd name="csX410" fmla="*/ 792221 w 1932288"/>
                  <a:gd name="csY410" fmla="*/ 8651 h 2553319"/>
                  <a:gd name="csX411" fmla="*/ 794177 w 1932288"/>
                  <a:gd name="csY411" fmla="*/ 6045 h 2553319"/>
                  <a:gd name="csX412" fmla="*/ 796086 w 1932288"/>
                  <a:gd name="csY412" fmla="*/ 3886 h 2553319"/>
                  <a:gd name="csX413" fmla="*/ 798041 w 1932288"/>
                  <a:gd name="csY413" fmla="*/ 2185 h 2553319"/>
                  <a:gd name="csX414" fmla="*/ 799950 w 1932288"/>
                  <a:gd name="csY414" fmla="*/ 937 h 2553319"/>
                  <a:gd name="csX415" fmla="*/ 801906 w 1932288"/>
                  <a:gd name="csY415" fmla="*/ 141 h 2553319"/>
                  <a:gd name="csX416" fmla="*/ 803815 w 1932288"/>
                  <a:gd name="csY416" fmla="*/ -202 h 2553319"/>
                  <a:gd name="csX417" fmla="*/ 805770 w 1932288"/>
                  <a:gd name="csY417" fmla="*/ -88 h 2553319"/>
                  <a:gd name="csX418" fmla="*/ 807679 w 1932288"/>
                  <a:gd name="csY418" fmla="*/ 479 h 2553319"/>
                  <a:gd name="csX419" fmla="*/ 809635 w 1932288"/>
                  <a:gd name="csY419" fmla="*/ 1504 h 2553319"/>
                  <a:gd name="csX420" fmla="*/ 811544 w 1932288"/>
                  <a:gd name="csY420" fmla="*/ 2981 h 2553319"/>
                  <a:gd name="csX421" fmla="*/ 813500 w 1932288"/>
                  <a:gd name="csY421" fmla="*/ 4911 h 2553319"/>
                  <a:gd name="csX422" fmla="*/ 815455 w 1932288"/>
                  <a:gd name="csY422" fmla="*/ 7293 h 2553319"/>
                  <a:gd name="csX423" fmla="*/ 817364 w 1932288"/>
                  <a:gd name="csY423" fmla="*/ 10124 h 2553319"/>
                  <a:gd name="csX424" fmla="*/ 819320 w 1932288"/>
                  <a:gd name="csY424" fmla="*/ 13412 h 2553319"/>
                  <a:gd name="csX425" fmla="*/ 821229 w 1932288"/>
                  <a:gd name="csY425" fmla="*/ 17143 h 2553319"/>
                  <a:gd name="csX426" fmla="*/ 823184 w 1932288"/>
                  <a:gd name="csY426" fmla="*/ 21327 h 2553319"/>
                  <a:gd name="csX427" fmla="*/ 825093 w 1932288"/>
                  <a:gd name="csY427" fmla="*/ 25959 h 2553319"/>
                  <a:gd name="csX428" fmla="*/ 827049 w 1932288"/>
                  <a:gd name="csY428" fmla="*/ 31034 h 2553319"/>
                  <a:gd name="csX429" fmla="*/ 828958 w 1932288"/>
                  <a:gd name="csY429" fmla="*/ 36552 h 2553319"/>
                  <a:gd name="csX430" fmla="*/ 830913 w 1932288"/>
                  <a:gd name="csY430" fmla="*/ 42513 h 2553319"/>
                  <a:gd name="csX431" fmla="*/ 832823 w 1932288"/>
                  <a:gd name="csY431" fmla="*/ 48908 h 2553319"/>
                  <a:gd name="csX432" fmla="*/ 834778 w 1932288"/>
                  <a:gd name="csY432" fmla="*/ 55746 h 2553319"/>
                  <a:gd name="csX433" fmla="*/ 836687 w 1932288"/>
                  <a:gd name="csY433" fmla="*/ 63017 h 2553319"/>
                  <a:gd name="csX434" fmla="*/ 838643 w 1932288"/>
                  <a:gd name="csY434" fmla="*/ 70718 h 2553319"/>
                  <a:gd name="csX435" fmla="*/ 840598 w 1932288"/>
                  <a:gd name="csY435" fmla="*/ 78852 h 2553319"/>
                  <a:gd name="csX436" fmla="*/ 842507 w 1932288"/>
                  <a:gd name="csY436" fmla="*/ 87410 h 2553319"/>
                  <a:gd name="csX437" fmla="*/ 844463 w 1932288"/>
                  <a:gd name="csY437" fmla="*/ 96393 h 2553319"/>
                  <a:gd name="csX438" fmla="*/ 846371 w 1932288"/>
                  <a:gd name="csY438" fmla="*/ 105795 h 2553319"/>
                  <a:gd name="csX439" fmla="*/ 848327 w 1932288"/>
                  <a:gd name="csY439" fmla="*/ 115611 h 2553319"/>
                  <a:gd name="csX440" fmla="*/ 850236 w 1932288"/>
                  <a:gd name="csY440" fmla="*/ 125842 h 2553319"/>
                  <a:gd name="csX441" fmla="*/ 852192 w 1932288"/>
                  <a:gd name="csY441" fmla="*/ 136482 h 2553319"/>
                  <a:gd name="csX442" fmla="*/ 854101 w 1932288"/>
                  <a:gd name="csY442" fmla="*/ 147533 h 2553319"/>
                  <a:gd name="csX443" fmla="*/ 856057 w 1932288"/>
                  <a:gd name="csY443" fmla="*/ 158979 h 2553319"/>
                  <a:gd name="csX444" fmla="*/ 857965 w 1932288"/>
                  <a:gd name="csY444" fmla="*/ 170825 h 2553319"/>
                  <a:gd name="csX445" fmla="*/ 859921 w 1932288"/>
                  <a:gd name="csY445" fmla="*/ 183067 h 2553319"/>
                  <a:gd name="csX446" fmla="*/ 861877 w 1932288"/>
                  <a:gd name="csY446" fmla="*/ 195699 h 2553319"/>
                  <a:gd name="csX447" fmla="*/ 863785 w 1932288"/>
                  <a:gd name="csY447" fmla="*/ 208713 h 2553319"/>
                  <a:gd name="csX448" fmla="*/ 865741 w 1932288"/>
                  <a:gd name="csY448" fmla="*/ 222108 h 2553319"/>
                  <a:gd name="csX449" fmla="*/ 867650 w 1932288"/>
                  <a:gd name="csY449" fmla="*/ 235875 h 2553319"/>
                  <a:gd name="csX450" fmla="*/ 869605 w 1932288"/>
                  <a:gd name="csY450" fmla="*/ 250018 h 2553319"/>
                  <a:gd name="csX451" fmla="*/ 871515 w 1932288"/>
                  <a:gd name="csY451" fmla="*/ 264523 h 2553319"/>
                  <a:gd name="csX452" fmla="*/ 873470 w 1932288"/>
                  <a:gd name="csY452" fmla="*/ 279390 h 2553319"/>
                  <a:gd name="csX453" fmla="*/ 875380 w 1932288"/>
                  <a:gd name="csY453" fmla="*/ 294610 h 2553319"/>
                  <a:gd name="csX454" fmla="*/ 877335 w 1932288"/>
                  <a:gd name="csY454" fmla="*/ 310178 h 2553319"/>
                  <a:gd name="csX455" fmla="*/ 879244 w 1932288"/>
                  <a:gd name="csY455" fmla="*/ 326094 h 2553319"/>
                  <a:gd name="csX456" fmla="*/ 881200 w 1932288"/>
                  <a:gd name="csY456" fmla="*/ 342348 h 2553319"/>
                  <a:gd name="csX457" fmla="*/ 883108 w 1932288"/>
                  <a:gd name="csY457" fmla="*/ 358935 h 2553319"/>
                  <a:gd name="csX458" fmla="*/ 885064 w 1932288"/>
                  <a:gd name="csY458" fmla="*/ 375847 h 2553319"/>
                  <a:gd name="csX459" fmla="*/ 887020 w 1932288"/>
                  <a:gd name="csY459" fmla="*/ 393078 h 2553319"/>
                  <a:gd name="csX460" fmla="*/ 888928 w 1932288"/>
                  <a:gd name="csY460" fmla="*/ 410623 h 2553319"/>
                  <a:gd name="csX461" fmla="*/ 890884 w 1932288"/>
                  <a:gd name="csY461" fmla="*/ 428483 h 2553319"/>
                  <a:gd name="csX462" fmla="*/ 892793 w 1932288"/>
                  <a:gd name="csY462" fmla="*/ 446639 h 2553319"/>
                  <a:gd name="csX463" fmla="*/ 894749 w 1932288"/>
                  <a:gd name="csY463" fmla="*/ 465089 h 2553319"/>
                  <a:gd name="csX464" fmla="*/ 896658 w 1932288"/>
                  <a:gd name="csY464" fmla="*/ 483831 h 2553319"/>
                  <a:gd name="csX465" fmla="*/ 898614 w 1932288"/>
                  <a:gd name="csY465" fmla="*/ 502858 h 2553319"/>
                  <a:gd name="csX466" fmla="*/ 900522 w 1932288"/>
                  <a:gd name="csY466" fmla="*/ 522157 h 2553319"/>
                  <a:gd name="csX467" fmla="*/ 902478 w 1932288"/>
                  <a:gd name="csY467" fmla="*/ 541723 h 2553319"/>
                  <a:gd name="csX468" fmla="*/ 904387 w 1932288"/>
                  <a:gd name="csY468" fmla="*/ 561551 h 2553319"/>
                  <a:gd name="csX469" fmla="*/ 906342 w 1932288"/>
                  <a:gd name="csY469" fmla="*/ 581636 h 2553319"/>
                  <a:gd name="csX470" fmla="*/ 908298 w 1932288"/>
                  <a:gd name="csY470" fmla="*/ 601969 h 2553319"/>
                  <a:gd name="csX471" fmla="*/ 910207 w 1932288"/>
                  <a:gd name="csY471" fmla="*/ 622541 h 2553319"/>
                  <a:gd name="csX472" fmla="*/ 912162 w 1932288"/>
                  <a:gd name="csY472" fmla="*/ 643346 h 2553319"/>
                  <a:gd name="csX473" fmla="*/ 914072 w 1932288"/>
                  <a:gd name="csY473" fmla="*/ 664374 h 2553319"/>
                  <a:gd name="csX474" fmla="*/ 916027 w 1932288"/>
                  <a:gd name="csY474" fmla="*/ 685622 h 2553319"/>
                  <a:gd name="csX475" fmla="*/ 917936 w 1932288"/>
                  <a:gd name="csY475" fmla="*/ 707080 h 2553319"/>
                  <a:gd name="csX476" fmla="*/ 919892 w 1932288"/>
                  <a:gd name="csY476" fmla="*/ 728738 h 2553319"/>
                  <a:gd name="csX477" fmla="*/ 921801 w 1932288"/>
                  <a:gd name="csY477" fmla="*/ 750595 h 2553319"/>
                  <a:gd name="csX478" fmla="*/ 923756 w 1932288"/>
                  <a:gd name="csY478" fmla="*/ 772639 h 2553319"/>
                  <a:gd name="csX479" fmla="*/ 925665 w 1932288"/>
                  <a:gd name="csY479" fmla="*/ 794859 h 2553319"/>
                  <a:gd name="csX480" fmla="*/ 927621 w 1932288"/>
                  <a:gd name="csY480" fmla="*/ 817251 h 2553319"/>
                  <a:gd name="csX481" fmla="*/ 929530 w 1932288"/>
                  <a:gd name="csY481" fmla="*/ 839809 h 2553319"/>
                  <a:gd name="csX482" fmla="*/ 931485 w 1932288"/>
                  <a:gd name="csY482" fmla="*/ 862520 h 2553319"/>
                  <a:gd name="csX483" fmla="*/ 933441 w 1932288"/>
                  <a:gd name="csY483" fmla="*/ 885384 h 2553319"/>
                  <a:gd name="csX484" fmla="*/ 935350 w 1932288"/>
                  <a:gd name="csY484" fmla="*/ 908380 h 2553319"/>
                  <a:gd name="csX485" fmla="*/ 937306 w 1932288"/>
                  <a:gd name="csY485" fmla="*/ 931510 h 2553319"/>
                  <a:gd name="csX486" fmla="*/ 939215 w 1932288"/>
                  <a:gd name="csY486" fmla="*/ 954765 h 2553319"/>
                  <a:gd name="csX487" fmla="*/ 941170 w 1932288"/>
                  <a:gd name="csY487" fmla="*/ 978133 h 2553319"/>
                  <a:gd name="csX488" fmla="*/ 943079 w 1932288"/>
                  <a:gd name="csY488" fmla="*/ 1001606 h 2553319"/>
                  <a:gd name="csX489" fmla="*/ 945035 w 1932288"/>
                  <a:gd name="csY489" fmla="*/ 1025175 h 2553319"/>
                  <a:gd name="csX490" fmla="*/ 946944 w 1932288"/>
                  <a:gd name="csY490" fmla="*/ 1048839 h 2553319"/>
                  <a:gd name="csX491" fmla="*/ 948899 w 1932288"/>
                  <a:gd name="csY491" fmla="*/ 1072579 h 2553319"/>
                  <a:gd name="csX492" fmla="*/ 950808 w 1932288"/>
                  <a:gd name="csY492" fmla="*/ 1096396 h 2553319"/>
                  <a:gd name="csX493" fmla="*/ 952764 w 1932288"/>
                  <a:gd name="csY493" fmla="*/ 1120274 h 2553319"/>
                  <a:gd name="csX494" fmla="*/ 954719 w 1932288"/>
                  <a:gd name="csY494" fmla="*/ 1144205 h 2553319"/>
                  <a:gd name="csX495" fmla="*/ 956629 w 1932288"/>
                  <a:gd name="csY495" fmla="*/ 1168188 h 2553319"/>
                  <a:gd name="csX496" fmla="*/ 958584 w 1932288"/>
                  <a:gd name="csY496" fmla="*/ 1192209 h 2553319"/>
                  <a:gd name="csX497" fmla="*/ 960493 w 1932288"/>
                  <a:gd name="csY497" fmla="*/ 1216259 h 2553319"/>
                  <a:gd name="csX498" fmla="*/ 962449 w 1932288"/>
                  <a:gd name="csY498" fmla="*/ 1240328 h 2553319"/>
                  <a:gd name="csX499" fmla="*/ 964358 w 1932288"/>
                  <a:gd name="csY499" fmla="*/ 1264411 h 2553319"/>
                  <a:gd name="csX500" fmla="*/ 966313 w 1932288"/>
                  <a:gd name="csY500" fmla="*/ 1288504 h 2553319"/>
                  <a:gd name="csX501" fmla="*/ 968222 w 1932288"/>
                  <a:gd name="csY501" fmla="*/ 1312587 h 2553319"/>
                  <a:gd name="csX502" fmla="*/ 970178 w 1932288"/>
                  <a:gd name="csY502" fmla="*/ 1336656 h 2553319"/>
                  <a:gd name="csX503" fmla="*/ 972087 w 1932288"/>
                  <a:gd name="csY503" fmla="*/ 1360706 h 2553319"/>
                  <a:gd name="csX504" fmla="*/ 974042 w 1932288"/>
                  <a:gd name="csY504" fmla="*/ 1384727 h 2553319"/>
                  <a:gd name="csX505" fmla="*/ 975952 w 1932288"/>
                  <a:gd name="csY505" fmla="*/ 1408710 h 2553319"/>
                  <a:gd name="csX506" fmla="*/ 977907 w 1932288"/>
                  <a:gd name="csY506" fmla="*/ 1432641 h 2553319"/>
                  <a:gd name="csX507" fmla="*/ 979863 w 1932288"/>
                  <a:gd name="csY507" fmla="*/ 1456519 h 2553319"/>
                  <a:gd name="csX508" fmla="*/ 981772 w 1932288"/>
                  <a:gd name="csY508" fmla="*/ 1480336 h 2553319"/>
                  <a:gd name="csX509" fmla="*/ 983727 w 1932288"/>
                  <a:gd name="csY509" fmla="*/ 1504076 h 2553319"/>
                  <a:gd name="csX510" fmla="*/ 985636 w 1932288"/>
                  <a:gd name="csY510" fmla="*/ 1527740 h 2553319"/>
                  <a:gd name="csX511" fmla="*/ 987592 w 1932288"/>
                  <a:gd name="csY511" fmla="*/ 1551309 h 2553319"/>
                  <a:gd name="csX512" fmla="*/ 989500 w 1932288"/>
                  <a:gd name="csY512" fmla="*/ 1574782 h 2553319"/>
                  <a:gd name="csX513" fmla="*/ 991456 w 1932288"/>
                  <a:gd name="csY513" fmla="*/ 1598150 h 2553319"/>
                  <a:gd name="csX514" fmla="*/ 993365 w 1932288"/>
                  <a:gd name="csY514" fmla="*/ 1621404 h 2553319"/>
                  <a:gd name="csX515" fmla="*/ 995321 w 1932288"/>
                  <a:gd name="csY515" fmla="*/ 1644535 h 2553319"/>
                  <a:gd name="csX516" fmla="*/ 997230 w 1932288"/>
                  <a:gd name="csY516" fmla="*/ 1667531 h 2553319"/>
                  <a:gd name="csX517" fmla="*/ 999186 w 1932288"/>
                  <a:gd name="csY517" fmla="*/ 1690395 h 2553319"/>
                  <a:gd name="csX518" fmla="*/ 1001141 w 1932288"/>
                  <a:gd name="csY518" fmla="*/ 1713106 h 2553319"/>
                  <a:gd name="csX519" fmla="*/ 1003050 w 1932288"/>
                  <a:gd name="csY519" fmla="*/ 1735664 h 2553319"/>
                  <a:gd name="csX520" fmla="*/ 1005006 w 1932288"/>
                  <a:gd name="csY520" fmla="*/ 1758056 h 2553319"/>
                  <a:gd name="csX521" fmla="*/ 1006915 w 1932288"/>
                  <a:gd name="csY521" fmla="*/ 1780276 h 2553319"/>
                  <a:gd name="csX522" fmla="*/ 1008870 w 1932288"/>
                  <a:gd name="csY522" fmla="*/ 1802319 h 2553319"/>
                  <a:gd name="csX523" fmla="*/ 1010779 w 1932288"/>
                  <a:gd name="csY523" fmla="*/ 1824177 h 2553319"/>
                  <a:gd name="csX524" fmla="*/ 1012735 w 1932288"/>
                  <a:gd name="csY524" fmla="*/ 1845835 h 2553319"/>
                  <a:gd name="csX525" fmla="*/ 1014644 w 1932288"/>
                  <a:gd name="csY525" fmla="*/ 1867293 h 2553319"/>
                  <a:gd name="csX526" fmla="*/ 1016599 w 1932288"/>
                  <a:gd name="csY526" fmla="*/ 1888541 h 2553319"/>
                  <a:gd name="csX527" fmla="*/ 1018509 w 1932288"/>
                  <a:gd name="csY527" fmla="*/ 1909569 h 2553319"/>
                  <a:gd name="csX528" fmla="*/ 1020464 w 1932288"/>
                  <a:gd name="csY528" fmla="*/ 1930374 h 2553319"/>
                  <a:gd name="csX529" fmla="*/ 1022373 w 1932288"/>
                  <a:gd name="csY529" fmla="*/ 1950945 h 2553319"/>
                  <a:gd name="csX530" fmla="*/ 1024329 w 1932288"/>
                  <a:gd name="csY530" fmla="*/ 1971279 h 2553319"/>
                  <a:gd name="csX531" fmla="*/ 1026284 w 1932288"/>
                  <a:gd name="csY531" fmla="*/ 1991364 h 2553319"/>
                  <a:gd name="csX532" fmla="*/ 1028193 w 1932288"/>
                  <a:gd name="csY532" fmla="*/ 2011192 h 2553319"/>
                  <a:gd name="csX533" fmla="*/ 1030149 w 1932288"/>
                  <a:gd name="csY533" fmla="*/ 2030758 h 2553319"/>
                  <a:gd name="csX534" fmla="*/ 1032057 w 1932288"/>
                  <a:gd name="csY534" fmla="*/ 2050057 h 2553319"/>
                  <a:gd name="csX535" fmla="*/ 1034013 w 1932288"/>
                  <a:gd name="csY535" fmla="*/ 2069084 h 2553319"/>
                  <a:gd name="csX536" fmla="*/ 1035922 w 1932288"/>
                  <a:gd name="csY536" fmla="*/ 2087826 h 2553319"/>
                  <a:gd name="csX537" fmla="*/ 1037878 w 1932288"/>
                  <a:gd name="csY537" fmla="*/ 2106276 h 2553319"/>
                  <a:gd name="csX538" fmla="*/ 1039787 w 1932288"/>
                  <a:gd name="csY538" fmla="*/ 2124436 h 2553319"/>
                  <a:gd name="csX539" fmla="*/ 1041742 w 1932288"/>
                  <a:gd name="csY539" fmla="*/ 2142292 h 2553319"/>
                  <a:gd name="csX540" fmla="*/ 1043651 w 1932288"/>
                  <a:gd name="csY540" fmla="*/ 2159837 h 2553319"/>
                  <a:gd name="csX541" fmla="*/ 1045607 w 1932288"/>
                  <a:gd name="csY541" fmla="*/ 2177068 h 2553319"/>
                  <a:gd name="csX542" fmla="*/ 1047563 w 1932288"/>
                  <a:gd name="csY542" fmla="*/ 2193980 h 2553319"/>
                  <a:gd name="csX543" fmla="*/ 1049471 w 1932288"/>
                  <a:gd name="csY543" fmla="*/ 2210567 h 2553319"/>
                  <a:gd name="csX544" fmla="*/ 1051427 w 1932288"/>
                  <a:gd name="csY544" fmla="*/ 2226821 h 2553319"/>
                  <a:gd name="csX545" fmla="*/ 1053336 w 1932288"/>
                  <a:gd name="csY545" fmla="*/ 2242737 h 2553319"/>
                  <a:gd name="csX546" fmla="*/ 1055291 w 1932288"/>
                  <a:gd name="csY546" fmla="*/ 2258305 h 2553319"/>
                  <a:gd name="csX547" fmla="*/ 1057201 w 1932288"/>
                  <a:gd name="csY547" fmla="*/ 2273525 h 2553319"/>
                  <a:gd name="csX548" fmla="*/ 1059156 w 1932288"/>
                  <a:gd name="csY548" fmla="*/ 2288392 h 2553319"/>
                  <a:gd name="csX549" fmla="*/ 1061066 w 1932288"/>
                  <a:gd name="csY549" fmla="*/ 2302897 h 2553319"/>
                  <a:gd name="csX550" fmla="*/ 1063021 w 1932288"/>
                  <a:gd name="csY550" fmla="*/ 2317040 h 2553319"/>
                  <a:gd name="csX551" fmla="*/ 1064930 w 1932288"/>
                  <a:gd name="csY551" fmla="*/ 2330807 h 2553319"/>
                  <a:gd name="csX552" fmla="*/ 1066886 w 1932288"/>
                  <a:gd name="csY552" fmla="*/ 2344202 h 2553319"/>
                  <a:gd name="csX553" fmla="*/ 1068794 w 1932288"/>
                  <a:gd name="csY553" fmla="*/ 2357216 h 2553319"/>
                  <a:gd name="csX554" fmla="*/ 1070750 w 1932288"/>
                  <a:gd name="csY554" fmla="*/ 2369848 h 2553319"/>
                  <a:gd name="csX555" fmla="*/ 1072706 w 1932288"/>
                  <a:gd name="csY555" fmla="*/ 2382090 h 2553319"/>
                  <a:gd name="csX556" fmla="*/ 1074614 w 1932288"/>
                  <a:gd name="csY556" fmla="*/ 2393936 h 2553319"/>
                  <a:gd name="csX557" fmla="*/ 1076570 w 1932288"/>
                  <a:gd name="csY557" fmla="*/ 2405382 h 2553319"/>
                  <a:gd name="csX558" fmla="*/ 1078479 w 1932288"/>
                  <a:gd name="csY558" fmla="*/ 2416433 h 2553319"/>
                  <a:gd name="csX559" fmla="*/ 1080435 w 1932288"/>
                  <a:gd name="csY559" fmla="*/ 2427073 h 2553319"/>
                  <a:gd name="csX560" fmla="*/ 1082344 w 1932288"/>
                  <a:gd name="csY560" fmla="*/ 2437304 h 2553319"/>
                  <a:gd name="csX561" fmla="*/ 1084299 w 1932288"/>
                  <a:gd name="csY561" fmla="*/ 2447120 h 2553319"/>
                  <a:gd name="csX562" fmla="*/ 1086208 w 1932288"/>
                  <a:gd name="csY562" fmla="*/ 2456522 h 2553319"/>
                  <a:gd name="csX563" fmla="*/ 1088164 w 1932288"/>
                  <a:gd name="csY563" fmla="*/ 2465505 h 2553319"/>
                  <a:gd name="csX564" fmla="*/ 1090073 w 1932288"/>
                  <a:gd name="csY564" fmla="*/ 2474063 h 2553319"/>
                  <a:gd name="csX565" fmla="*/ 1092028 w 1932288"/>
                  <a:gd name="csY565" fmla="*/ 2482197 h 2553319"/>
                  <a:gd name="csX566" fmla="*/ 1093984 w 1932288"/>
                  <a:gd name="csY566" fmla="*/ 2489897 h 2553319"/>
                  <a:gd name="csX567" fmla="*/ 1095893 w 1932288"/>
                  <a:gd name="csY567" fmla="*/ 2497169 h 2553319"/>
                  <a:gd name="csX568" fmla="*/ 1097848 w 1932288"/>
                  <a:gd name="csY568" fmla="*/ 2504007 h 2553319"/>
                  <a:gd name="csX569" fmla="*/ 1099758 w 1932288"/>
                  <a:gd name="csY569" fmla="*/ 2510402 h 2553319"/>
                  <a:gd name="csX570" fmla="*/ 1101713 w 1932288"/>
                  <a:gd name="csY570" fmla="*/ 2516363 h 2553319"/>
                  <a:gd name="csX571" fmla="*/ 1103622 w 1932288"/>
                  <a:gd name="csY571" fmla="*/ 2521881 h 2553319"/>
                  <a:gd name="csX572" fmla="*/ 1105578 w 1932288"/>
                  <a:gd name="csY572" fmla="*/ 2526956 h 2553319"/>
                  <a:gd name="csX573" fmla="*/ 1107487 w 1932288"/>
                  <a:gd name="csY573" fmla="*/ 2531588 h 2553319"/>
                  <a:gd name="csX574" fmla="*/ 1109442 w 1932288"/>
                  <a:gd name="csY574" fmla="*/ 2535772 h 2553319"/>
                  <a:gd name="csX575" fmla="*/ 1111351 w 1932288"/>
                  <a:gd name="csY575" fmla="*/ 2539503 h 2553319"/>
                  <a:gd name="csX576" fmla="*/ 1113307 w 1932288"/>
                  <a:gd name="csY576" fmla="*/ 2542791 h 2553319"/>
                  <a:gd name="csX577" fmla="*/ 1115216 w 1932288"/>
                  <a:gd name="csY577" fmla="*/ 2545622 h 2553319"/>
                  <a:gd name="csX578" fmla="*/ 1117171 w 1932288"/>
                  <a:gd name="csY578" fmla="*/ 2548004 h 2553319"/>
                  <a:gd name="csX579" fmla="*/ 1119127 w 1932288"/>
                  <a:gd name="csY579" fmla="*/ 2549934 h 2553319"/>
                  <a:gd name="csX580" fmla="*/ 1121036 w 1932288"/>
                  <a:gd name="csY580" fmla="*/ 2551411 h 2553319"/>
                  <a:gd name="csX581" fmla="*/ 1122992 w 1932288"/>
                  <a:gd name="csY581" fmla="*/ 2552436 h 2553319"/>
                  <a:gd name="csX582" fmla="*/ 1124901 w 1932288"/>
                  <a:gd name="csY582" fmla="*/ 2553003 h 2553319"/>
                  <a:gd name="csX583" fmla="*/ 1126856 w 1932288"/>
                  <a:gd name="csY583" fmla="*/ 2553117 h 2553319"/>
                  <a:gd name="csX584" fmla="*/ 1128765 w 1932288"/>
                  <a:gd name="csY584" fmla="*/ 2552774 h 2553319"/>
                  <a:gd name="csX585" fmla="*/ 1130721 w 1932288"/>
                  <a:gd name="csY585" fmla="*/ 2551978 h 2553319"/>
                  <a:gd name="csX586" fmla="*/ 1132630 w 1932288"/>
                  <a:gd name="csY586" fmla="*/ 2550730 h 2553319"/>
                  <a:gd name="csX587" fmla="*/ 1134585 w 1932288"/>
                  <a:gd name="csY587" fmla="*/ 2549029 h 2553319"/>
                  <a:gd name="csX588" fmla="*/ 1136494 w 1932288"/>
                  <a:gd name="csY588" fmla="*/ 2546870 h 2553319"/>
                  <a:gd name="csX589" fmla="*/ 1138450 w 1932288"/>
                  <a:gd name="csY589" fmla="*/ 2544264 h 2553319"/>
                  <a:gd name="csX590" fmla="*/ 1140405 w 1932288"/>
                  <a:gd name="csY590" fmla="*/ 2541204 h 2553319"/>
                  <a:gd name="csX591" fmla="*/ 1142315 w 1932288"/>
                  <a:gd name="csY591" fmla="*/ 2537692 h 2553319"/>
                  <a:gd name="csX592" fmla="*/ 1144270 w 1932288"/>
                  <a:gd name="csY592" fmla="*/ 2533732 h 2553319"/>
                  <a:gd name="csX593" fmla="*/ 1146179 w 1932288"/>
                  <a:gd name="csY593" fmla="*/ 2529329 h 2553319"/>
                  <a:gd name="csX594" fmla="*/ 1148135 w 1932288"/>
                  <a:gd name="csY594" fmla="*/ 2524474 h 2553319"/>
                  <a:gd name="csX595" fmla="*/ 1150044 w 1932288"/>
                  <a:gd name="csY595" fmla="*/ 2519180 h 2553319"/>
                  <a:gd name="csX596" fmla="*/ 1151999 w 1932288"/>
                  <a:gd name="csY596" fmla="*/ 2513437 h 2553319"/>
                  <a:gd name="csX597" fmla="*/ 1153908 w 1932288"/>
                  <a:gd name="csY597" fmla="*/ 2507262 h 2553319"/>
                  <a:gd name="csX598" fmla="*/ 1155864 w 1932288"/>
                  <a:gd name="csY598" fmla="*/ 2500643 h 2553319"/>
                  <a:gd name="csX599" fmla="*/ 1157773 w 1932288"/>
                  <a:gd name="csY599" fmla="*/ 2493591 h 2553319"/>
                  <a:gd name="csX600" fmla="*/ 1159728 w 1932288"/>
                  <a:gd name="csY600" fmla="*/ 2486100 h 2553319"/>
                  <a:gd name="csX601" fmla="*/ 1161638 w 1932288"/>
                  <a:gd name="csY601" fmla="*/ 2478185 h 2553319"/>
                  <a:gd name="csX602" fmla="*/ 1163593 w 1932288"/>
                  <a:gd name="csY602" fmla="*/ 2469836 h 2553319"/>
                  <a:gd name="csX603" fmla="*/ 1165548 w 1932288"/>
                  <a:gd name="csY603" fmla="*/ 2461068 h 2553319"/>
                  <a:gd name="csX604" fmla="*/ 1167458 w 1932288"/>
                  <a:gd name="csY604" fmla="*/ 2451876 h 2553319"/>
                  <a:gd name="csX605" fmla="*/ 1169413 w 1932288"/>
                  <a:gd name="csY605" fmla="*/ 2442265 h 2553319"/>
                  <a:gd name="csX606" fmla="*/ 1171322 w 1932288"/>
                  <a:gd name="csY606" fmla="*/ 2432239 h 2553319"/>
                  <a:gd name="csX607" fmla="*/ 1173278 w 1932288"/>
                  <a:gd name="csY607" fmla="*/ 2421803 h 2553319"/>
                  <a:gd name="csX608" fmla="*/ 1175186 w 1932288"/>
                  <a:gd name="csY608" fmla="*/ 2410957 h 2553319"/>
                  <a:gd name="csX609" fmla="*/ 1177142 w 1932288"/>
                  <a:gd name="csY609" fmla="*/ 2399712 h 2553319"/>
                  <a:gd name="csX610" fmla="*/ 1179051 w 1932288"/>
                  <a:gd name="csY610" fmla="*/ 2388061 h 2553319"/>
                  <a:gd name="csX611" fmla="*/ 1181007 w 1932288"/>
                  <a:gd name="csY611" fmla="*/ 2376019 h 2553319"/>
                  <a:gd name="csX612" fmla="*/ 1182916 w 1932288"/>
                  <a:gd name="csY612" fmla="*/ 2363582 h 2553319"/>
                  <a:gd name="csX613" fmla="*/ 1184871 w 1932288"/>
                  <a:gd name="csY613" fmla="*/ 2350759 h 2553319"/>
                  <a:gd name="csX614" fmla="*/ 1186827 w 1932288"/>
                  <a:gd name="csY614" fmla="*/ 2337555 h 2553319"/>
                  <a:gd name="csX615" fmla="*/ 1188736 w 1932288"/>
                  <a:gd name="csY615" fmla="*/ 2323969 h 2553319"/>
                  <a:gd name="csX616" fmla="*/ 1190692 w 1932288"/>
                  <a:gd name="csY616" fmla="*/ 2310017 h 2553319"/>
                  <a:gd name="csX617" fmla="*/ 1192601 w 1932288"/>
                  <a:gd name="csY617" fmla="*/ 2295693 h 2553319"/>
                  <a:gd name="csX618" fmla="*/ 1194556 w 1932288"/>
                  <a:gd name="csY618" fmla="*/ 2281006 h 2553319"/>
                  <a:gd name="csX619" fmla="*/ 1196465 w 1932288"/>
                  <a:gd name="csY619" fmla="*/ 2265963 h 2553319"/>
                  <a:gd name="csX620" fmla="*/ 1198421 w 1932288"/>
                  <a:gd name="csY620" fmla="*/ 2250561 h 2553319"/>
                  <a:gd name="csX621" fmla="*/ 1200330 w 1932288"/>
                  <a:gd name="csY621" fmla="*/ 2234822 h 2553319"/>
                  <a:gd name="csX622" fmla="*/ 1202285 w 1932288"/>
                  <a:gd name="csY622" fmla="*/ 2218735 h 2553319"/>
                  <a:gd name="csX623" fmla="*/ 1204194 w 1932288"/>
                  <a:gd name="csY623" fmla="*/ 2202314 h 2553319"/>
                  <a:gd name="csX624" fmla="*/ 1206150 w 1932288"/>
                  <a:gd name="csY624" fmla="*/ 2185564 h 2553319"/>
                  <a:gd name="csX625" fmla="*/ 1208059 w 1932288"/>
                  <a:gd name="csY625" fmla="*/ 2168491 h 2553319"/>
                  <a:gd name="csX626" fmla="*/ 1210015 w 1932288"/>
                  <a:gd name="csY626" fmla="*/ 2151102 h 2553319"/>
                  <a:gd name="csX627" fmla="*/ 1211970 w 1932288"/>
                  <a:gd name="csY627" fmla="*/ 2133400 h 2553319"/>
                  <a:gd name="csX628" fmla="*/ 1213879 w 1932288"/>
                  <a:gd name="csY628" fmla="*/ 2115392 h 2553319"/>
                  <a:gd name="csX629" fmla="*/ 1215835 w 1932288"/>
                  <a:gd name="csY629" fmla="*/ 2097089 h 2553319"/>
                  <a:gd name="csX630" fmla="*/ 1217743 w 1932288"/>
                  <a:gd name="csY630" fmla="*/ 2078490 h 2553319"/>
                  <a:gd name="csX631" fmla="*/ 1219699 w 1932288"/>
                  <a:gd name="csY631" fmla="*/ 2059606 h 2553319"/>
                  <a:gd name="csX632" fmla="*/ 1221608 w 1932288"/>
                  <a:gd name="csY632" fmla="*/ 2040440 h 2553319"/>
                  <a:gd name="csX633" fmla="*/ 1223564 w 1932288"/>
                  <a:gd name="csY633" fmla="*/ 2021008 h 2553319"/>
                  <a:gd name="csX634" fmla="*/ 1225473 w 1932288"/>
                  <a:gd name="csY634" fmla="*/ 2001309 h 2553319"/>
                  <a:gd name="csX635" fmla="*/ 1227428 w 1932288"/>
                  <a:gd name="csY635" fmla="*/ 1981352 h 2553319"/>
                  <a:gd name="csX636" fmla="*/ 1229337 w 1932288"/>
                  <a:gd name="csY636" fmla="*/ 1961143 h 2553319"/>
                  <a:gd name="csX637" fmla="*/ 1231293 w 1932288"/>
                  <a:gd name="csY637" fmla="*/ 1940691 h 2553319"/>
                  <a:gd name="csX638" fmla="*/ 1233249 w 1932288"/>
                  <a:gd name="csY638" fmla="*/ 1920001 h 2553319"/>
                  <a:gd name="csX639" fmla="*/ 1235157 w 1932288"/>
                  <a:gd name="csY639" fmla="*/ 1899086 h 2553319"/>
                  <a:gd name="csX640" fmla="*/ 1237113 w 1932288"/>
                  <a:gd name="csY640" fmla="*/ 1877943 h 2553319"/>
                  <a:gd name="csX641" fmla="*/ 1239022 w 1932288"/>
                  <a:gd name="csY641" fmla="*/ 1856590 h 2553319"/>
                  <a:gd name="csX642" fmla="*/ 1240977 w 1932288"/>
                  <a:gd name="csY642" fmla="*/ 1835032 h 2553319"/>
                  <a:gd name="csX643" fmla="*/ 1242887 w 1932288"/>
                  <a:gd name="csY643" fmla="*/ 1813270 h 2553319"/>
                  <a:gd name="csX644" fmla="*/ 1244842 w 1932288"/>
                  <a:gd name="csY644" fmla="*/ 1791321 h 2553319"/>
                  <a:gd name="csX645" fmla="*/ 1246751 w 1932288"/>
                  <a:gd name="csY645" fmla="*/ 1769187 h 2553319"/>
                  <a:gd name="csX646" fmla="*/ 1248707 w 1932288"/>
                  <a:gd name="csY646" fmla="*/ 1746881 h 2553319"/>
                  <a:gd name="csX647" fmla="*/ 1250616 w 1932288"/>
                  <a:gd name="csY647" fmla="*/ 1724404 h 2553319"/>
                  <a:gd name="csX648" fmla="*/ 1252571 w 1932288"/>
                  <a:gd name="csY648" fmla="*/ 1701769 h 2553319"/>
                  <a:gd name="csX649" fmla="*/ 1254480 w 1932288"/>
                  <a:gd name="csY649" fmla="*/ 1678982 h 2553319"/>
                  <a:gd name="csX650" fmla="*/ 1256436 w 1932288"/>
                  <a:gd name="csY650" fmla="*/ 1656052 h 2553319"/>
                  <a:gd name="csX651" fmla="*/ 1258391 w 1932288"/>
                  <a:gd name="csY651" fmla="*/ 1632984 h 2553319"/>
                  <a:gd name="csX652" fmla="*/ 1260300 w 1932288"/>
                  <a:gd name="csY652" fmla="*/ 1609792 h 2553319"/>
                  <a:gd name="csX653" fmla="*/ 1262256 w 1932288"/>
                  <a:gd name="csY653" fmla="*/ 1586480 h 2553319"/>
                  <a:gd name="csX654" fmla="*/ 1264165 w 1932288"/>
                  <a:gd name="csY654" fmla="*/ 1563059 h 2553319"/>
                  <a:gd name="csX655" fmla="*/ 1266120 w 1932288"/>
                  <a:gd name="csY655" fmla="*/ 1539534 h 2553319"/>
                  <a:gd name="csX656" fmla="*/ 1268030 w 1932288"/>
                  <a:gd name="csY656" fmla="*/ 1515918 h 2553319"/>
                  <a:gd name="csX657" fmla="*/ 1269985 w 1932288"/>
                  <a:gd name="csY657" fmla="*/ 1492216 h 2553319"/>
                  <a:gd name="csX658" fmla="*/ 1271894 w 1932288"/>
                  <a:gd name="csY658" fmla="*/ 1468437 h 2553319"/>
                  <a:gd name="csX659" fmla="*/ 1273850 w 1932288"/>
                  <a:gd name="csY659" fmla="*/ 1444587 h 2553319"/>
                  <a:gd name="csX660" fmla="*/ 1275759 w 1932288"/>
                  <a:gd name="csY660" fmla="*/ 1420681 h 2553319"/>
                  <a:gd name="csX661" fmla="*/ 1277714 w 1932288"/>
                  <a:gd name="csY661" fmla="*/ 1396721 h 2553319"/>
                  <a:gd name="csX662" fmla="*/ 1279670 w 1932288"/>
                  <a:gd name="csY662" fmla="*/ 1372719 h 2553319"/>
                  <a:gd name="csX663" fmla="*/ 1281579 w 1932288"/>
                  <a:gd name="csY663" fmla="*/ 1348683 h 2553319"/>
                  <a:gd name="csX664" fmla="*/ 1283534 w 1932288"/>
                  <a:gd name="csY664" fmla="*/ 1324624 h 2553319"/>
                  <a:gd name="csX665" fmla="*/ 1285443 w 1932288"/>
                  <a:gd name="csY665" fmla="*/ 1300545 h 2553319"/>
                  <a:gd name="csX666" fmla="*/ 1287399 w 1932288"/>
                  <a:gd name="csY666" fmla="*/ 1276457 h 2553319"/>
                  <a:gd name="csX667" fmla="*/ 1289308 w 1932288"/>
                  <a:gd name="csY667" fmla="*/ 1252370 h 2553319"/>
                  <a:gd name="csX668" fmla="*/ 1291264 w 1932288"/>
                  <a:gd name="csY668" fmla="*/ 1228291 h 2553319"/>
                  <a:gd name="csX669" fmla="*/ 1293173 w 1932288"/>
                  <a:gd name="csY669" fmla="*/ 1204232 h 2553319"/>
                  <a:gd name="csX670" fmla="*/ 1295128 w 1932288"/>
                  <a:gd name="csY670" fmla="*/ 1180196 h 2553319"/>
                  <a:gd name="csX671" fmla="*/ 1297037 w 1932288"/>
                  <a:gd name="csY671" fmla="*/ 1156194 h 2553319"/>
                  <a:gd name="csX672" fmla="*/ 1298993 w 1932288"/>
                  <a:gd name="csY672" fmla="*/ 1132234 h 2553319"/>
                  <a:gd name="csX673" fmla="*/ 1300902 w 1932288"/>
                  <a:gd name="csY673" fmla="*/ 1108328 h 2553319"/>
                  <a:gd name="csX674" fmla="*/ 1302857 w 1932288"/>
                  <a:gd name="csY674" fmla="*/ 1084478 h 2553319"/>
                  <a:gd name="csX675" fmla="*/ 1304813 w 1932288"/>
                  <a:gd name="csY675" fmla="*/ 1060699 h 2553319"/>
                  <a:gd name="csX676" fmla="*/ 1306722 w 1932288"/>
                  <a:gd name="csY676" fmla="*/ 1036997 h 2553319"/>
                  <a:gd name="csX677" fmla="*/ 1308677 w 1932288"/>
                  <a:gd name="csY677" fmla="*/ 1013381 h 2553319"/>
                  <a:gd name="csX678" fmla="*/ 1310587 w 1932288"/>
                  <a:gd name="csY678" fmla="*/ 989855 h 2553319"/>
                  <a:gd name="csX679" fmla="*/ 1312542 w 1932288"/>
                  <a:gd name="csY679" fmla="*/ 966435 h 2553319"/>
                  <a:gd name="csX680" fmla="*/ 1314451 w 1932288"/>
                  <a:gd name="csY680" fmla="*/ 943123 h 2553319"/>
                  <a:gd name="csX681" fmla="*/ 1316407 w 1932288"/>
                  <a:gd name="csY681" fmla="*/ 919931 h 2553319"/>
                  <a:gd name="csX682" fmla="*/ 1318316 w 1932288"/>
                  <a:gd name="csY682" fmla="*/ 896863 h 2553319"/>
                  <a:gd name="csX683" fmla="*/ 1320271 w 1932288"/>
                  <a:gd name="csY683" fmla="*/ 873933 h 2553319"/>
                  <a:gd name="csX684" fmla="*/ 1322180 w 1932288"/>
                  <a:gd name="csY684" fmla="*/ 851146 h 2553319"/>
                  <a:gd name="csX685" fmla="*/ 1324136 w 1932288"/>
                  <a:gd name="csY685" fmla="*/ 828511 h 2553319"/>
                  <a:gd name="csX686" fmla="*/ 1326045 w 1932288"/>
                  <a:gd name="csY686" fmla="*/ 806034 h 2553319"/>
                  <a:gd name="csX687" fmla="*/ 1328000 w 1932288"/>
                  <a:gd name="csY687" fmla="*/ 783728 h 2553319"/>
                  <a:gd name="csX688" fmla="*/ 1329956 w 1932288"/>
                  <a:gd name="csY688" fmla="*/ 761594 h 2553319"/>
                  <a:gd name="csX689" fmla="*/ 1331865 w 1932288"/>
                  <a:gd name="csY689" fmla="*/ 739645 h 2553319"/>
                  <a:gd name="csX690" fmla="*/ 1333821 w 1932288"/>
                  <a:gd name="csY690" fmla="*/ 717883 h 2553319"/>
                  <a:gd name="csX691" fmla="*/ 1335730 w 1932288"/>
                  <a:gd name="csY691" fmla="*/ 696325 h 2553319"/>
                  <a:gd name="csX692" fmla="*/ 1337685 w 1932288"/>
                  <a:gd name="csY692" fmla="*/ 674972 h 2553319"/>
                  <a:gd name="csX693" fmla="*/ 1339594 w 1932288"/>
                  <a:gd name="csY693" fmla="*/ 653829 h 2553319"/>
                  <a:gd name="csX694" fmla="*/ 1341550 w 1932288"/>
                  <a:gd name="csY694" fmla="*/ 632915 h 2553319"/>
                  <a:gd name="csX695" fmla="*/ 1343459 w 1932288"/>
                  <a:gd name="csY695" fmla="*/ 612224 h 2553319"/>
                  <a:gd name="csX696" fmla="*/ 1345414 w 1932288"/>
                  <a:gd name="csY696" fmla="*/ 591772 h 2553319"/>
                  <a:gd name="csX697" fmla="*/ 1347323 w 1932288"/>
                  <a:gd name="csY697" fmla="*/ 571563 h 2553319"/>
                  <a:gd name="csX698" fmla="*/ 1349279 w 1932288"/>
                  <a:gd name="csY698" fmla="*/ 551606 h 2553319"/>
                  <a:gd name="csX699" fmla="*/ 1351234 w 1932288"/>
                  <a:gd name="csY699" fmla="*/ 531907 h 2553319"/>
                  <a:gd name="csX700" fmla="*/ 1353144 w 1932288"/>
                  <a:gd name="csY700" fmla="*/ 512474 h 2553319"/>
                  <a:gd name="csX701" fmla="*/ 1355099 w 1932288"/>
                  <a:gd name="csY701" fmla="*/ 493309 h 2553319"/>
                  <a:gd name="csX702" fmla="*/ 1357008 w 1932288"/>
                  <a:gd name="csY702" fmla="*/ 474424 h 2553319"/>
                  <a:gd name="csX703" fmla="*/ 1358964 w 1932288"/>
                  <a:gd name="csY703" fmla="*/ 455826 h 2553319"/>
                  <a:gd name="csX704" fmla="*/ 1360872 w 1932288"/>
                  <a:gd name="csY704" fmla="*/ 437523 h 2553319"/>
                  <a:gd name="csX705" fmla="*/ 1362828 w 1932288"/>
                  <a:gd name="csY705" fmla="*/ 419515 h 2553319"/>
                  <a:gd name="csX706" fmla="*/ 1364737 w 1932288"/>
                  <a:gd name="csY706" fmla="*/ 401813 h 2553319"/>
                  <a:gd name="csX707" fmla="*/ 1366692 w 1932288"/>
                  <a:gd name="csY707" fmla="*/ 384424 h 2553319"/>
                  <a:gd name="csX708" fmla="*/ 1368602 w 1932288"/>
                  <a:gd name="csY708" fmla="*/ 367351 h 2553319"/>
                  <a:gd name="csX709" fmla="*/ 1370557 w 1932288"/>
                  <a:gd name="csY709" fmla="*/ 350601 h 2553319"/>
                  <a:gd name="csX710" fmla="*/ 1372466 w 1932288"/>
                  <a:gd name="csY710" fmla="*/ 334180 h 2553319"/>
                  <a:gd name="csX711" fmla="*/ 1374422 w 1932288"/>
                  <a:gd name="csY711" fmla="*/ 318093 h 2553319"/>
                  <a:gd name="csX712" fmla="*/ 1376378 w 1932288"/>
                  <a:gd name="csY712" fmla="*/ 302354 h 2553319"/>
                  <a:gd name="csX713" fmla="*/ 1378286 w 1932288"/>
                  <a:gd name="csY713" fmla="*/ 286957 h 2553319"/>
                  <a:gd name="csX714" fmla="*/ 1380242 w 1932288"/>
                  <a:gd name="csY714" fmla="*/ 271909 h 2553319"/>
                  <a:gd name="csX715" fmla="*/ 1382151 w 1932288"/>
                  <a:gd name="csY715" fmla="*/ 257223 h 2553319"/>
                  <a:gd name="csX716" fmla="*/ 1384106 w 1932288"/>
                  <a:gd name="csY716" fmla="*/ 242898 h 2553319"/>
                  <a:gd name="csX717" fmla="*/ 1386015 w 1932288"/>
                  <a:gd name="csY717" fmla="*/ 228946 h 2553319"/>
                  <a:gd name="csX718" fmla="*/ 1387971 w 1932288"/>
                  <a:gd name="csY718" fmla="*/ 215360 h 2553319"/>
                  <a:gd name="csX719" fmla="*/ 1389880 w 1932288"/>
                  <a:gd name="csY719" fmla="*/ 202156 h 2553319"/>
                  <a:gd name="csX720" fmla="*/ 1391836 w 1932288"/>
                  <a:gd name="csY720" fmla="*/ 189333 h 2553319"/>
                  <a:gd name="csX721" fmla="*/ 1393745 w 1932288"/>
                  <a:gd name="csY721" fmla="*/ 176896 h 2553319"/>
                  <a:gd name="csX722" fmla="*/ 1395701 w 1932288"/>
                  <a:gd name="csY722" fmla="*/ 164854 h 2553319"/>
                  <a:gd name="csX723" fmla="*/ 1397656 w 1932288"/>
                  <a:gd name="csY723" fmla="*/ 153203 h 2553319"/>
                  <a:gd name="csX724" fmla="*/ 1399565 w 1932288"/>
                  <a:gd name="csY724" fmla="*/ 141958 h 2553319"/>
                  <a:gd name="csX725" fmla="*/ 1401521 w 1932288"/>
                  <a:gd name="csY725" fmla="*/ 131112 h 2553319"/>
                  <a:gd name="csX726" fmla="*/ 1403429 w 1932288"/>
                  <a:gd name="csY726" fmla="*/ 120676 h 2553319"/>
                  <a:gd name="csX727" fmla="*/ 1405385 w 1932288"/>
                  <a:gd name="csY727" fmla="*/ 110650 h 2553319"/>
                  <a:gd name="csX728" fmla="*/ 1407294 w 1932288"/>
                  <a:gd name="csY728" fmla="*/ 101039 h 2553319"/>
                  <a:gd name="csX729" fmla="*/ 1409249 w 1932288"/>
                  <a:gd name="csY729" fmla="*/ 91847 h 2553319"/>
                  <a:gd name="csX730" fmla="*/ 1411159 w 1932288"/>
                  <a:gd name="csY730" fmla="*/ 83079 h 2553319"/>
                  <a:gd name="csX731" fmla="*/ 1413114 w 1932288"/>
                  <a:gd name="csY731" fmla="*/ 74730 h 2553319"/>
                  <a:gd name="csX732" fmla="*/ 1415023 w 1932288"/>
                  <a:gd name="csY732" fmla="*/ 66815 h 2553319"/>
                  <a:gd name="csX733" fmla="*/ 1416979 w 1932288"/>
                  <a:gd name="csY733" fmla="*/ 59329 h 2553319"/>
                  <a:gd name="csX734" fmla="*/ 1418888 w 1932288"/>
                  <a:gd name="csY734" fmla="*/ 52272 h 2553319"/>
                  <a:gd name="csX735" fmla="*/ 1420843 w 1932288"/>
                  <a:gd name="csY735" fmla="*/ 45653 h 2553319"/>
                  <a:gd name="csX736" fmla="*/ 1422799 w 1932288"/>
                  <a:gd name="csY736" fmla="*/ 39477 h 2553319"/>
                  <a:gd name="csX737" fmla="*/ 1424708 w 1932288"/>
                  <a:gd name="csY737" fmla="*/ 33735 h 2553319"/>
                  <a:gd name="csX738" fmla="*/ 1426663 w 1932288"/>
                  <a:gd name="csY738" fmla="*/ 28441 h 2553319"/>
                  <a:gd name="csX739" fmla="*/ 1428572 w 1932288"/>
                  <a:gd name="csY739" fmla="*/ 23586 h 2553319"/>
                  <a:gd name="csX740" fmla="*/ 1430528 w 1932288"/>
                  <a:gd name="csY740" fmla="*/ 19183 h 2553319"/>
                  <a:gd name="csX741" fmla="*/ 1432437 w 1932288"/>
                  <a:gd name="csY741" fmla="*/ 15223 h 2553319"/>
                  <a:gd name="csX742" fmla="*/ 1434393 w 1932288"/>
                  <a:gd name="csY742" fmla="*/ 11711 h 2553319"/>
                  <a:gd name="csX743" fmla="*/ 1436302 w 1932288"/>
                  <a:gd name="csY743" fmla="*/ 8651 h 2553319"/>
                  <a:gd name="csX744" fmla="*/ 1438257 w 1932288"/>
                  <a:gd name="csY744" fmla="*/ 6045 h 2553319"/>
                  <a:gd name="csX745" fmla="*/ 1440166 w 1932288"/>
                  <a:gd name="csY745" fmla="*/ 3886 h 2553319"/>
                  <a:gd name="csX746" fmla="*/ 1442122 w 1932288"/>
                  <a:gd name="csY746" fmla="*/ 2185 h 2553319"/>
                  <a:gd name="csX747" fmla="*/ 1444077 w 1932288"/>
                  <a:gd name="csY747" fmla="*/ 937 h 2553319"/>
                  <a:gd name="csX748" fmla="*/ 1445986 w 1932288"/>
                  <a:gd name="csY748" fmla="*/ 141 h 2553319"/>
                  <a:gd name="csX749" fmla="*/ 1447942 w 1932288"/>
                  <a:gd name="csY749" fmla="*/ -202 h 2553319"/>
                  <a:gd name="csX750" fmla="*/ 1449851 w 1932288"/>
                  <a:gd name="csY750" fmla="*/ -88 h 2553319"/>
                  <a:gd name="csX751" fmla="*/ 1451806 w 1932288"/>
                  <a:gd name="csY751" fmla="*/ 479 h 2553319"/>
                  <a:gd name="csX752" fmla="*/ 1453716 w 1932288"/>
                  <a:gd name="csY752" fmla="*/ 1504 h 2553319"/>
                  <a:gd name="csX753" fmla="*/ 1455671 w 1932288"/>
                  <a:gd name="csY753" fmla="*/ 2981 h 2553319"/>
                  <a:gd name="csX754" fmla="*/ 1457580 w 1932288"/>
                  <a:gd name="csY754" fmla="*/ 4911 h 2553319"/>
                  <a:gd name="csX755" fmla="*/ 1459536 w 1932288"/>
                  <a:gd name="csY755" fmla="*/ 7293 h 2553319"/>
                  <a:gd name="csX756" fmla="*/ 1461445 w 1932288"/>
                  <a:gd name="csY756" fmla="*/ 10124 h 2553319"/>
                  <a:gd name="csX757" fmla="*/ 1463400 w 1932288"/>
                  <a:gd name="csY757" fmla="*/ 13412 h 2553319"/>
                  <a:gd name="csX758" fmla="*/ 1465309 w 1932288"/>
                  <a:gd name="csY758" fmla="*/ 17143 h 2553319"/>
                  <a:gd name="csX759" fmla="*/ 1467265 w 1932288"/>
                  <a:gd name="csY759" fmla="*/ 21327 h 2553319"/>
                  <a:gd name="csX760" fmla="*/ 1469220 w 1932288"/>
                  <a:gd name="csY760" fmla="*/ 25959 h 2553319"/>
                  <a:gd name="csX761" fmla="*/ 1471129 w 1932288"/>
                  <a:gd name="csY761" fmla="*/ 31034 h 2553319"/>
                  <a:gd name="csX762" fmla="*/ 1473085 w 1932288"/>
                  <a:gd name="csY762" fmla="*/ 36552 h 2553319"/>
                  <a:gd name="csX763" fmla="*/ 1474994 w 1932288"/>
                  <a:gd name="csY763" fmla="*/ 42513 h 2553319"/>
                  <a:gd name="csX764" fmla="*/ 1476950 w 1932288"/>
                  <a:gd name="csY764" fmla="*/ 48908 h 2553319"/>
                  <a:gd name="csX765" fmla="*/ 1478859 w 1932288"/>
                  <a:gd name="csY765" fmla="*/ 55746 h 2553319"/>
                  <a:gd name="csX766" fmla="*/ 1480814 w 1932288"/>
                  <a:gd name="csY766" fmla="*/ 63017 h 2553319"/>
                  <a:gd name="csX767" fmla="*/ 1482723 w 1932288"/>
                  <a:gd name="csY767" fmla="*/ 70718 h 2553319"/>
                  <a:gd name="csX768" fmla="*/ 1484679 w 1932288"/>
                  <a:gd name="csY768" fmla="*/ 78852 h 2553319"/>
                  <a:gd name="csX769" fmla="*/ 1486587 w 1932288"/>
                  <a:gd name="csY769" fmla="*/ 87410 h 2553319"/>
                  <a:gd name="csX770" fmla="*/ 1488543 w 1932288"/>
                  <a:gd name="csY770" fmla="*/ 96393 h 2553319"/>
                  <a:gd name="csX771" fmla="*/ 1490499 w 1932288"/>
                  <a:gd name="csY771" fmla="*/ 105795 h 2553319"/>
                  <a:gd name="csX772" fmla="*/ 1492408 w 1932288"/>
                  <a:gd name="csY772" fmla="*/ 115611 h 2553319"/>
                  <a:gd name="csX773" fmla="*/ 1494363 w 1932288"/>
                  <a:gd name="csY773" fmla="*/ 125842 h 2553319"/>
                  <a:gd name="csX774" fmla="*/ 1496273 w 1932288"/>
                  <a:gd name="csY774" fmla="*/ 136482 h 2553319"/>
                  <a:gd name="csX775" fmla="*/ 1498228 w 1932288"/>
                  <a:gd name="csY775" fmla="*/ 147533 h 2553319"/>
                  <a:gd name="csX776" fmla="*/ 1500137 w 1932288"/>
                  <a:gd name="csY776" fmla="*/ 158979 h 2553319"/>
                  <a:gd name="csX777" fmla="*/ 1502093 w 1932288"/>
                  <a:gd name="csY777" fmla="*/ 170825 h 2553319"/>
                  <a:gd name="csX778" fmla="*/ 1504001 w 1932288"/>
                  <a:gd name="csY778" fmla="*/ 183067 h 2553319"/>
                  <a:gd name="csX779" fmla="*/ 1505957 w 1932288"/>
                  <a:gd name="csY779" fmla="*/ 195699 h 2553319"/>
                  <a:gd name="csX780" fmla="*/ 1507866 w 1932288"/>
                  <a:gd name="csY780" fmla="*/ 208713 h 2553319"/>
                  <a:gd name="csX781" fmla="*/ 1509821 w 1932288"/>
                  <a:gd name="csY781" fmla="*/ 222108 h 2553319"/>
                  <a:gd name="csX782" fmla="*/ 1511731 w 1932288"/>
                  <a:gd name="csY782" fmla="*/ 235875 h 2553319"/>
                  <a:gd name="csX783" fmla="*/ 1513686 w 1932288"/>
                  <a:gd name="csY783" fmla="*/ 250018 h 2553319"/>
                  <a:gd name="csX784" fmla="*/ 1515642 w 1932288"/>
                  <a:gd name="csY784" fmla="*/ 264523 h 2553319"/>
                  <a:gd name="csX785" fmla="*/ 1517551 w 1932288"/>
                  <a:gd name="csY785" fmla="*/ 279390 h 2553319"/>
                  <a:gd name="csX786" fmla="*/ 1519507 w 1932288"/>
                  <a:gd name="csY786" fmla="*/ 294610 h 2553319"/>
                  <a:gd name="csX787" fmla="*/ 1521416 w 1932288"/>
                  <a:gd name="csY787" fmla="*/ 310178 h 2553319"/>
                  <a:gd name="csX788" fmla="*/ 1523371 w 1932288"/>
                  <a:gd name="csY788" fmla="*/ 326094 h 2553319"/>
                  <a:gd name="csX789" fmla="*/ 1525280 w 1932288"/>
                  <a:gd name="csY789" fmla="*/ 342348 h 2553319"/>
                  <a:gd name="csX790" fmla="*/ 1527236 w 1932288"/>
                  <a:gd name="csY790" fmla="*/ 358935 h 2553319"/>
                  <a:gd name="csX791" fmla="*/ 1529144 w 1932288"/>
                  <a:gd name="csY791" fmla="*/ 375847 h 2553319"/>
                  <a:gd name="csX792" fmla="*/ 1531100 w 1932288"/>
                  <a:gd name="csY792" fmla="*/ 393078 h 2553319"/>
                  <a:gd name="csX793" fmla="*/ 1533009 w 1932288"/>
                  <a:gd name="csY793" fmla="*/ 410623 h 2553319"/>
                  <a:gd name="csX794" fmla="*/ 1534965 w 1932288"/>
                  <a:gd name="csY794" fmla="*/ 428483 h 2553319"/>
                  <a:gd name="csX795" fmla="*/ 1536920 w 1932288"/>
                  <a:gd name="csY795" fmla="*/ 446639 h 2553319"/>
                  <a:gd name="csX796" fmla="*/ 1538830 w 1932288"/>
                  <a:gd name="csY796" fmla="*/ 465089 h 2553319"/>
                  <a:gd name="csX797" fmla="*/ 1540785 w 1932288"/>
                  <a:gd name="csY797" fmla="*/ 483831 h 2553319"/>
                  <a:gd name="csX798" fmla="*/ 1542694 w 1932288"/>
                  <a:gd name="csY798" fmla="*/ 502858 h 2553319"/>
                  <a:gd name="csX799" fmla="*/ 1544650 w 1932288"/>
                  <a:gd name="csY799" fmla="*/ 522157 h 2553319"/>
                  <a:gd name="csX800" fmla="*/ 1546558 w 1932288"/>
                  <a:gd name="csY800" fmla="*/ 541723 h 2553319"/>
                  <a:gd name="csX801" fmla="*/ 1548514 w 1932288"/>
                  <a:gd name="csY801" fmla="*/ 561551 h 2553319"/>
                  <a:gd name="csX802" fmla="*/ 1550423 w 1932288"/>
                  <a:gd name="csY802" fmla="*/ 581636 h 2553319"/>
                  <a:gd name="csX803" fmla="*/ 1552378 w 1932288"/>
                  <a:gd name="csY803" fmla="*/ 601969 h 2553319"/>
                  <a:gd name="csX804" fmla="*/ 1554288 w 1932288"/>
                  <a:gd name="csY804" fmla="*/ 622541 h 2553319"/>
                  <a:gd name="csX805" fmla="*/ 1556243 w 1932288"/>
                  <a:gd name="csY805" fmla="*/ 643346 h 2553319"/>
                  <a:gd name="csX806" fmla="*/ 1558152 w 1932288"/>
                  <a:gd name="csY806" fmla="*/ 664374 h 2553319"/>
                  <a:gd name="csX807" fmla="*/ 1560108 w 1932288"/>
                  <a:gd name="csY807" fmla="*/ 685622 h 2553319"/>
                  <a:gd name="csX808" fmla="*/ 1562064 w 1932288"/>
                  <a:gd name="csY808" fmla="*/ 707080 h 2553319"/>
                  <a:gd name="csX809" fmla="*/ 1563972 w 1932288"/>
                  <a:gd name="csY809" fmla="*/ 728738 h 2553319"/>
                  <a:gd name="csX810" fmla="*/ 1565928 w 1932288"/>
                  <a:gd name="csY810" fmla="*/ 750595 h 2553319"/>
                  <a:gd name="csX811" fmla="*/ 1567837 w 1932288"/>
                  <a:gd name="csY811" fmla="*/ 772639 h 2553319"/>
                  <a:gd name="csX812" fmla="*/ 1569792 w 1932288"/>
                  <a:gd name="csY812" fmla="*/ 794859 h 2553319"/>
                  <a:gd name="csX813" fmla="*/ 1571701 w 1932288"/>
                  <a:gd name="csY813" fmla="*/ 817251 h 2553319"/>
                  <a:gd name="csX814" fmla="*/ 1573657 w 1932288"/>
                  <a:gd name="csY814" fmla="*/ 839809 h 2553319"/>
                  <a:gd name="csX815" fmla="*/ 1575566 w 1932288"/>
                  <a:gd name="csY815" fmla="*/ 862520 h 2553319"/>
                  <a:gd name="csX816" fmla="*/ 1577522 w 1932288"/>
                  <a:gd name="csY816" fmla="*/ 885384 h 2553319"/>
                  <a:gd name="csX817" fmla="*/ 1579431 w 1932288"/>
                  <a:gd name="csY817" fmla="*/ 908380 h 2553319"/>
                  <a:gd name="csX818" fmla="*/ 1581387 w 1932288"/>
                  <a:gd name="csY818" fmla="*/ 931510 h 2553319"/>
                  <a:gd name="csX819" fmla="*/ 1583342 w 1932288"/>
                  <a:gd name="csY819" fmla="*/ 954765 h 2553319"/>
                  <a:gd name="csX820" fmla="*/ 1585251 w 1932288"/>
                  <a:gd name="csY820" fmla="*/ 978133 h 2553319"/>
                  <a:gd name="csX821" fmla="*/ 1587207 w 1932288"/>
                  <a:gd name="csY821" fmla="*/ 1001606 h 2553319"/>
                  <a:gd name="csX822" fmla="*/ 1589115 w 1932288"/>
                  <a:gd name="csY822" fmla="*/ 1025175 h 2553319"/>
                  <a:gd name="csX823" fmla="*/ 1591071 w 1932288"/>
                  <a:gd name="csY823" fmla="*/ 1048839 h 2553319"/>
                  <a:gd name="csX824" fmla="*/ 1592980 w 1932288"/>
                  <a:gd name="csY824" fmla="*/ 1072579 h 2553319"/>
                  <a:gd name="csX825" fmla="*/ 1594935 w 1932288"/>
                  <a:gd name="csY825" fmla="*/ 1096396 h 2553319"/>
                  <a:gd name="csX826" fmla="*/ 1596845 w 1932288"/>
                  <a:gd name="csY826" fmla="*/ 1120274 h 2553319"/>
                  <a:gd name="csX827" fmla="*/ 1598800 w 1932288"/>
                  <a:gd name="csY827" fmla="*/ 1144205 h 2553319"/>
                  <a:gd name="csX828" fmla="*/ 1600709 w 1932288"/>
                  <a:gd name="csY828" fmla="*/ 1168188 h 2553319"/>
                  <a:gd name="csX829" fmla="*/ 1602665 w 1932288"/>
                  <a:gd name="csY829" fmla="*/ 1192209 h 2553319"/>
                  <a:gd name="csX830" fmla="*/ 1604574 w 1932288"/>
                  <a:gd name="csY830" fmla="*/ 1216259 h 2553319"/>
                  <a:gd name="csX831" fmla="*/ 1606529 w 1932288"/>
                  <a:gd name="csY831" fmla="*/ 1240328 h 2553319"/>
                  <a:gd name="csX832" fmla="*/ 1608485 w 1932288"/>
                  <a:gd name="csY832" fmla="*/ 1264411 h 2553319"/>
                  <a:gd name="csX833" fmla="*/ 1610394 w 1932288"/>
                  <a:gd name="csY833" fmla="*/ 1288504 h 2553319"/>
                  <a:gd name="csX834" fmla="*/ 1612349 w 1932288"/>
                  <a:gd name="csY834" fmla="*/ 1312587 h 2553319"/>
                  <a:gd name="csX835" fmla="*/ 1614258 w 1932288"/>
                  <a:gd name="csY835" fmla="*/ 1336656 h 2553319"/>
                  <a:gd name="csX836" fmla="*/ 1616214 w 1932288"/>
                  <a:gd name="csY836" fmla="*/ 1360706 h 2553319"/>
                  <a:gd name="csX837" fmla="*/ 1618123 w 1932288"/>
                  <a:gd name="csY837" fmla="*/ 1384727 h 2553319"/>
                  <a:gd name="csX838" fmla="*/ 1620079 w 1932288"/>
                  <a:gd name="csY838" fmla="*/ 1408710 h 2553319"/>
                  <a:gd name="csX839" fmla="*/ 1621988 w 1932288"/>
                  <a:gd name="csY839" fmla="*/ 1432641 h 2553319"/>
                  <a:gd name="csX840" fmla="*/ 1623943 w 1932288"/>
                  <a:gd name="csY840" fmla="*/ 1456519 h 2553319"/>
                  <a:gd name="csX841" fmla="*/ 1625852 w 1932288"/>
                  <a:gd name="csY841" fmla="*/ 1480336 h 2553319"/>
                  <a:gd name="csX842" fmla="*/ 1627808 w 1932288"/>
                  <a:gd name="csY842" fmla="*/ 1504076 h 2553319"/>
                  <a:gd name="csX843" fmla="*/ 1629763 w 1932288"/>
                  <a:gd name="csY843" fmla="*/ 1527740 h 2553319"/>
                  <a:gd name="csX844" fmla="*/ 1631672 w 1932288"/>
                  <a:gd name="csY844" fmla="*/ 1551309 h 2553319"/>
                  <a:gd name="csX845" fmla="*/ 1633628 w 1932288"/>
                  <a:gd name="csY845" fmla="*/ 1574782 h 2553319"/>
                  <a:gd name="csX846" fmla="*/ 1635537 w 1932288"/>
                  <a:gd name="csY846" fmla="*/ 1598150 h 2553319"/>
                  <a:gd name="csX847" fmla="*/ 1637492 w 1932288"/>
                  <a:gd name="csY847" fmla="*/ 1621404 h 2553319"/>
                  <a:gd name="csX848" fmla="*/ 1639402 w 1932288"/>
                  <a:gd name="csY848" fmla="*/ 1644535 h 2553319"/>
                  <a:gd name="csX849" fmla="*/ 1641357 w 1932288"/>
                  <a:gd name="csY849" fmla="*/ 1667531 h 2553319"/>
                  <a:gd name="csX850" fmla="*/ 1643266 w 1932288"/>
                  <a:gd name="csY850" fmla="*/ 1690395 h 2553319"/>
                  <a:gd name="csX851" fmla="*/ 1645222 w 1932288"/>
                  <a:gd name="csY851" fmla="*/ 1713106 h 2553319"/>
                  <a:gd name="csX852" fmla="*/ 1647131 w 1932288"/>
                  <a:gd name="csY852" fmla="*/ 1735664 h 2553319"/>
                  <a:gd name="csX853" fmla="*/ 1649086 w 1932288"/>
                  <a:gd name="csY853" fmla="*/ 1758056 h 2553319"/>
                  <a:gd name="csX854" fmla="*/ 1650995 w 1932288"/>
                  <a:gd name="csY854" fmla="*/ 1780276 h 2553319"/>
                  <a:gd name="csX855" fmla="*/ 1652951 w 1932288"/>
                  <a:gd name="csY855" fmla="*/ 1802319 h 2553319"/>
                  <a:gd name="csX856" fmla="*/ 1654906 w 1932288"/>
                  <a:gd name="csY856" fmla="*/ 1824177 h 2553319"/>
                  <a:gd name="csX857" fmla="*/ 1656815 w 1932288"/>
                  <a:gd name="csY857" fmla="*/ 1845835 h 2553319"/>
                  <a:gd name="csX858" fmla="*/ 1658771 w 1932288"/>
                  <a:gd name="csY858" fmla="*/ 1867293 h 2553319"/>
                  <a:gd name="csX859" fmla="*/ 1660680 w 1932288"/>
                  <a:gd name="csY859" fmla="*/ 1888541 h 2553319"/>
                  <a:gd name="csX860" fmla="*/ 1662636 w 1932288"/>
                  <a:gd name="csY860" fmla="*/ 1909569 h 2553319"/>
                  <a:gd name="csX861" fmla="*/ 1664545 w 1932288"/>
                  <a:gd name="csY861" fmla="*/ 1930374 h 2553319"/>
                  <a:gd name="csX862" fmla="*/ 1666500 w 1932288"/>
                  <a:gd name="csY862" fmla="*/ 1950945 h 2553319"/>
                  <a:gd name="csX863" fmla="*/ 1668409 w 1932288"/>
                  <a:gd name="csY863" fmla="*/ 1971279 h 2553319"/>
                  <a:gd name="csX864" fmla="*/ 1670365 w 1932288"/>
                  <a:gd name="csY864" fmla="*/ 1991364 h 2553319"/>
                  <a:gd name="csX865" fmla="*/ 1672273 w 1932288"/>
                  <a:gd name="csY865" fmla="*/ 2011192 h 2553319"/>
                  <a:gd name="csX866" fmla="*/ 1674229 w 1932288"/>
                  <a:gd name="csY866" fmla="*/ 2030758 h 2553319"/>
                  <a:gd name="csX867" fmla="*/ 1676185 w 1932288"/>
                  <a:gd name="csY867" fmla="*/ 2050057 h 2553319"/>
                  <a:gd name="csX868" fmla="*/ 1678094 w 1932288"/>
                  <a:gd name="csY868" fmla="*/ 2069084 h 2553319"/>
                  <a:gd name="csX869" fmla="*/ 1680049 w 1932288"/>
                  <a:gd name="csY869" fmla="*/ 2087826 h 2553319"/>
                  <a:gd name="csX870" fmla="*/ 1681959 w 1932288"/>
                  <a:gd name="csY870" fmla="*/ 2106276 h 2553319"/>
                  <a:gd name="csX871" fmla="*/ 1683914 w 1932288"/>
                  <a:gd name="csY871" fmla="*/ 2124436 h 2553319"/>
                  <a:gd name="csX872" fmla="*/ 1685823 w 1932288"/>
                  <a:gd name="csY872" fmla="*/ 2142292 h 2553319"/>
                  <a:gd name="csX873" fmla="*/ 1687779 w 1932288"/>
                  <a:gd name="csY873" fmla="*/ 2159837 h 2553319"/>
                  <a:gd name="csX874" fmla="*/ 1689687 w 1932288"/>
                  <a:gd name="csY874" fmla="*/ 2177068 h 2553319"/>
                  <a:gd name="csX875" fmla="*/ 1691643 w 1932288"/>
                  <a:gd name="csY875" fmla="*/ 2193980 h 2553319"/>
                  <a:gd name="csX876" fmla="*/ 1693552 w 1932288"/>
                  <a:gd name="csY876" fmla="*/ 2210567 h 2553319"/>
                  <a:gd name="csX877" fmla="*/ 1695507 w 1932288"/>
                  <a:gd name="csY877" fmla="*/ 2226821 h 2553319"/>
                  <a:gd name="csX878" fmla="*/ 1697417 w 1932288"/>
                  <a:gd name="csY878" fmla="*/ 2242737 h 2553319"/>
                  <a:gd name="csX879" fmla="*/ 1699372 w 1932288"/>
                  <a:gd name="csY879" fmla="*/ 2258305 h 2553319"/>
                  <a:gd name="csX880" fmla="*/ 1701328 w 1932288"/>
                  <a:gd name="csY880" fmla="*/ 2273525 h 2553319"/>
                  <a:gd name="csX881" fmla="*/ 1703237 w 1932288"/>
                  <a:gd name="csY881" fmla="*/ 2288392 h 2553319"/>
                  <a:gd name="csX882" fmla="*/ 1705192 w 1932288"/>
                  <a:gd name="csY882" fmla="*/ 2302897 h 2553319"/>
                  <a:gd name="csX883" fmla="*/ 1707102 w 1932288"/>
                  <a:gd name="csY883" fmla="*/ 2317040 h 2553319"/>
                  <a:gd name="csX884" fmla="*/ 1709057 w 1932288"/>
                  <a:gd name="csY884" fmla="*/ 2330807 h 2553319"/>
                  <a:gd name="csX885" fmla="*/ 1710966 w 1932288"/>
                  <a:gd name="csY885" fmla="*/ 2344202 h 2553319"/>
                  <a:gd name="csX886" fmla="*/ 1712922 w 1932288"/>
                  <a:gd name="csY886" fmla="*/ 2357216 h 2553319"/>
                  <a:gd name="csX887" fmla="*/ 1714830 w 1932288"/>
                  <a:gd name="csY887" fmla="*/ 2369848 h 2553319"/>
                  <a:gd name="csX888" fmla="*/ 1716786 w 1932288"/>
                  <a:gd name="csY888" fmla="*/ 2382090 h 2553319"/>
                  <a:gd name="csX889" fmla="*/ 1718695 w 1932288"/>
                  <a:gd name="csY889" fmla="*/ 2393936 h 2553319"/>
                  <a:gd name="csX890" fmla="*/ 1720651 w 1932288"/>
                  <a:gd name="csY890" fmla="*/ 2405382 h 2553319"/>
                  <a:gd name="csX891" fmla="*/ 1722606 w 1932288"/>
                  <a:gd name="csY891" fmla="*/ 2416433 h 2553319"/>
                  <a:gd name="csX892" fmla="*/ 1724515 w 1932288"/>
                  <a:gd name="csY892" fmla="*/ 2427073 h 2553319"/>
                  <a:gd name="csX893" fmla="*/ 1726471 w 1932288"/>
                  <a:gd name="csY893" fmla="*/ 2437304 h 2553319"/>
                  <a:gd name="csX894" fmla="*/ 1728380 w 1932288"/>
                  <a:gd name="csY894" fmla="*/ 2447120 h 2553319"/>
                  <a:gd name="csX895" fmla="*/ 1730336 w 1932288"/>
                  <a:gd name="csY895" fmla="*/ 2456522 h 2553319"/>
                  <a:gd name="csX896" fmla="*/ 1732244 w 1932288"/>
                  <a:gd name="csY896" fmla="*/ 2465505 h 2553319"/>
                  <a:gd name="csX897" fmla="*/ 1734200 w 1932288"/>
                  <a:gd name="csY897" fmla="*/ 2474063 h 2553319"/>
                  <a:gd name="csX898" fmla="*/ 1736109 w 1932288"/>
                  <a:gd name="csY898" fmla="*/ 2482197 h 2553319"/>
                  <a:gd name="csX899" fmla="*/ 1738064 w 1932288"/>
                  <a:gd name="csY899" fmla="*/ 2489897 h 2553319"/>
                  <a:gd name="csX900" fmla="*/ 1739974 w 1932288"/>
                  <a:gd name="csY900" fmla="*/ 2497169 h 2553319"/>
                  <a:gd name="csX901" fmla="*/ 1741929 w 1932288"/>
                  <a:gd name="csY901" fmla="*/ 2504007 h 2553319"/>
                  <a:gd name="csX902" fmla="*/ 1743838 w 1932288"/>
                  <a:gd name="csY902" fmla="*/ 2510402 h 2553319"/>
                  <a:gd name="csX903" fmla="*/ 1745794 w 1932288"/>
                  <a:gd name="csY903" fmla="*/ 2516363 h 2553319"/>
                  <a:gd name="csX904" fmla="*/ 1747749 w 1932288"/>
                  <a:gd name="csY904" fmla="*/ 2521881 h 2553319"/>
                  <a:gd name="csX905" fmla="*/ 1749658 w 1932288"/>
                  <a:gd name="csY905" fmla="*/ 2526956 h 2553319"/>
                  <a:gd name="csX906" fmla="*/ 1751614 w 1932288"/>
                  <a:gd name="csY906" fmla="*/ 2531588 h 2553319"/>
                  <a:gd name="csX907" fmla="*/ 1753523 w 1932288"/>
                  <a:gd name="csY907" fmla="*/ 2535772 h 2553319"/>
                  <a:gd name="csX908" fmla="*/ 1755478 w 1932288"/>
                  <a:gd name="csY908" fmla="*/ 2539503 h 2553319"/>
                  <a:gd name="csX909" fmla="*/ 1757387 w 1932288"/>
                  <a:gd name="csY909" fmla="*/ 2542791 h 2553319"/>
                  <a:gd name="csX910" fmla="*/ 1759343 w 1932288"/>
                  <a:gd name="csY910" fmla="*/ 2545622 h 2553319"/>
                  <a:gd name="csX911" fmla="*/ 1761252 w 1932288"/>
                  <a:gd name="csY911" fmla="*/ 2548004 h 2553319"/>
                  <a:gd name="csX912" fmla="*/ 1763208 w 1932288"/>
                  <a:gd name="csY912" fmla="*/ 2549934 h 2553319"/>
                  <a:gd name="csX913" fmla="*/ 1765117 w 1932288"/>
                  <a:gd name="csY913" fmla="*/ 2551411 h 2553319"/>
                  <a:gd name="csX914" fmla="*/ 1767072 w 1932288"/>
                  <a:gd name="csY914" fmla="*/ 2552436 h 2553319"/>
                  <a:gd name="csX915" fmla="*/ 1769028 w 1932288"/>
                  <a:gd name="csY915" fmla="*/ 2553003 h 2553319"/>
                  <a:gd name="csX916" fmla="*/ 1770937 w 1932288"/>
                  <a:gd name="csY916" fmla="*/ 2553117 h 2553319"/>
                  <a:gd name="csX917" fmla="*/ 1772892 w 1932288"/>
                  <a:gd name="csY917" fmla="*/ 2552774 h 2553319"/>
                  <a:gd name="csX918" fmla="*/ 1774801 w 1932288"/>
                  <a:gd name="csY918" fmla="*/ 2551978 h 2553319"/>
                  <a:gd name="csX919" fmla="*/ 1776757 w 1932288"/>
                  <a:gd name="csY919" fmla="*/ 2550730 h 2553319"/>
                  <a:gd name="csX920" fmla="*/ 1778666 w 1932288"/>
                  <a:gd name="csY920" fmla="*/ 2549029 h 2553319"/>
                  <a:gd name="csX921" fmla="*/ 1780621 w 1932288"/>
                  <a:gd name="csY921" fmla="*/ 2546870 h 2553319"/>
                  <a:gd name="csX922" fmla="*/ 1782531 w 1932288"/>
                  <a:gd name="csY922" fmla="*/ 2544264 h 2553319"/>
                  <a:gd name="csX923" fmla="*/ 1784486 w 1932288"/>
                  <a:gd name="csY923" fmla="*/ 2541204 h 2553319"/>
                  <a:gd name="csX924" fmla="*/ 1786395 w 1932288"/>
                  <a:gd name="csY924" fmla="*/ 2537692 h 2553319"/>
                  <a:gd name="csX925" fmla="*/ 1788351 w 1932288"/>
                  <a:gd name="csY925" fmla="*/ 2533732 h 2553319"/>
                  <a:gd name="csX926" fmla="*/ 1790260 w 1932288"/>
                  <a:gd name="csY926" fmla="*/ 2529329 h 2553319"/>
                  <a:gd name="csX927" fmla="*/ 1792215 w 1932288"/>
                  <a:gd name="csY927" fmla="*/ 2524474 h 2553319"/>
                  <a:gd name="csX928" fmla="*/ 1794171 w 1932288"/>
                  <a:gd name="csY928" fmla="*/ 2519180 h 2553319"/>
                  <a:gd name="csX929" fmla="*/ 1796080 w 1932288"/>
                  <a:gd name="csY929" fmla="*/ 2513437 h 2553319"/>
                  <a:gd name="csX930" fmla="*/ 1798035 w 1932288"/>
                  <a:gd name="csY930" fmla="*/ 2507262 h 2553319"/>
                  <a:gd name="csX931" fmla="*/ 1799944 w 1932288"/>
                  <a:gd name="csY931" fmla="*/ 2500643 h 2553319"/>
                  <a:gd name="csX932" fmla="*/ 1801900 w 1932288"/>
                  <a:gd name="csY932" fmla="*/ 2493591 h 2553319"/>
                  <a:gd name="csX933" fmla="*/ 1803809 w 1932288"/>
                  <a:gd name="csY933" fmla="*/ 2486100 h 2553319"/>
                  <a:gd name="csX934" fmla="*/ 1805764 w 1932288"/>
                  <a:gd name="csY934" fmla="*/ 2478185 h 2553319"/>
                  <a:gd name="csX935" fmla="*/ 1807674 w 1932288"/>
                  <a:gd name="csY935" fmla="*/ 2469836 h 2553319"/>
                  <a:gd name="csX936" fmla="*/ 1809629 w 1932288"/>
                  <a:gd name="csY936" fmla="*/ 2461068 h 2553319"/>
                  <a:gd name="csX937" fmla="*/ 1811538 w 1932288"/>
                  <a:gd name="csY937" fmla="*/ 2451876 h 2553319"/>
                  <a:gd name="csX938" fmla="*/ 1813494 w 1932288"/>
                  <a:gd name="csY938" fmla="*/ 2442265 h 2553319"/>
                  <a:gd name="csX939" fmla="*/ 1815449 w 1932288"/>
                  <a:gd name="csY939" fmla="*/ 2432239 h 2553319"/>
                  <a:gd name="csX940" fmla="*/ 1817358 w 1932288"/>
                  <a:gd name="csY940" fmla="*/ 2421803 h 2553319"/>
                  <a:gd name="csX941" fmla="*/ 1819314 w 1932288"/>
                  <a:gd name="csY941" fmla="*/ 2410957 h 2553319"/>
                  <a:gd name="csX942" fmla="*/ 1821223 w 1932288"/>
                  <a:gd name="csY942" fmla="*/ 2399712 h 2553319"/>
                  <a:gd name="csX943" fmla="*/ 1823178 w 1932288"/>
                  <a:gd name="csY943" fmla="*/ 2388061 h 2553319"/>
                  <a:gd name="csX944" fmla="*/ 1825087 w 1932288"/>
                  <a:gd name="csY944" fmla="*/ 2376019 h 2553319"/>
                  <a:gd name="csX945" fmla="*/ 1827043 w 1932288"/>
                  <a:gd name="csY945" fmla="*/ 2363582 h 2553319"/>
                  <a:gd name="csX946" fmla="*/ 1828952 w 1932288"/>
                  <a:gd name="csY946" fmla="*/ 2350759 h 2553319"/>
                  <a:gd name="csX947" fmla="*/ 1830908 w 1932288"/>
                  <a:gd name="csY947" fmla="*/ 2337555 h 2553319"/>
                  <a:gd name="csX948" fmla="*/ 1832817 w 1932288"/>
                  <a:gd name="csY948" fmla="*/ 2323969 h 2553319"/>
                  <a:gd name="csX949" fmla="*/ 1834772 w 1932288"/>
                  <a:gd name="csY949" fmla="*/ 2310017 h 2553319"/>
                  <a:gd name="csX950" fmla="*/ 1836681 w 1932288"/>
                  <a:gd name="csY950" fmla="*/ 2295693 h 2553319"/>
                  <a:gd name="csX951" fmla="*/ 1838637 w 1932288"/>
                  <a:gd name="csY951" fmla="*/ 2281006 h 2553319"/>
                  <a:gd name="csX952" fmla="*/ 1840592 w 1932288"/>
                  <a:gd name="csY952" fmla="*/ 2265963 h 2553319"/>
                  <a:gd name="csX953" fmla="*/ 1842501 w 1932288"/>
                  <a:gd name="csY953" fmla="*/ 2250561 h 2553319"/>
                  <a:gd name="csX954" fmla="*/ 1844457 w 1932288"/>
                  <a:gd name="csY954" fmla="*/ 2234822 h 2553319"/>
                  <a:gd name="csX955" fmla="*/ 1846366 w 1932288"/>
                  <a:gd name="csY955" fmla="*/ 2218735 h 2553319"/>
                  <a:gd name="csX956" fmla="*/ 1848321 w 1932288"/>
                  <a:gd name="csY956" fmla="*/ 2202314 h 2553319"/>
                  <a:gd name="csX957" fmla="*/ 1850231 w 1932288"/>
                  <a:gd name="csY957" fmla="*/ 2185564 h 2553319"/>
                  <a:gd name="csX958" fmla="*/ 1852186 w 1932288"/>
                  <a:gd name="csY958" fmla="*/ 2168491 h 2553319"/>
                  <a:gd name="csX959" fmla="*/ 1854095 w 1932288"/>
                  <a:gd name="csY959" fmla="*/ 2151102 h 2553319"/>
                  <a:gd name="csX960" fmla="*/ 1856051 w 1932288"/>
                  <a:gd name="csY960" fmla="*/ 2133400 h 2553319"/>
                  <a:gd name="csX961" fmla="*/ 1857959 w 1932288"/>
                  <a:gd name="csY961" fmla="*/ 2115392 h 2553319"/>
                  <a:gd name="csX962" fmla="*/ 1859915 w 1932288"/>
                  <a:gd name="csY962" fmla="*/ 2097089 h 2553319"/>
                  <a:gd name="csX963" fmla="*/ 1861871 w 1932288"/>
                  <a:gd name="csY963" fmla="*/ 2078490 h 2553319"/>
                  <a:gd name="csX964" fmla="*/ 1863780 w 1932288"/>
                  <a:gd name="csY964" fmla="*/ 2059606 h 2553319"/>
                  <a:gd name="csX965" fmla="*/ 1865735 w 1932288"/>
                  <a:gd name="csY965" fmla="*/ 2040440 h 2553319"/>
                  <a:gd name="csX966" fmla="*/ 1867644 w 1932288"/>
                  <a:gd name="csY966" fmla="*/ 2021008 h 2553319"/>
                  <a:gd name="csX967" fmla="*/ 1869600 w 1932288"/>
                  <a:gd name="csY967" fmla="*/ 2001309 h 2553319"/>
                  <a:gd name="csX968" fmla="*/ 1871509 w 1932288"/>
                  <a:gd name="csY968" fmla="*/ 1981352 h 2553319"/>
                  <a:gd name="csX969" fmla="*/ 1873465 w 1932288"/>
                  <a:gd name="csY969" fmla="*/ 1961143 h 2553319"/>
                  <a:gd name="csX970" fmla="*/ 1875373 w 1932288"/>
                  <a:gd name="csY970" fmla="*/ 1940691 h 2553319"/>
                  <a:gd name="csX971" fmla="*/ 1877329 w 1932288"/>
                  <a:gd name="csY971" fmla="*/ 1920001 h 2553319"/>
                  <a:gd name="csX972" fmla="*/ 1879238 w 1932288"/>
                  <a:gd name="csY972" fmla="*/ 1899086 h 2553319"/>
                  <a:gd name="csX973" fmla="*/ 1881193 w 1932288"/>
                  <a:gd name="csY973" fmla="*/ 1877943 h 2553319"/>
                  <a:gd name="csX974" fmla="*/ 1883103 w 1932288"/>
                  <a:gd name="csY974" fmla="*/ 1856590 h 2553319"/>
                  <a:gd name="csX975" fmla="*/ 1885058 w 1932288"/>
                  <a:gd name="csY975" fmla="*/ 1835032 h 2553319"/>
                  <a:gd name="csX976" fmla="*/ 1887014 w 1932288"/>
                  <a:gd name="csY976" fmla="*/ 1813270 h 2553319"/>
                  <a:gd name="csX977" fmla="*/ 1888923 w 1932288"/>
                  <a:gd name="csY977" fmla="*/ 1791321 h 2553319"/>
                  <a:gd name="csX978" fmla="*/ 1890878 w 1932288"/>
                  <a:gd name="csY978" fmla="*/ 1769187 h 2553319"/>
                  <a:gd name="csX979" fmla="*/ 1892787 w 1932288"/>
                  <a:gd name="csY979" fmla="*/ 1746881 h 2553319"/>
                  <a:gd name="csX980" fmla="*/ 1894743 w 1932288"/>
                  <a:gd name="csY980" fmla="*/ 1724404 h 2553319"/>
                  <a:gd name="csX981" fmla="*/ 1896652 w 1932288"/>
                  <a:gd name="csY981" fmla="*/ 1701769 h 2553319"/>
                  <a:gd name="csX982" fmla="*/ 1898607 w 1932288"/>
                  <a:gd name="csY982" fmla="*/ 1678982 h 2553319"/>
                  <a:gd name="csX983" fmla="*/ 1900516 w 1932288"/>
                  <a:gd name="csY983" fmla="*/ 1656052 h 2553319"/>
                  <a:gd name="csX984" fmla="*/ 1902472 w 1932288"/>
                  <a:gd name="csY984" fmla="*/ 1632984 h 2553319"/>
                  <a:gd name="csX985" fmla="*/ 1904381 w 1932288"/>
                  <a:gd name="csY985" fmla="*/ 1609792 h 2553319"/>
                  <a:gd name="csX986" fmla="*/ 1906336 w 1932288"/>
                  <a:gd name="csY986" fmla="*/ 1586480 h 2553319"/>
                  <a:gd name="csX987" fmla="*/ 1908292 w 1932288"/>
                  <a:gd name="csY987" fmla="*/ 1563059 h 2553319"/>
                  <a:gd name="csX988" fmla="*/ 1910201 w 1932288"/>
                  <a:gd name="csY988" fmla="*/ 1539534 h 2553319"/>
                  <a:gd name="csX989" fmla="*/ 1912157 w 1932288"/>
                  <a:gd name="csY989" fmla="*/ 1515918 h 2553319"/>
                  <a:gd name="csX990" fmla="*/ 1914066 w 1932288"/>
                  <a:gd name="csY990" fmla="*/ 1492216 h 2553319"/>
                  <a:gd name="csX991" fmla="*/ 1916022 w 1932288"/>
                  <a:gd name="csY991" fmla="*/ 1468437 h 2553319"/>
                  <a:gd name="csX992" fmla="*/ 1917930 w 1932288"/>
                  <a:gd name="csY992" fmla="*/ 1444587 h 2553319"/>
                  <a:gd name="csX993" fmla="*/ 1919886 w 1932288"/>
                  <a:gd name="csY993" fmla="*/ 1420681 h 2553319"/>
                  <a:gd name="csX994" fmla="*/ 1921795 w 1932288"/>
                  <a:gd name="csY994" fmla="*/ 1396721 h 2553319"/>
                  <a:gd name="csX995" fmla="*/ 1923750 w 1932288"/>
                  <a:gd name="csY995" fmla="*/ 1372719 h 2553319"/>
                  <a:gd name="csX996" fmla="*/ 1925659 w 1932288"/>
                  <a:gd name="csY996" fmla="*/ 1348683 h 2553319"/>
                  <a:gd name="csX997" fmla="*/ 1927615 w 1932288"/>
                  <a:gd name="csY997" fmla="*/ 1324624 h 2553319"/>
                  <a:gd name="csX998" fmla="*/ 1929524 w 1932288"/>
                  <a:gd name="csY998" fmla="*/ 1300545 h 2553319"/>
                  <a:gd name="csX999" fmla="*/ 1931480 w 1932288"/>
                  <a:gd name="csY999" fmla="*/ 1276457 h 255331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  <a:cxn ang="0">
                    <a:pos x="csX572" y="csY572"/>
                  </a:cxn>
                  <a:cxn ang="0">
                    <a:pos x="csX573" y="csY573"/>
                  </a:cxn>
                  <a:cxn ang="0">
                    <a:pos x="csX574" y="csY574"/>
                  </a:cxn>
                  <a:cxn ang="0">
                    <a:pos x="csX575" y="csY575"/>
                  </a:cxn>
                  <a:cxn ang="0">
                    <a:pos x="csX576" y="csY576"/>
                  </a:cxn>
                  <a:cxn ang="0">
                    <a:pos x="csX577" y="csY577"/>
                  </a:cxn>
                  <a:cxn ang="0">
                    <a:pos x="csX578" y="csY578"/>
                  </a:cxn>
                  <a:cxn ang="0">
                    <a:pos x="csX579" y="csY579"/>
                  </a:cxn>
                  <a:cxn ang="0">
                    <a:pos x="csX580" y="csY580"/>
                  </a:cxn>
                  <a:cxn ang="0">
                    <a:pos x="csX581" y="csY581"/>
                  </a:cxn>
                  <a:cxn ang="0">
                    <a:pos x="csX582" y="csY582"/>
                  </a:cxn>
                  <a:cxn ang="0">
                    <a:pos x="csX583" y="csY583"/>
                  </a:cxn>
                  <a:cxn ang="0">
                    <a:pos x="csX584" y="csY584"/>
                  </a:cxn>
                  <a:cxn ang="0">
                    <a:pos x="csX585" y="csY585"/>
                  </a:cxn>
                  <a:cxn ang="0">
                    <a:pos x="csX586" y="csY586"/>
                  </a:cxn>
                  <a:cxn ang="0">
                    <a:pos x="csX587" y="csY587"/>
                  </a:cxn>
                  <a:cxn ang="0">
                    <a:pos x="csX588" y="csY588"/>
                  </a:cxn>
                  <a:cxn ang="0">
                    <a:pos x="csX589" y="csY589"/>
                  </a:cxn>
                  <a:cxn ang="0">
                    <a:pos x="csX590" y="csY590"/>
                  </a:cxn>
                  <a:cxn ang="0">
                    <a:pos x="csX591" y="csY591"/>
                  </a:cxn>
                  <a:cxn ang="0">
                    <a:pos x="csX592" y="csY592"/>
                  </a:cxn>
                  <a:cxn ang="0">
                    <a:pos x="csX593" y="csY593"/>
                  </a:cxn>
                  <a:cxn ang="0">
                    <a:pos x="csX594" y="csY594"/>
                  </a:cxn>
                  <a:cxn ang="0">
                    <a:pos x="csX595" y="csY595"/>
                  </a:cxn>
                  <a:cxn ang="0">
                    <a:pos x="csX596" y="csY596"/>
                  </a:cxn>
                  <a:cxn ang="0">
                    <a:pos x="csX597" y="csY597"/>
                  </a:cxn>
                  <a:cxn ang="0">
                    <a:pos x="csX598" y="csY598"/>
                  </a:cxn>
                  <a:cxn ang="0">
                    <a:pos x="csX599" y="csY599"/>
                  </a:cxn>
                  <a:cxn ang="0">
                    <a:pos x="csX600" y="csY600"/>
                  </a:cxn>
                  <a:cxn ang="0">
                    <a:pos x="csX601" y="csY601"/>
                  </a:cxn>
                  <a:cxn ang="0">
                    <a:pos x="csX602" y="csY602"/>
                  </a:cxn>
                  <a:cxn ang="0">
                    <a:pos x="csX603" y="csY603"/>
                  </a:cxn>
                  <a:cxn ang="0">
                    <a:pos x="csX604" y="csY604"/>
                  </a:cxn>
                  <a:cxn ang="0">
                    <a:pos x="csX605" y="csY605"/>
                  </a:cxn>
                  <a:cxn ang="0">
                    <a:pos x="csX606" y="csY606"/>
                  </a:cxn>
                  <a:cxn ang="0">
                    <a:pos x="csX607" y="csY607"/>
                  </a:cxn>
                  <a:cxn ang="0">
                    <a:pos x="csX608" y="csY608"/>
                  </a:cxn>
                  <a:cxn ang="0">
                    <a:pos x="csX609" y="csY609"/>
                  </a:cxn>
                  <a:cxn ang="0">
                    <a:pos x="csX610" y="csY610"/>
                  </a:cxn>
                  <a:cxn ang="0">
                    <a:pos x="csX611" y="csY611"/>
                  </a:cxn>
                  <a:cxn ang="0">
                    <a:pos x="csX612" y="csY612"/>
                  </a:cxn>
                  <a:cxn ang="0">
                    <a:pos x="csX613" y="csY613"/>
                  </a:cxn>
                  <a:cxn ang="0">
                    <a:pos x="csX614" y="csY614"/>
                  </a:cxn>
                  <a:cxn ang="0">
                    <a:pos x="csX615" y="csY615"/>
                  </a:cxn>
                  <a:cxn ang="0">
                    <a:pos x="csX616" y="csY616"/>
                  </a:cxn>
                  <a:cxn ang="0">
                    <a:pos x="csX617" y="csY617"/>
                  </a:cxn>
                  <a:cxn ang="0">
                    <a:pos x="csX618" y="csY618"/>
                  </a:cxn>
                  <a:cxn ang="0">
                    <a:pos x="csX619" y="csY619"/>
                  </a:cxn>
                  <a:cxn ang="0">
                    <a:pos x="csX620" y="csY620"/>
                  </a:cxn>
                  <a:cxn ang="0">
                    <a:pos x="csX621" y="csY621"/>
                  </a:cxn>
                  <a:cxn ang="0">
                    <a:pos x="csX622" y="csY622"/>
                  </a:cxn>
                  <a:cxn ang="0">
                    <a:pos x="csX623" y="csY623"/>
                  </a:cxn>
                  <a:cxn ang="0">
                    <a:pos x="csX624" y="csY624"/>
                  </a:cxn>
                  <a:cxn ang="0">
                    <a:pos x="csX625" y="csY625"/>
                  </a:cxn>
                  <a:cxn ang="0">
                    <a:pos x="csX626" y="csY626"/>
                  </a:cxn>
                  <a:cxn ang="0">
                    <a:pos x="csX627" y="csY627"/>
                  </a:cxn>
                  <a:cxn ang="0">
                    <a:pos x="csX628" y="csY628"/>
                  </a:cxn>
                  <a:cxn ang="0">
                    <a:pos x="csX629" y="csY629"/>
                  </a:cxn>
                  <a:cxn ang="0">
                    <a:pos x="csX630" y="csY630"/>
                  </a:cxn>
                  <a:cxn ang="0">
                    <a:pos x="csX631" y="csY631"/>
                  </a:cxn>
                  <a:cxn ang="0">
                    <a:pos x="csX632" y="csY632"/>
                  </a:cxn>
                  <a:cxn ang="0">
                    <a:pos x="csX633" y="csY633"/>
                  </a:cxn>
                  <a:cxn ang="0">
                    <a:pos x="csX634" y="csY634"/>
                  </a:cxn>
                  <a:cxn ang="0">
                    <a:pos x="csX635" y="csY635"/>
                  </a:cxn>
                  <a:cxn ang="0">
                    <a:pos x="csX636" y="csY636"/>
                  </a:cxn>
                  <a:cxn ang="0">
                    <a:pos x="csX637" y="csY637"/>
                  </a:cxn>
                  <a:cxn ang="0">
                    <a:pos x="csX638" y="csY638"/>
                  </a:cxn>
                  <a:cxn ang="0">
                    <a:pos x="csX639" y="csY639"/>
                  </a:cxn>
                  <a:cxn ang="0">
                    <a:pos x="csX640" y="csY640"/>
                  </a:cxn>
                  <a:cxn ang="0">
                    <a:pos x="csX641" y="csY641"/>
                  </a:cxn>
                  <a:cxn ang="0">
                    <a:pos x="csX642" y="csY642"/>
                  </a:cxn>
                  <a:cxn ang="0">
                    <a:pos x="csX643" y="csY643"/>
                  </a:cxn>
                  <a:cxn ang="0">
                    <a:pos x="csX644" y="csY644"/>
                  </a:cxn>
                  <a:cxn ang="0">
                    <a:pos x="csX645" y="csY645"/>
                  </a:cxn>
                  <a:cxn ang="0">
                    <a:pos x="csX646" y="csY646"/>
                  </a:cxn>
                  <a:cxn ang="0">
                    <a:pos x="csX647" y="csY647"/>
                  </a:cxn>
                  <a:cxn ang="0">
                    <a:pos x="csX648" y="csY648"/>
                  </a:cxn>
                  <a:cxn ang="0">
                    <a:pos x="csX649" y="csY649"/>
                  </a:cxn>
                  <a:cxn ang="0">
                    <a:pos x="csX650" y="csY650"/>
                  </a:cxn>
                  <a:cxn ang="0">
                    <a:pos x="csX651" y="csY651"/>
                  </a:cxn>
                  <a:cxn ang="0">
                    <a:pos x="csX652" y="csY652"/>
                  </a:cxn>
                  <a:cxn ang="0">
                    <a:pos x="csX653" y="csY653"/>
                  </a:cxn>
                  <a:cxn ang="0">
                    <a:pos x="csX654" y="csY654"/>
                  </a:cxn>
                  <a:cxn ang="0">
                    <a:pos x="csX655" y="csY655"/>
                  </a:cxn>
                  <a:cxn ang="0">
                    <a:pos x="csX656" y="csY656"/>
                  </a:cxn>
                  <a:cxn ang="0">
                    <a:pos x="csX657" y="csY657"/>
                  </a:cxn>
                  <a:cxn ang="0">
                    <a:pos x="csX658" y="csY658"/>
                  </a:cxn>
                  <a:cxn ang="0">
                    <a:pos x="csX659" y="csY659"/>
                  </a:cxn>
                  <a:cxn ang="0">
                    <a:pos x="csX660" y="csY660"/>
                  </a:cxn>
                  <a:cxn ang="0">
                    <a:pos x="csX661" y="csY661"/>
                  </a:cxn>
                  <a:cxn ang="0">
                    <a:pos x="csX662" y="csY662"/>
                  </a:cxn>
                  <a:cxn ang="0">
                    <a:pos x="csX663" y="csY663"/>
                  </a:cxn>
                  <a:cxn ang="0">
                    <a:pos x="csX664" y="csY664"/>
                  </a:cxn>
                  <a:cxn ang="0">
                    <a:pos x="csX665" y="csY665"/>
                  </a:cxn>
                  <a:cxn ang="0">
                    <a:pos x="csX666" y="csY666"/>
                  </a:cxn>
                  <a:cxn ang="0">
                    <a:pos x="csX667" y="csY667"/>
                  </a:cxn>
                  <a:cxn ang="0">
                    <a:pos x="csX668" y="csY668"/>
                  </a:cxn>
                  <a:cxn ang="0">
                    <a:pos x="csX669" y="csY669"/>
                  </a:cxn>
                  <a:cxn ang="0">
                    <a:pos x="csX670" y="csY670"/>
                  </a:cxn>
                  <a:cxn ang="0">
                    <a:pos x="csX671" y="csY671"/>
                  </a:cxn>
                  <a:cxn ang="0">
                    <a:pos x="csX672" y="csY672"/>
                  </a:cxn>
                  <a:cxn ang="0">
                    <a:pos x="csX673" y="csY673"/>
                  </a:cxn>
                  <a:cxn ang="0">
                    <a:pos x="csX674" y="csY674"/>
                  </a:cxn>
                  <a:cxn ang="0">
                    <a:pos x="csX675" y="csY675"/>
                  </a:cxn>
                  <a:cxn ang="0">
                    <a:pos x="csX676" y="csY676"/>
                  </a:cxn>
                  <a:cxn ang="0">
                    <a:pos x="csX677" y="csY677"/>
                  </a:cxn>
                  <a:cxn ang="0">
                    <a:pos x="csX678" y="csY678"/>
                  </a:cxn>
                  <a:cxn ang="0">
                    <a:pos x="csX679" y="csY679"/>
                  </a:cxn>
                  <a:cxn ang="0">
                    <a:pos x="csX680" y="csY680"/>
                  </a:cxn>
                  <a:cxn ang="0">
                    <a:pos x="csX681" y="csY681"/>
                  </a:cxn>
                  <a:cxn ang="0">
                    <a:pos x="csX682" y="csY682"/>
                  </a:cxn>
                  <a:cxn ang="0">
                    <a:pos x="csX683" y="csY683"/>
                  </a:cxn>
                  <a:cxn ang="0">
                    <a:pos x="csX684" y="csY684"/>
                  </a:cxn>
                  <a:cxn ang="0">
                    <a:pos x="csX685" y="csY685"/>
                  </a:cxn>
                  <a:cxn ang="0">
                    <a:pos x="csX686" y="csY686"/>
                  </a:cxn>
                  <a:cxn ang="0">
                    <a:pos x="csX687" y="csY687"/>
                  </a:cxn>
                  <a:cxn ang="0">
                    <a:pos x="csX688" y="csY688"/>
                  </a:cxn>
                  <a:cxn ang="0">
                    <a:pos x="csX689" y="csY689"/>
                  </a:cxn>
                  <a:cxn ang="0">
                    <a:pos x="csX690" y="csY690"/>
                  </a:cxn>
                  <a:cxn ang="0">
                    <a:pos x="csX691" y="csY691"/>
                  </a:cxn>
                  <a:cxn ang="0">
                    <a:pos x="csX692" y="csY692"/>
                  </a:cxn>
                  <a:cxn ang="0">
                    <a:pos x="csX693" y="csY693"/>
                  </a:cxn>
                  <a:cxn ang="0">
                    <a:pos x="csX694" y="csY694"/>
                  </a:cxn>
                  <a:cxn ang="0">
                    <a:pos x="csX695" y="csY695"/>
                  </a:cxn>
                  <a:cxn ang="0">
                    <a:pos x="csX696" y="csY696"/>
                  </a:cxn>
                  <a:cxn ang="0">
                    <a:pos x="csX697" y="csY697"/>
                  </a:cxn>
                  <a:cxn ang="0">
                    <a:pos x="csX698" y="csY698"/>
                  </a:cxn>
                  <a:cxn ang="0">
                    <a:pos x="csX699" y="csY699"/>
                  </a:cxn>
                  <a:cxn ang="0">
                    <a:pos x="csX700" y="csY700"/>
                  </a:cxn>
                  <a:cxn ang="0">
                    <a:pos x="csX701" y="csY701"/>
                  </a:cxn>
                  <a:cxn ang="0">
                    <a:pos x="csX702" y="csY702"/>
                  </a:cxn>
                  <a:cxn ang="0">
                    <a:pos x="csX703" y="csY703"/>
                  </a:cxn>
                  <a:cxn ang="0">
                    <a:pos x="csX704" y="csY704"/>
                  </a:cxn>
                  <a:cxn ang="0">
                    <a:pos x="csX705" y="csY705"/>
                  </a:cxn>
                  <a:cxn ang="0">
                    <a:pos x="csX706" y="csY706"/>
                  </a:cxn>
                  <a:cxn ang="0">
                    <a:pos x="csX707" y="csY707"/>
                  </a:cxn>
                  <a:cxn ang="0">
                    <a:pos x="csX708" y="csY708"/>
                  </a:cxn>
                  <a:cxn ang="0">
                    <a:pos x="csX709" y="csY709"/>
                  </a:cxn>
                  <a:cxn ang="0">
                    <a:pos x="csX710" y="csY710"/>
                  </a:cxn>
                  <a:cxn ang="0">
                    <a:pos x="csX711" y="csY711"/>
                  </a:cxn>
                  <a:cxn ang="0">
                    <a:pos x="csX712" y="csY712"/>
                  </a:cxn>
                  <a:cxn ang="0">
                    <a:pos x="csX713" y="csY713"/>
                  </a:cxn>
                  <a:cxn ang="0">
                    <a:pos x="csX714" y="csY714"/>
                  </a:cxn>
                  <a:cxn ang="0">
                    <a:pos x="csX715" y="csY715"/>
                  </a:cxn>
                  <a:cxn ang="0">
                    <a:pos x="csX716" y="csY716"/>
                  </a:cxn>
                  <a:cxn ang="0">
                    <a:pos x="csX717" y="csY717"/>
                  </a:cxn>
                  <a:cxn ang="0">
                    <a:pos x="csX718" y="csY718"/>
                  </a:cxn>
                  <a:cxn ang="0">
                    <a:pos x="csX719" y="csY719"/>
                  </a:cxn>
                  <a:cxn ang="0">
                    <a:pos x="csX720" y="csY720"/>
                  </a:cxn>
                  <a:cxn ang="0">
                    <a:pos x="csX721" y="csY721"/>
                  </a:cxn>
                  <a:cxn ang="0">
                    <a:pos x="csX722" y="csY722"/>
                  </a:cxn>
                  <a:cxn ang="0">
                    <a:pos x="csX723" y="csY723"/>
                  </a:cxn>
                  <a:cxn ang="0">
                    <a:pos x="csX724" y="csY724"/>
                  </a:cxn>
                  <a:cxn ang="0">
                    <a:pos x="csX725" y="csY725"/>
                  </a:cxn>
                  <a:cxn ang="0">
                    <a:pos x="csX726" y="csY726"/>
                  </a:cxn>
                  <a:cxn ang="0">
                    <a:pos x="csX727" y="csY727"/>
                  </a:cxn>
                  <a:cxn ang="0">
                    <a:pos x="csX728" y="csY728"/>
                  </a:cxn>
                  <a:cxn ang="0">
                    <a:pos x="csX729" y="csY729"/>
                  </a:cxn>
                  <a:cxn ang="0">
                    <a:pos x="csX730" y="csY730"/>
                  </a:cxn>
                  <a:cxn ang="0">
                    <a:pos x="csX731" y="csY731"/>
                  </a:cxn>
                  <a:cxn ang="0">
                    <a:pos x="csX732" y="csY732"/>
                  </a:cxn>
                  <a:cxn ang="0">
                    <a:pos x="csX733" y="csY733"/>
                  </a:cxn>
                  <a:cxn ang="0">
                    <a:pos x="csX734" y="csY734"/>
                  </a:cxn>
                  <a:cxn ang="0">
                    <a:pos x="csX735" y="csY735"/>
                  </a:cxn>
                  <a:cxn ang="0">
                    <a:pos x="csX736" y="csY736"/>
                  </a:cxn>
                  <a:cxn ang="0">
                    <a:pos x="csX737" y="csY737"/>
                  </a:cxn>
                  <a:cxn ang="0">
                    <a:pos x="csX738" y="csY738"/>
                  </a:cxn>
                  <a:cxn ang="0">
                    <a:pos x="csX739" y="csY739"/>
                  </a:cxn>
                  <a:cxn ang="0">
                    <a:pos x="csX740" y="csY740"/>
                  </a:cxn>
                  <a:cxn ang="0">
                    <a:pos x="csX741" y="csY741"/>
                  </a:cxn>
                  <a:cxn ang="0">
                    <a:pos x="csX742" y="csY742"/>
                  </a:cxn>
                  <a:cxn ang="0">
                    <a:pos x="csX743" y="csY743"/>
                  </a:cxn>
                  <a:cxn ang="0">
                    <a:pos x="csX744" y="csY744"/>
                  </a:cxn>
                  <a:cxn ang="0">
                    <a:pos x="csX745" y="csY745"/>
                  </a:cxn>
                  <a:cxn ang="0">
                    <a:pos x="csX746" y="csY746"/>
                  </a:cxn>
                  <a:cxn ang="0">
                    <a:pos x="csX747" y="csY747"/>
                  </a:cxn>
                  <a:cxn ang="0">
                    <a:pos x="csX748" y="csY748"/>
                  </a:cxn>
                  <a:cxn ang="0">
                    <a:pos x="csX749" y="csY749"/>
                  </a:cxn>
                  <a:cxn ang="0">
                    <a:pos x="csX750" y="csY750"/>
                  </a:cxn>
                  <a:cxn ang="0">
                    <a:pos x="csX751" y="csY751"/>
                  </a:cxn>
                  <a:cxn ang="0">
                    <a:pos x="csX752" y="csY752"/>
                  </a:cxn>
                  <a:cxn ang="0">
                    <a:pos x="csX753" y="csY753"/>
                  </a:cxn>
                  <a:cxn ang="0">
                    <a:pos x="csX754" y="csY754"/>
                  </a:cxn>
                  <a:cxn ang="0">
                    <a:pos x="csX755" y="csY755"/>
                  </a:cxn>
                  <a:cxn ang="0">
                    <a:pos x="csX756" y="csY756"/>
                  </a:cxn>
                  <a:cxn ang="0">
                    <a:pos x="csX757" y="csY757"/>
                  </a:cxn>
                  <a:cxn ang="0">
                    <a:pos x="csX758" y="csY758"/>
                  </a:cxn>
                  <a:cxn ang="0">
                    <a:pos x="csX759" y="csY759"/>
                  </a:cxn>
                  <a:cxn ang="0">
                    <a:pos x="csX760" y="csY760"/>
                  </a:cxn>
                  <a:cxn ang="0">
                    <a:pos x="csX761" y="csY761"/>
                  </a:cxn>
                  <a:cxn ang="0">
                    <a:pos x="csX762" y="csY762"/>
                  </a:cxn>
                  <a:cxn ang="0">
                    <a:pos x="csX763" y="csY763"/>
                  </a:cxn>
                  <a:cxn ang="0">
                    <a:pos x="csX764" y="csY764"/>
                  </a:cxn>
                  <a:cxn ang="0">
                    <a:pos x="csX765" y="csY765"/>
                  </a:cxn>
                  <a:cxn ang="0">
                    <a:pos x="csX766" y="csY766"/>
                  </a:cxn>
                  <a:cxn ang="0">
                    <a:pos x="csX767" y="csY767"/>
                  </a:cxn>
                  <a:cxn ang="0">
                    <a:pos x="csX768" y="csY768"/>
                  </a:cxn>
                  <a:cxn ang="0">
                    <a:pos x="csX769" y="csY769"/>
                  </a:cxn>
                  <a:cxn ang="0">
                    <a:pos x="csX770" y="csY770"/>
                  </a:cxn>
                  <a:cxn ang="0">
                    <a:pos x="csX771" y="csY771"/>
                  </a:cxn>
                  <a:cxn ang="0">
                    <a:pos x="csX772" y="csY772"/>
                  </a:cxn>
                  <a:cxn ang="0">
                    <a:pos x="csX773" y="csY773"/>
                  </a:cxn>
                  <a:cxn ang="0">
                    <a:pos x="csX774" y="csY774"/>
                  </a:cxn>
                  <a:cxn ang="0">
                    <a:pos x="csX775" y="csY775"/>
                  </a:cxn>
                  <a:cxn ang="0">
                    <a:pos x="csX776" y="csY776"/>
                  </a:cxn>
                  <a:cxn ang="0">
                    <a:pos x="csX777" y="csY777"/>
                  </a:cxn>
                  <a:cxn ang="0">
                    <a:pos x="csX778" y="csY778"/>
                  </a:cxn>
                  <a:cxn ang="0">
                    <a:pos x="csX779" y="csY779"/>
                  </a:cxn>
                  <a:cxn ang="0">
                    <a:pos x="csX780" y="csY780"/>
                  </a:cxn>
                  <a:cxn ang="0">
                    <a:pos x="csX781" y="csY781"/>
                  </a:cxn>
                  <a:cxn ang="0">
                    <a:pos x="csX782" y="csY782"/>
                  </a:cxn>
                  <a:cxn ang="0">
                    <a:pos x="csX783" y="csY783"/>
                  </a:cxn>
                  <a:cxn ang="0">
                    <a:pos x="csX784" y="csY784"/>
                  </a:cxn>
                  <a:cxn ang="0">
                    <a:pos x="csX785" y="csY785"/>
                  </a:cxn>
                  <a:cxn ang="0">
                    <a:pos x="csX786" y="csY786"/>
                  </a:cxn>
                  <a:cxn ang="0">
                    <a:pos x="csX787" y="csY787"/>
                  </a:cxn>
                  <a:cxn ang="0">
                    <a:pos x="csX788" y="csY788"/>
                  </a:cxn>
                  <a:cxn ang="0">
                    <a:pos x="csX789" y="csY789"/>
                  </a:cxn>
                  <a:cxn ang="0">
                    <a:pos x="csX790" y="csY790"/>
                  </a:cxn>
                  <a:cxn ang="0">
                    <a:pos x="csX791" y="csY791"/>
                  </a:cxn>
                  <a:cxn ang="0">
                    <a:pos x="csX792" y="csY792"/>
                  </a:cxn>
                  <a:cxn ang="0">
                    <a:pos x="csX793" y="csY793"/>
                  </a:cxn>
                  <a:cxn ang="0">
                    <a:pos x="csX794" y="csY794"/>
                  </a:cxn>
                  <a:cxn ang="0">
                    <a:pos x="csX795" y="csY795"/>
                  </a:cxn>
                  <a:cxn ang="0">
                    <a:pos x="csX796" y="csY796"/>
                  </a:cxn>
                  <a:cxn ang="0">
                    <a:pos x="csX797" y="csY797"/>
                  </a:cxn>
                  <a:cxn ang="0">
                    <a:pos x="csX798" y="csY798"/>
                  </a:cxn>
                  <a:cxn ang="0">
                    <a:pos x="csX799" y="csY799"/>
                  </a:cxn>
                  <a:cxn ang="0">
                    <a:pos x="csX800" y="csY800"/>
                  </a:cxn>
                  <a:cxn ang="0">
                    <a:pos x="csX801" y="csY801"/>
                  </a:cxn>
                  <a:cxn ang="0">
                    <a:pos x="csX802" y="csY802"/>
                  </a:cxn>
                  <a:cxn ang="0">
                    <a:pos x="csX803" y="csY803"/>
                  </a:cxn>
                  <a:cxn ang="0">
                    <a:pos x="csX804" y="csY804"/>
                  </a:cxn>
                  <a:cxn ang="0">
                    <a:pos x="csX805" y="csY805"/>
                  </a:cxn>
                  <a:cxn ang="0">
                    <a:pos x="csX806" y="csY806"/>
                  </a:cxn>
                  <a:cxn ang="0">
                    <a:pos x="csX807" y="csY807"/>
                  </a:cxn>
                  <a:cxn ang="0">
                    <a:pos x="csX808" y="csY808"/>
                  </a:cxn>
                  <a:cxn ang="0">
                    <a:pos x="csX809" y="csY809"/>
                  </a:cxn>
                  <a:cxn ang="0">
                    <a:pos x="csX810" y="csY810"/>
                  </a:cxn>
                  <a:cxn ang="0">
                    <a:pos x="csX811" y="csY811"/>
                  </a:cxn>
                  <a:cxn ang="0">
                    <a:pos x="csX812" y="csY812"/>
                  </a:cxn>
                  <a:cxn ang="0">
                    <a:pos x="csX813" y="csY813"/>
                  </a:cxn>
                  <a:cxn ang="0">
                    <a:pos x="csX814" y="csY814"/>
                  </a:cxn>
                  <a:cxn ang="0">
                    <a:pos x="csX815" y="csY815"/>
                  </a:cxn>
                  <a:cxn ang="0">
                    <a:pos x="csX816" y="csY816"/>
                  </a:cxn>
                  <a:cxn ang="0">
                    <a:pos x="csX817" y="csY817"/>
                  </a:cxn>
                  <a:cxn ang="0">
                    <a:pos x="csX818" y="csY818"/>
                  </a:cxn>
                  <a:cxn ang="0">
                    <a:pos x="csX819" y="csY819"/>
                  </a:cxn>
                  <a:cxn ang="0">
                    <a:pos x="csX820" y="csY820"/>
                  </a:cxn>
                  <a:cxn ang="0">
                    <a:pos x="csX821" y="csY821"/>
                  </a:cxn>
                  <a:cxn ang="0">
                    <a:pos x="csX822" y="csY822"/>
                  </a:cxn>
                  <a:cxn ang="0">
                    <a:pos x="csX823" y="csY823"/>
                  </a:cxn>
                  <a:cxn ang="0">
                    <a:pos x="csX824" y="csY824"/>
                  </a:cxn>
                  <a:cxn ang="0">
                    <a:pos x="csX825" y="csY825"/>
                  </a:cxn>
                  <a:cxn ang="0">
                    <a:pos x="csX826" y="csY826"/>
                  </a:cxn>
                  <a:cxn ang="0">
                    <a:pos x="csX827" y="csY827"/>
                  </a:cxn>
                  <a:cxn ang="0">
                    <a:pos x="csX828" y="csY828"/>
                  </a:cxn>
                  <a:cxn ang="0">
                    <a:pos x="csX829" y="csY829"/>
                  </a:cxn>
                  <a:cxn ang="0">
                    <a:pos x="csX830" y="csY830"/>
                  </a:cxn>
                  <a:cxn ang="0">
                    <a:pos x="csX831" y="csY831"/>
                  </a:cxn>
                  <a:cxn ang="0">
                    <a:pos x="csX832" y="csY832"/>
                  </a:cxn>
                  <a:cxn ang="0">
                    <a:pos x="csX833" y="csY833"/>
                  </a:cxn>
                  <a:cxn ang="0">
                    <a:pos x="csX834" y="csY834"/>
                  </a:cxn>
                  <a:cxn ang="0">
                    <a:pos x="csX835" y="csY835"/>
                  </a:cxn>
                  <a:cxn ang="0">
                    <a:pos x="csX836" y="csY836"/>
                  </a:cxn>
                  <a:cxn ang="0">
                    <a:pos x="csX837" y="csY837"/>
                  </a:cxn>
                  <a:cxn ang="0">
                    <a:pos x="csX838" y="csY838"/>
                  </a:cxn>
                  <a:cxn ang="0">
                    <a:pos x="csX839" y="csY839"/>
                  </a:cxn>
                  <a:cxn ang="0">
                    <a:pos x="csX840" y="csY840"/>
                  </a:cxn>
                  <a:cxn ang="0">
                    <a:pos x="csX841" y="csY841"/>
                  </a:cxn>
                  <a:cxn ang="0">
                    <a:pos x="csX842" y="csY842"/>
                  </a:cxn>
                  <a:cxn ang="0">
                    <a:pos x="csX843" y="csY843"/>
                  </a:cxn>
                  <a:cxn ang="0">
                    <a:pos x="csX844" y="csY844"/>
                  </a:cxn>
                  <a:cxn ang="0">
                    <a:pos x="csX845" y="csY845"/>
                  </a:cxn>
                  <a:cxn ang="0">
                    <a:pos x="csX846" y="csY846"/>
                  </a:cxn>
                  <a:cxn ang="0">
                    <a:pos x="csX847" y="csY847"/>
                  </a:cxn>
                  <a:cxn ang="0">
                    <a:pos x="csX848" y="csY848"/>
                  </a:cxn>
                  <a:cxn ang="0">
                    <a:pos x="csX849" y="csY849"/>
                  </a:cxn>
                  <a:cxn ang="0">
                    <a:pos x="csX850" y="csY850"/>
                  </a:cxn>
                  <a:cxn ang="0">
                    <a:pos x="csX851" y="csY851"/>
                  </a:cxn>
                  <a:cxn ang="0">
                    <a:pos x="csX852" y="csY852"/>
                  </a:cxn>
                  <a:cxn ang="0">
                    <a:pos x="csX853" y="csY853"/>
                  </a:cxn>
                  <a:cxn ang="0">
                    <a:pos x="csX854" y="csY854"/>
                  </a:cxn>
                  <a:cxn ang="0">
                    <a:pos x="csX855" y="csY855"/>
                  </a:cxn>
                  <a:cxn ang="0">
                    <a:pos x="csX856" y="csY856"/>
                  </a:cxn>
                  <a:cxn ang="0">
                    <a:pos x="csX857" y="csY857"/>
                  </a:cxn>
                  <a:cxn ang="0">
                    <a:pos x="csX858" y="csY858"/>
                  </a:cxn>
                  <a:cxn ang="0">
                    <a:pos x="csX859" y="csY859"/>
                  </a:cxn>
                  <a:cxn ang="0">
                    <a:pos x="csX860" y="csY860"/>
                  </a:cxn>
                  <a:cxn ang="0">
                    <a:pos x="csX861" y="csY861"/>
                  </a:cxn>
                  <a:cxn ang="0">
                    <a:pos x="csX862" y="csY862"/>
                  </a:cxn>
                  <a:cxn ang="0">
                    <a:pos x="csX863" y="csY863"/>
                  </a:cxn>
                  <a:cxn ang="0">
                    <a:pos x="csX864" y="csY864"/>
                  </a:cxn>
                  <a:cxn ang="0">
                    <a:pos x="csX865" y="csY865"/>
                  </a:cxn>
                  <a:cxn ang="0">
                    <a:pos x="csX866" y="csY866"/>
                  </a:cxn>
                  <a:cxn ang="0">
                    <a:pos x="csX867" y="csY867"/>
                  </a:cxn>
                  <a:cxn ang="0">
                    <a:pos x="csX868" y="csY868"/>
                  </a:cxn>
                  <a:cxn ang="0">
                    <a:pos x="csX869" y="csY869"/>
                  </a:cxn>
                  <a:cxn ang="0">
                    <a:pos x="csX870" y="csY870"/>
                  </a:cxn>
                  <a:cxn ang="0">
                    <a:pos x="csX871" y="csY871"/>
                  </a:cxn>
                  <a:cxn ang="0">
                    <a:pos x="csX872" y="csY872"/>
                  </a:cxn>
                  <a:cxn ang="0">
                    <a:pos x="csX873" y="csY873"/>
                  </a:cxn>
                  <a:cxn ang="0">
                    <a:pos x="csX874" y="csY874"/>
                  </a:cxn>
                  <a:cxn ang="0">
                    <a:pos x="csX875" y="csY875"/>
                  </a:cxn>
                  <a:cxn ang="0">
                    <a:pos x="csX876" y="csY876"/>
                  </a:cxn>
                  <a:cxn ang="0">
                    <a:pos x="csX877" y="csY877"/>
                  </a:cxn>
                  <a:cxn ang="0">
                    <a:pos x="csX878" y="csY878"/>
                  </a:cxn>
                  <a:cxn ang="0">
                    <a:pos x="csX879" y="csY879"/>
                  </a:cxn>
                  <a:cxn ang="0">
                    <a:pos x="csX880" y="csY880"/>
                  </a:cxn>
                  <a:cxn ang="0">
                    <a:pos x="csX881" y="csY881"/>
                  </a:cxn>
                  <a:cxn ang="0">
                    <a:pos x="csX882" y="csY882"/>
                  </a:cxn>
                  <a:cxn ang="0">
                    <a:pos x="csX883" y="csY883"/>
                  </a:cxn>
                  <a:cxn ang="0">
                    <a:pos x="csX884" y="csY884"/>
                  </a:cxn>
                  <a:cxn ang="0">
                    <a:pos x="csX885" y="csY885"/>
                  </a:cxn>
                  <a:cxn ang="0">
                    <a:pos x="csX886" y="csY886"/>
                  </a:cxn>
                  <a:cxn ang="0">
                    <a:pos x="csX887" y="csY887"/>
                  </a:cxn>
                  <a:cxn ang="0">
                    <a:pos x="csX888" y="csY888"/>
                  </a:cxn>
                  <a:cxn ang="0">
                    <a:pos x="csX889" y="csY889"/>
                  </a:cxn>
                  <a:cxn ang="0">
                    <a:pos x="csX890" y="csY890"/>
                  </a:cxn>
                  <a:cxn ang="0">
                    <a:pos x="csX891" y="csY891"/>
                  </a:cxn>
                  <a:cxn ang="0">
                    <a:pos x="csX892" y="csY892"/>
                  </a:cxn>
                  <a:cxn ang="0">
                    <a:pos x="csX893" y="csY893"/>
                  </a:cxn>
                  <a:cxn ang="0">
                    <a:pos x="csX894" y="csY894"/>
                  </a:cxn>
                  <a:cxn ang="0">
                    <a:pos x="csX895" y="csY895"/>
                  </a:cxn>
                  <a:cxn ang="0">
                    <a:pos x="csX896" y="csY896"/>
                  </a:cxn>
                  <a:cxn ang="0">
                    <a:pos x="csX897" y="csY897"/>
                  </a:cxn>
                  <a:cxn ang="0">
                    <a:pos x="csX898" y="csY898"/>
                  </a:cxn>
                  <a:cxn ang="0">
                    <a:pos x="csX899" y="csY899"/>
                  </a:cxn>
                  <a:cxn ang="0">
                    <a:pos x="csX900" y="csY900"/>
                  </a:cxn>
                  <a:cxn ang="0">
                    <a:pos x="csX901" y="csY901"/>
                  </a:cxn>
                  <a:cxn ang="0">
                    <a:pos x="csX902" y="csY902"/>
                  </a:cxn>
                  <a:cxn ang="0">
                    <a:pos x="csX903" y="csY903"/>
                  </a:cxn>
                  <a:cxn ang="0">
                    <a:pos x="csX904" y="csY904"/>
                  </a:cxn>
                  <a:cxn ang="0">
                    <a:pos x="csX905" y="csY905"/>
                  </a:cxn>
                  <a:cxn ang="0">
                    <a:pos x="csX906" y="csY906"/>
                  </a:cxn>
                  <a:cxn ang="0">
                    <a:pos x="csX907" y="csY907"/>
                  </a:cxn>
                  <a:cxn ang="0">
                    <a:pos x="csX908" y="csY908"/>
                  </a:cxn>
                  <a:cxn ang="0">
                    <a:pos x="csX909" y="csY909"/>
                  </a:cxn>
                  <a:cxn ang="0">
                    <a:pos x="csX910" y="csY910"/>
                  </a:cxn>
                  <a:cxn ang="0">
                    <a:pos x="csX911" y="csY911"/>
                  </a:cxn>
                  <a:cxn ang="0">
                    <a:pos x="csX912" y="csY912"/>
                  </a:cxn>
                  <a:cxn ang="0">
                    <a:pos x="csX913" y="csY913"/>
                  </a:cxn>
                  <a:cxn ang="0">
                    <a:pos x="csX914" y="csY914"/>
                  </a:cxn>
                  <a:cxn ang="0">
                    <a:pos x="csX915" y="csY915"/>
                  </a:cxn>
                  <a:cxn ang="0">
                    <a:pos x="csX916" y="csY916"/>
                  </a:cxn>
                  <a:cxn ang="0">
                    <a:pos x="csX917" y="csY917"/>
                  </a:cxn>
                  <a:cxn ang="0">
                    <a:pos x="csX918" y="csY918"/>
                  </a:cxn>
                  <a:cxn ang="0">
                    <a:pos x="csX919" y="csY919"/>
                  </a:cxn>
                  <a:cxn ang="0">
                    <a:pos x="csX920" y="csY920"/>
                  </a:cxn>
                  <a:cxn ang="0">
                    <a:pos x="csX921" y="csY921"/>
                  </a:cxn>
                  <a:cxn ang="0">
                    <a:pos x="csX922" y="csY922"/>
                  </a:cxn>
                  <a:cxn ang="0">
                    <a:pos x="csX923" y="csY923"/>
                  </a:cxn>
                  <a:cxn ang="0">
                    <a:pos x="csX924" y="csY924"/>
                  </a:cxn>
                  <a:cxn ang="0">
                    <a:pos x="csX925" y="csY925"/>
                  </a:cxn>
                  <a:cxn ang="0">
                    <a:pos x="csX926" y="csY926"/>
                  </a:cxn>
                  <a:cxn ang="0">
                    <a:pos x="csX927" y="csY927"/>
                  </a:cxn>
                  <a:cxn ang="0">
                    <a:pos x="csX928" y="csY928"/>
                  </a:cxn>
                  <a:cxn ang="0">
                    <a:pos x="csX929" y="csY929"/>
                  </a:cxn>
                  <a:cxn ang="0">
                    <a:pos x="csX930" y="csY930"/>
                  </a:cxn>
                  <a:cxn ang="0">
                    <a:pos x="csX931" y="csY931"/>
                  </a:cxn>
                  <a:cxn ang="0">
                    <a:pos x="csX932" y="csY932"/>
                  </a:cxn>
                  <a:cxn ang="0">
                    <a:pos x="csX933" y="csY933"/>
                  </a:cxn>
                  <a:cxn ang="0">
                    <a:pos x="csX934" y="csY934"/>
                  </a:cxn>
                  <a:cxn ang="0">
                    <a:pos x="csX935" y="csY935"/>
                  </a:cxn>
                  <a:cxn ang="0">
                    <a:pos x="csX936" y="csY936"/>
                  </a:cxn>
                  <a:cxn ang="0">
                    <a:pos x="csX937" y="csY937"/>
                  </a:cxn>
                  <a:cxn ang="0">
                    <a:pos x="csX938" y="csY938"/>
                  </a:cxn>
                  <a:cxn ang="0">
                    <a:pos x="csX939" y="csY939"/>
                  </a:cxn>
                  <a:cxn ang="0">
                    <a:pos x="csX940" y="csY940"/>
                  </a:cxn>
                  <a:cxn ang="0">
                    <a:pos x="csX941" y="csY941"/>
                  </a:cxn>
                  <a:cxn ang="0">
                    <a:pos x="csX942" y="csY942"/>
                  </a:cxn>
                  <a:cxn ang="0">
                    <a:pos x="csX943" y="csY943"/>
                  </a:cxn>
                  <a:cxn ang="0">
                    <a:pos x="csX944" y="csY944"/>
                  </a:cxn>
                  <a:cxn ang="0">
                    <a:pos x="csX945" y="csY945"/>
                  </a:cxn>
                  <a:cxn ang="0">
                    <a:pos x="csX946" y="csY946"/>
                  </a:cxn>
                  <a:cxn ang="0">
                    <a:pos x="csX947" y="csY947"/>
                  </a:cxn>
                  <a:cxn ang="0">
                    <a:pos x="csX948" y="csY948"/>
                  </a:cxn>
                  <a:cxn ang="0">
                    <a:pos x="csX949" y="csY949"/>
                  </a:cxn>
                  <a:cxn ang="0">
                    <a:pos x="csX950" y="csY950"/>
                  </a:cxn>
                  <a:cxn ang="0">
                    <a:pos x="csX951" y="csY951"/>
                  </a:cxn>
                  <a:cxn ang="0">
                    <a:pos x="csX952" y="csY952"/>
                  </a:cxn>
                  <a:cxn ang="0">
                    <a:pos x="csX953" y="csY953"/>
                  </a:cxn>
                  <a:cxn ang="0">
                    <a:pos x="csX954" y="csY954"/>
                  </a:cxn>
                  <a:cxn ang="0">
                    <a:pos x="csX955" y="csY955"/>
                  </a:cxn>
                  <a:cxn ang="0">
                    <a:pos x="csX956" y="csY956"/>
                  </a:cxn>
                  <a:cxn ang="0">
                    <a:pos x="csX957" y="csY957"/>
                  </a:cxn>
                  <a:cxn ang="0">
                    <a:pos x="csX958" y="csY958"/>
                  </a:cxn>
                  <a:cxn ang="0">
                    <a:pos x="csX959" y="csY959"/>
                  </a:cxn>
                  <a:cxn ang="0">
                    <a:pos x="csX960" y="csY960"/>
                  </a:cxn>
                  <a:cxn ang="0">
                    <a:pos x="csX961" y="csY961"/>
                  </a:cxn>
                  <a:cxn ang="0">
                    <a:pos x="csX962" y="csY962"/>
                  </a:cxn>
                  <a:cxn ang="0">
                    <a:pos x="csX963" y="csY963"/>
                  </a:cxn>
                  <a:cxn ang="0">
                    <a:pos x="csX964" y="csY964"/>
                  </a:cxn>
                  <a:cxn ang="0">
                    <a:pos x="csX965" y="csY965"/>
                  </a:cxn>
                  <a:cxn ang="0">
                    <a:pos x="csX966" y="csY966"/>
                  </a:cxn>
                  <a:cxn ang="0">
                    <a:pos x="csX967" y="csY967"/>
                  </a:cxn>
                  <a:cxn ang="0">
                    <a:pos x="csX968" y="csY968"/>
                  </a:cxn>
                  <a:cxn ang="0">
                    <a:pos x="csX969" y="csY969"/>
                  </a:cxn>
                  <a:cxn ang="0">
                    <a:pos x="csX970" y="csY970"/>
                  </a:cxn>
                  <a:cxn ang="0">
                    <a:pos x="csX971" y="csY971"/>
                  </a:cxn>
                  <a:cxn ang="0">
                    <a:pos x="csX972" y="csY972"/>
                  </a:cxn>
                  <a:cxn ang="0">
                    <a:pos x="csX973" y="csY973"/>
                  </a:cxn>
                  <a:cxn ang="0">
                    <a:pos x="csX974" y="csY974"/>
                  </a:cxn>
                  <a:cxn ang="0">
                    <a:pos x="csX975" y="csY975"/>
                  </a:cxn>
                  <a:cxn ang="0">
                    <a:pos x="csX976" y="csY976"/>
                  </a:cxn>
                  <a:cxn ang="0">
                    <a:pos x="csX977" y="csY977"/>
                  </a:cxn>
                  <a:cxn ang="0">
                    <a:pos x="csX978" y="csY978"/>
                  </a:cxn>
                  <a:cxn ang="0">
                    <a:pos x="csX979" y="csY979"/>
                  </a:cxn>
                  <a:cxn ang="0">
                    <a:pos x="csX980" y="csY980"/>
                  </a:cxn>
                  <a:cxn ang="0">
                    <a:pos x="csX981" y="csY981"/>
                  </a:cxn>
                  <a:cxn ang="0">
                    <a:pos x="csX982" y="csY982"/>
                  </a:cxn>
                  <a:cxn ang="0">
                    <a:pos x="csX983" y="csY983"/>
                  </a:cxn>
                  <a:cxn ang="0">
                    <a:pos x="csX984" y="csY984"/>
                  </a:cxn>
                  <a:cxn ang="0">
                    <a:pos x="csX985" y="csY985"/>
                  </a:cxn>
                  <a:cxn ang="0">
                    <a:pos x="csX986" y="csY986"/>
                  </a:cxn>
                  <a:cxn ang="0">
                    <a:pos x="csX987" y="csY987"/>
                  </a:cxn>
                  <a:cxn ang="0">
                    <a:pos x="csX988" y="csY988"/>
                  </a:cxn>
                  <a:cxn ang="0">
                    <a:pos x="csX989" y="csY989"/>
                  </a:cxn>
                  <a:cxn ang="0">
                    <a:pos x="csX990" y="csY990"/>
                  </a:cxn>
                  <a:cxn ang="0">
                    <a:pos x="csX991" y="csY991"/>
                  </a:cxn>
                  <a:cxn ang="0">
                    <a:pos x="csX992" y="csY992"/>
                  </a:cxn>
                  <a:cxn ang="0">
                    <a:pos x="csX993" y="csY993"/>
                  </a:cxn>
                  <a:cxn ang="0">
                    <a:pos x="csX994" y="csY994"/>
                  </a:cxn>
                  <a:cxn ang="0">
                    <a:pos x="csX995" y="csY995"/>
                  </a:cxn>
                  <a:cxn ang="0">
                    <a:pos x="csX996" y="csY996"/>
                  </a:cxn>
                  <a:cxn ang="0">
                    <a:pos x="csX997" y="csY997"/>
                  </a:cxn>
                  <a:cxn ang="0">
                    <a:pos x="csX998" y="csY998"/>
                  </a:cxn>
                  <a:cxn ang="0">
                    <a:pos x="csX999" y="csY999"/>
                  </a:cxn>
                </a:cxnLst>
                <a:rect l="l" t="t" r="r" b="b"/>
                <a:pathLst>
                  <a:path w="1932288" h="2553319">
                    <a:moveTo>
                      <a:pt x="-809" y="1276457"/>
                    </a:moveTo>
                    <a:lnTo>
                      <a:pt x="1123" y="1252370"/>
                    </a:lnTo>
                    <a:lnTo>
                      <a:pt x="3060" y="1228291"/>
                    </a:lnTo>
                    <a:lnTo>
                      <a:pt x="4993" y="1204232"/>
                    </a:lnTo>
                    <a:lnTo>
                      <a:pt x="6930" y="1180196"/>
                    </a:lnTo>
                    <a:lnTo>
                      <a:pt x="8862" y="1156194"/>
                    </a:lnTo>
                    <a:lnTo>
                      <a:pt x="10794" y="1132234"/>
                    </a:lnTo>
                    <a:lnTo>
                      <a:pt x="12731" y="1108328"/>
                    </a:lnTo>
                    <a:lnTo>
                      <a:pt x="14664" y="1084478"/>
                    </a:lnTo>
                    <a:lnTo>
                      <a:pt x="16601" y="1060699"/>
                    </a:lnTo>
                    <a:lnTo>
                      <a:pt x="18533" y="1036997"/>
                    </a:lnTo>
                    <a:lnTo>
                      <a:pt x="20470" y="1013381"/>
                    </a:lnTo>
                    <a:lnTo>
                      <a:pt x="22402" y="989855"/>
                    </a:lnTo>
                    <a:lnTo>
                      <a:pt x="24334" y="966435"/>
                    </a:lnTo>
                    <a:lnTo>
                      <a:pt x="26271" y="943123"/>
                    </a:lnTo>
                    <a:lnTo>
                      <a:pt x="28204" y="919931"/>
                    </a:lnTo>
                    <a:lnTo>
                      <a:pt x="30140" y="896863"/>
                    </a:lnTo>
                    <a:lnTo>
                      <a:pt x="32073" y="873933"/>
                    </a:lnTo>
                    <a:lnTo>
                      <a:pt x="34005" y="851146"/>
                    </a:lnTo>
                    <a:lnTo>
                      <a:pt x="35942" y="828511"/>
                    </a:lnTo>
                    <a:lnTo>
                      <a:pt x="37874" y="806034"/>
                    </a:lnTo>
                    <a:lnTo>
                      <a:pt x="39811" y="783728"/>
                    </a:lnTo>
                    <a:lnTo>
                      <a:pt x="41743" y="761594"/>
                    </a:lnTo>
                    <a:lnTo>
                      <a:pt x="43680" y="739645"/>
                    </a:lnTo>
                    <a:lnTo>
                      <a:pt x="45613" y="717883"/>
                    </a:lnTo>
                    <a:lnTo>
                      <a:pt x="47545" y="696325"/>
                    </a:lnTo>
                    <a:lnTo>
                      <a:pt x="49482" y="674972"/>
                    </a:lnTo>
                    <a:lnTo>
                      <a:pt x="51414" y="653829"/>
                    </a:lnTo>
                    <a:lnTo>
                      <a:pt x="53351" y="632915"/>
                    </a:lnTo>
                    <a:lnTo>
                      <a:pt x="55283" y="612224"/>
                    </a:lnTo>
                    <a:lnTo>
                      <a:pt x="57216" y="591772"/>
                    </a:lnTo>
                    <a:lnTo>
                      <a:pt x="59153" y="571563"/>
                    </a:lnTo>
                    <a:lnTo>
                      <a:pt x="61085" y="551606"/>
                    </a:lnTo>
                    <a:lnTo>
                      <a:pt x="63022" y="531907"/>
                    </a:lnTo>
                    <a:lnTo>
                      <a:pt x="64954" y="512474"/>
                    </a:lnTo>
                    <a:lnTo>
                      <a:pt x="66891" y="493309"/>
                    </a:lnTo>
                    <a:lnTo>
                      <a:pt x="68824" y="474424"/>
                    </a:lnTo>
                    <a:lnTo>
                      <a:pt x="70756" y="455826"/>
                    </a:lnTo>
                    <a:lnTo>
                      <a:pt x="72693" y="437523"/>
                    </a:lnTo>
                    <a:lnTo>
                      <a:pt x="74625" y="419515"/>
                    </a:lnTo>
                    <a:lnTo>
                      <a:pt x="76562" y="401813"/>
                    </a:lnTo>
                    <a:lnTo>
                      <a:pt x="78485" y="384424"/>
                    </a:lnTo>
                    <a:lnTo>
                      <a:pt x="80441" y="367351"/>
                    </a:lnTo>
                    <a:lnTo>
                      <a:pt x="82349" y="350601"/>
                    </a:lnTo>
                    <a:lnTo>
                      <a:pt x="84305" y="334180"/>
                    </a:lnTo>
                    <a:lnTo>
                      <a:pt x="86214" y="318093"/>
                    </a:lnTo>
                    <a:lnTo>
                      <a:pt x="88170" y="302354"/>
                    </a:lnTo>
                    <a:lnTo>
                      <a:pt x="90079" y="286957"/>
                    </a:lnTo>
                    <a:lnTo>
                      <a:pt x="92034" y="271909"/>
                    </a:lnTo>
                    <a:lnTo>
                      <a:pt x="93990" y="257223"/>
                    </a:lnTo>
                    <a:lnTo>
                      <a:pt x="95899" y="242898"/>
                    </a:lnTo>
                    <a:lnTo>
                      <a:pt x="97854" y="228946"/>
                    </a:lnTo>
                    <a:lnTo>
                      <a:pt x="99763" y="215360"/>
                    </a:lnTo>
                    <a:lnTo>
                      <a:pt x="101719" y="202156"/>
                    </a:lnTo>
                    <a:lnTo>
                      <a:pt x="103628" y="189333"/>
                    </a:lnTo>
                    <a:lnTo>
                      <a:pt x="105583" y="176896"/>
                    </a:lnTo>
                    <a:lnTo>
                      <a:pt x="107493" y="164854"/>
                    </a:lnTo>
                    <a:lnTo>
                      <a:pt x="109448" y="153203"/>
                    </a:lnTo>
                    <a:lnTo>
                      <a:pt x="111357" y="141958"/>
                    </a:lnTo>
                    <a:lnTo>
                      <a:pt x="113313" y="131112"/>
                    </a:lnTo>
                    <a:lnTo>
                      <a:pt x="115222" y="120676"/>
                    </a:lnTo>
                    <a:lnTo>
                      <a:pt x="117177" y="110650"/>
                    </a:lnTo>
                    <a:lnTo>
                      <a:pt x="119133" y="101039"/>
                    </a:lnTo>
                    <a:lnTo>
                      <a:pt x="121042" y="91847"/>
                    </a:lnTo>
                    <a:lnTo>
                      <a:pt x="122998" y="83079"/>
                    </a:lnTo>
                    <a:lnTo>
                      <a:pt x="124906" y="74730"/>
                    </a:lnTo>
                    <a:lnTo>
                      <a:pt x="126862" y="66815"/>
                    </a:lnTo>
                    <a:lnTo>
                      <a:pt x="128771" y="59329"/>
                    </a:lnTo>
                    <a:lnTo>
                      <a:pt x="130727" y="52272"/>
                    </a:lnTo>
                    <a:lnTo>
                      <a:pt x="132635" y="45653"/>
                    </a:lnTo>
                    <a:lnTo>
                      <a:pt x="134591" y="39477"/>
                    </a:lnTo>
                    <a:lnTo>
                      <a:pt x="136500" y="33735"/>
                    </a:lnTo>
                    <a:lnTo>
                      <a:pt x="138456" y="28441"/>
                    </a:lnTo>
                    <a:lnTo>
                      <a:pt x="140411" y="23586"/>
                    </a:lnTo>
                    <a:lnTo>
                      <a:pt x="142320" y="19183"/>
                    </a:lnTo>
                    <a:lnTo>
                      <a:pt x="144276" y="15223"/>
                    </a:lnTo>
                    <a:lnTo>
                      <a:pt x="146185" y="11711"/>
                    </a:lnTo>
                    <a:lnTo>
                      <a:pt x="148140" y="8651"/>
                    </a:lnTo>
                    <a:lnTo>
                      <a:pt x="150050" y="6045"/>
                    </a:lnTo>
                    <a:lnTo>
                      <a:pt x="152005" y="3886"/>
                    </a:lnTo>
                    <a:lnTo>
                      <a:pt x="153914" y="2185"/>
                    </a:lnTo>
                    <a:lnTo>
                      <a:pt x="155870" y="937"/>
                    </a:lnTo>
                    <a:lnTo>
                      <a:pt x="157779" y="141"/>
                    </a:lnTo>
                    <a:lnTo>
                      <a:pt x="159734" y="-202"/>
                    </a:lnTo>
                    <a:lnTo>
                      <a:pt x="161643" y="-88"/>
                    </a:lnTo>
                    <a:lnTo>
                      <a:pt x="163599" y="479"/>
                    </a:lnTo>
                    <a:lnTo>
                      <a:pt x="165554" y="1504"/>
                    </a:lnTo>
                    <a:lnTo>
                      <a:pt x="167463" y="2981"/>
                    </a:lnTo>
                    <a:lnTo>
                      <a:pt x="169419" y="4911"/>
                    </a:lnTo>
                    <a:lnTo>
                      <a:pt x="171328" y="7293"/>
                    </a:lnTo>
                    <a:lnTo>
                      <a:pt x="173284" y="10124"/>
                    </a:lnTo>
                    <a:lnTo>
                      <a:pt x="175192" y="13412"/>
                    </a:lnTo>
                    <a:lnTo>
                      <a:pt x="177148" y="17143"/>
                    </a:lnTo>
                    <a:lnTo>
                      <a:pt x="179057" y="21327"/>
                    </a:lnTo>
                    <a:lnTo>
                      <a:pt x="181013" y="25959"/>
                    </a:lnTo>
                    <a:lnTo>
                      <a:pt x="182922" y="31034"/>
                    </a:lnTo>
                    <a:lnTo>
                      <a:pt x="184877" y="36552"/>
                    </a:lnTo>
                    <a:lnTo>
                      <a:pt x="186833" y="42513"/>
                    </a:lnTo>
                    <a:lnTo>
                      <a:pt x="188742" y="48908"/>
                    </a:lnTo>
                    <a:lnTo>
                      <a:pt x="190697" y="55746"/>
                    </a:lnTo>
                    <a:lnTo>
                      <a:pt x="192607" y="63017"/>
                    </a:lnTo>
                    <a:lnTo>
                      <a:pt x="194562" y="70718"/>
                    </a:lnTo>
                    <a:lnTo>
                      <a:pt x="196471" y="78852"/>
                    </a:lnTo>
                    <a:lnTo>
                      <a:pt x="198427" y="87410"/>
                    </a:lnTo>
                    <a:lnTo>
                      <a:pt x="200335" y="96393"/>
                    </a:lnTo>
                    <a:lnTo>
                      <a:pt x="202291" y="105795"/>
                    </a:lnTo>
                    <a:lnTo>
                      <a:pt x="204200" y="115611"/>
                    </a:lnTo>
                    <a:lnTo>
                      <a:pt x="206155" y="125842"/>
                    </a:lnTo>
                    <a:lnTo>
                      <a:pt x="208065" y="136482"/>
                    </a:lnTo>
                    <a:lnTo>
                      <a:pt x="210020" y="147533"/>
                    </a:lnTo>
                    <a:lnTo>
                      <a:pt x="211976" y="158979"/>
                    </a:lnTo>
                    <a:lnTo>
                      <a:pt x="213885" y="170825"/>
                    </a:lnTo>
                    <a:lnTo>
                      <a:pt x="215841" y="183067"/>
                    </a:lnTo>
                    <a:lnTo>
                      <a:pt x="217749" y="195699"/>
                    </a:lnTo>
                    <a:lnTo>
                      <a:pt x="219705" y="208713"/>
                    </a:lnTo>
                    <a:lnTo>
                      <a:pt x="221614" y="222108"/>
                    </a:lnTo>
                    <a:lnTo>
                      <a:pt x="223569" y="235875"/>
                    </a:lnTo>
                    <a:lnTo>
                      <a:pt x="225478" y="250018"/>
                    </a:lnTo>
                    <a:lnTo>
                      <a:pt x="227434" y="264523"/>
                    </a:lnTo>
                    <a:lnTo>
                      <a:pt x="229343" y="279390"/>
                    </a:lnTo>
                    <a:lnTo>
                      <a:pt x="231299" y="294610"/>
                    </a:lnTo>
                    <a:lnTo>
                      <a:pt x="233254" y="310178"/>
                    </a:lnTo>
                    <a:lnTo>
                      <a:pt x="235163" y="326094"/>
                    </a:lnTo>
                    <a:lnTo>
                      <a:pt x="237119" y="342348"/>
                    </a:lnTo>
                    <a:lnTo>
                      <a:pt x="239028" y="358935"/>
                    </a:lnTo>
                    <a:lnTo>
                      <a:pt x="240984" y="375847"/>
                    </a:lnTo>
                    <a:lnTo>
                      <a:pt x="242892" y="393078"/>
                    </a:lnTo>
                    <a:lnTo>
                      <a:pt x="244848" y="410623"/>
                    </a:lnTo>
                    <a:lnTo>
                      <a:pt x="246757" y="428483"/>
                    </a:lnTo>
                    <a:lnTo>
                      <a:pt x="248712" y="446639"/>
                    </a:lnTo>
                    <a:lnTo>
                      <a:pt x="250622" y="465089"/>
                    </a:lnTo>
                    <a:lnTo>
                      <a:pt x="252577" y="483831"/>
                    </a:lnTo>
                    <a:lnTo>
                      <a:pt x="254486" y="502858"/>
                    </a:lnTo>
                    <a:lnTo>
                      <a:pt x="256442" y="522157"/>
                    </a:lnTo>
                    <a:lnTo>
                      <a:pt x="258397" y="541723"/>
                    </a:lnTo>
                    <a:lnTo>
                      <a:pt x="260306" y="561551"/>
                    </a:lnTo>
                    <a:lnTo>
                      <a:pt x="262262" y="581636"/>
                    </a:lnTo>
                    <a:lnTo>
                      <a:pt x="264171" y="601969"/>
                    </a:lnTo>
                    <a:lnTo>
                      <a:pt x="266126" y="622541"/>
                    </a:lnTo>
                    <a:lnTo>
                      <a:pt x="268035" y="643346"/>
                    </a:lnTo>
                    <a:lnTo>
                      <a:pt x="269991" y="664374"/>
                    </a:lnTo>
                    <a:lnTo>
                      <a:pt x="271900" y="685622"/>
                    </a:lnTo>
                    <a:lnTo>
                      <a:pt x="273856" y="707080"/>
                    </a:lnTo>
                    <a:lnTo>
                      <a:pt x="275765" y="728738"/>
                    </a:lnTo>
                    <a:lnTo>
                      <a:pt x="277720" y="750595"/>
                    </a:lnTo>
                    <a:lnTo>
                      <a:pt x="279676" y="772639"/>
                    </a:lnTo>
                    <a:lnTo>
                      <a:pt x="281585" y="794859"/>
                    </a:lnTo>
                    <a:lnTo>
                      <a:pt x="283540" y="817251"/>
                    </a:lnTo>
                    <a:lnTo>
                      <a:pt x="285449" y="839809"/>
                    </a:lnTo>
                    <a:lnTo>
                      <a:pt x="287405" y="862520"/>
                    </a:lnTo>
                    <a:lnTo>
                      <a:pt x="289314" y="885384"/>
                    </a:lnTo>
                    <a:lnTo>
                      <a:pt x="291269" y="908380"/>
                    </a:lnTo>
                    <a:lnTo>
                      <a:pt x="293179" y="931510"/>
                    </a:lnTo>
                    <a:lnTo>
                      <a:pt x="295134" y="954765"/>
                    </a:lnTo>
                    <a:lnTo>
                      <a:pt x="297043" y="978133"/>
                    </a:lnTo>
                    <a:lnTo>
                      <a:pt x="298999" y="1001606"/>
                    </a:lnTo>
                    <a:lnTo>
                      <a:pt x="300908" y="1025175"/>
                    </a:lnTo>
                    <a:lnTo>
                      <a:pt x="302863" y="1048839"/>
                    </a:lnTo>
                    <a:lnTo>
                      <a:pt x="304819" y="1072579"/>
                    </a:lnTo>
                    <a:lnTo>
                      <a:pt x="306728" y="1096396"/>
                    </a:lnTo>
                    <a:lnTo>
                      <a:pt x="308683" y="1120274"/>
                    </a:lnTo>
                    <a:lnTo>
                      <a:pt x="310592" y="1144205"/>
                    </a:lnTo>
                    <a:lnTo>
                      <a:pt x="312548" y="1168188"/>
                    </a:lnTo>
                    <a:lnTo>
                      <a:pt x="314457" y="1192209"/>
                    </a:lnTo>
                    <a:lnTo>
                      <a:pt x="316413" y="1216259"/>
                    </a:lnTo>
                    <a:lnTo>
                      <a:pt x="318322" y="1240328"/>
                    </a:lnTo>
                    <a:lnTo>
                      <a:pt x="320277" y="1264411"/>
                    </a:lnTo>
                    <a:lnTo>
                      <a:pt x="322186" y="1288504"/>
                    </a:lnTo>
                    <a:lnTo>
                      <a:pt x="324142" y="1312587"/>
                    </a:lnTo>
                    <a:lnTo>
                      <a:pt x="326097" y="1336656"/>
                    </a:lnTo>
                    <a:lnTo>
                      <a:pt x="328006" y="1360706"/>
                    </a:lnTo>
                    <a:lnTo>
                      <a:pt x="329962" y="1384727"/>
                    </a:lnTo>
                    <a:lnTo>
                      <a:pt x="331871" y="1408710"/>
                    </a:lnTo>
                    <a:lnTo>
                      <a:pt x="333826" y="1432641"/>
                    </a:lnTo>
                    <a:lnTo>
                      <a:pt x="335736" y="1456519"/>
                    </a:lnTo>
                    <a:lnTo>
                      <a:pt x="337691" y="1480336"/>
                    </a:lnTo>
                    <a:lnTo>
                      <a:pt x="339600" y="1504076"/>
                    </a:lnTo>
                    <a:lnTo>
                      <a:pt x="341556" y="1527740"/>
                    </a:lnTo>
                    <a:lnTo>
                      <a:pt x="343464" y="1551309"/>
                    </a:lnTo>
                    <a:lnTo>
                      <a:pt x="345420" y="1574782"/>
                    </a:lnTo>
                    <a:lnTo>
                      <a:pt x="347329" y="1598150"/>
                    </a:lnTo>
                    <a:lnTo>
                      <a:pt x="349284" y="1621404"/>
                    </a:lnTo>
                    <a:lnTo>
                      <a:pt x="351240" y="1644535"/>
                    </a:lnTo>
                    <a:lnTo>
                      <a:pt x="353149" y="1667531"/>
                    </a:lnTo>
                    <a:lnTo>
                      <a:pt x="355105" y="1690395"/>
                    </a:lnTo>
                    <a:lnTo>
                      <a:pt x="357014" y="1713106"/>
                    </a:lnTo>
                    <a:lnTo>
                      <a:pt x="358969" y="1735664"/>
                    </a:lnTo>
                    <a:lnTo>
                      <a:pt x="360879" y="1758056"/>
                    </a:lnTo>
                    <a:lnTo>
                      <a:pt x="362834" y="1780276"/>
                    </a:lnTo>
                    <a:lnTo>
                      <a:pt x="364743" y="1802319"/>
                    </a:lnTo>
                    <a:lnTo>
                      <a:pt x="366699" y="1824177"/>
                    </a:lnTo>
                    <a:lnTo>
                      <a:pt x="368607" y="1845835"/>
                    </a:lnTo>
                    <a:lnTo>
                      <a:pt x="370563" y="1867293"/>
                    </a:lnTo>
                    <a:lnTo>
                      <a:pt x="372519" y="1888541"/>
                    </a:lnTo>
                    <a:lnTo>
                      <a:pt x="374428" y="1909569"/>
                    </a:lnTo>
                    <a:lnTo>
                      <a:pt x="376383" y="1930374"/>
                    </a:lnTo>
                    <a:lnTo>
                      <a:pt x="378292" y="1950945"/>
                    </a:lnTo>
                    <a:lnTo>
                      <a:pt x="380248" y="1971279"/>
                    </a:lnTo>
                    <a:lnTo>
                      <a:pt x="382157" y="1991364"/>
                    </a:lnTo>
                    <a:lnTo>
                      <a:pt x="384113" y="2011192"/>
                    </a:lnTo>
                    <a:lnTo>
                      <a:pt x="386021" y="2030758"/>
                    </a:lnTo>
                    <a:lnTo>
                      <a:pt x="387977" y="2050057"/>
                    </a:lnTo>
                    <a:lnTo>
                      <a:pt x="389886" y="2069084"/>
                    </a:lnTo>
                    <a:lnTo>
                      <a:pt x="391841" y="2087826"/>
                    </a:lnTo>
                    <a:lnTo>
                      <a:pt x="393751" y="2106276"/>
                    </a:lnTo>
                    <a:lnTo>
                      <a:pt x="395706" y="2124436"/>
                    </a:lnTo>
                    <a:lnTo>
                      <a:pt x="397662" y="2142292"/>
                    </a:lnTo>
                    <a:lnTo>
                      <a:pt x="399571" y="2159837"/>
                    </a:lnTo>
                    <a:lnTo>
                      <a:pt x="401526" y="2177068"/>
                    </a:lnTo>
                    <a:lnTo>
                      <a:pt x="403435" y="2193980"/>
                    </a:lnTo>
                    <a:lnTo>
                      <a:pt x="405391" y="2210567"/>
                    </a:lnTo>
                    <a:lnTo>
                      <a:pt x="407300" y="2226821"/>
                    </a:lnTo>
                    <a:lnTo>
                      <a:pt x="409255" y="2242737"/>
                    </a:lnTo>
                    <a:lnTo>
                      <a:pt x="411164" y="2258305"/>
                    </a:lnTo>
                    <a:lnTo>
                      <a:pt x="413120" y="2273525"/>
                    </a:lnTo>
                    <a:lnTo>
                      <a:pt x="415029" y="2288392"/>
                    </a:lnTo>
                    <a:lnTo>
                      <a:pt x="416985" y="2302897"/>
                    </a:lnTo>
                    <a:lnTo>
                      <a:pt x="418940" y="2317040"/>
                    </a:lnTo>
                    <a:lnTo>
                      <a:pt x="420849" y="2330807"/>
                    </a:lnTo>
                    <a:lnTo>
                      <a:pt x="422805" y="2344202"/>
                    </a:lnTo>
                    <a:lnTo>
                      <a:pt x="424714" y="2357216"/>
                    </a:lnTo>
                    <a:lnTo>
                      <a:pt x="426670" y="2369848"/>
                    </a:lnTo>
                    <a:lnTo>
                      <a:pt x="428578" y="2382090"/>
                    </a:lnTo>
                    <a:lnTo>
                      <a:pt x="430534" y="2393936"/>
                    </a:lnTo>
                    <a:lnTo>
                      <a:pt x="432443" y="2405382"/>
                    </a:lnTo>
                    <a:lnTo>
                      <a:pt x="434398" y="2416433"/>
                    </a:lnTo>
                    <a:lnTo>
                      <a:pt x="436308" y="2427073"/>
                    </a:lnTo>
                    <a:lnTo>
                      <a:pt x="438263" y="2437304"/>
                    </a:lnTo>
                    <a:lnTo>
                      <a:pt x="440172" y="2447120"/>
                    </a:lnTo>
                    <a:lnTo>
                      <a:pt x="442128" y="2456522"/>
                    </a:lnTo>
                    <a:lnTo>
                      <a:pt x="444083" y="2465505"/>
                    </a:lnTo>
                    <a:lnTo>
                      <a:pt x="445992" y="2474063"/>
                    </a:lnTo>
                    <a:lnTo>
                      <a:pt x="447948" y="2482197"/>
                    </a:lnTo>
                    <a:lnTo>
                      <a:pt x="449857" y="2489897"/>
                    </a:lnTo>
                    <a:lnTo>
                      <a:pt x="451812" y="2497169"/>
                    </a:lnTo>
                    <a:lnTo>
                      <a:pt x="453721" y="2504007"/>
                    </a:lnTo>
                    <a:lnTo>
                      <a:pt x="455677" y="2510402"/>
                    </a:lnTo>
                    <a:lnTo>
                      <a:pt x="457586" y="2516363"/>
                    </a:lnTo>
                    <a:lnTo>
                      <a:pt x="459541" y="2521881"/>
                    </a:lnTo>
                    <a:lnTo>
                      <a:pt x="461451" y="2526956"/>
                    </a:lnTo>
                    <a:lnTo>
                      <a:pt x="463406" y="2531588"/>
                    </a:lnTo>
                    <a:lnTo>
                      <a:pt x="465362" y="2535772"/>
                    </a:lnTo>
                    <a:lnTo>
                      <a:pt x="467271" y="2539503"/>
                    </a:lnTo>
                    <a:lnTo>
                      <a:pt x="469226" y="2542791"/>
                    </a:lnTo>
                    <a:lnTo>
                      <a:pt x="471135" y="2545622"/>
                    </a:lnTo>
                    <a:lnTo>
                      <a:pt x="473091" y="2548004"/>
                    </a:lnTo>
                    <a:lnTo>
                      <a:pt x="475000" y="2549934"/>
                    </a:lnTo>
                    <a:lnTo>
                      <a:pt x="476955" y="2551411"/>
                    </a:lnTo>
                    <a:lnTo>
                      <a:pt x="478864" y="2552436"/>
                    </a:lnTo>
                    <a:lnTo>
                      <a:pt x="480820" y="2553003"/>
                    </a:lnTo>
                    <a:lnTo>
                      <a:pt x="482729" y="2553117"/>
                    </a:lnTo>
                    <a:lnTo>
                      <a:pt x="484685" y="2552774"/>
                    </a:lnTo>
                    <a:lnTo>
                      <a:pt x="486594" y="2551978"/>
                    </a:lnTo>
                    <a:lnTo>
                      <a:pt x="488549" y="2550730"/>
                    </a:lnTo>
                    <a:lnTo>
                      <a:pt x="490505" y="2549029"/>
                    </a:lnTo>
                    <a:lnTo>
                      <a:pt x="492414" y="2546870"/>
                    </a:lnTo>
                    <a:lnTo>
                      <a:pt x="494369" y="2544264"/>
                    </a:lnTo>
                    <a:lnTo>
                      <a:pt x="496278" y="2541204"/>
                    </a:lnTo>
                    <a:lnTo>
                      <a:pt x="498234" y="2537692"/>
                    </a:lnTo>
                    <a:lnTo>
                      <a:pt x="500143" y="2533732"/>
                    </a:lnTo>
                    <a:lnTo>
                      <a:pt x="502098" y="2529329"/>
                    </a:lnTo>
                    <a:lnTo>
                      <a:pt x="504008" y="2524474"/>
                    </a:lnTo>
                    <a:lnTo>
                      <a:pt x="505963" y="2519180"/>
                    </a:lnTo>
                    <a:lnTo>
                      <a:pt x="507872" y="2513437"/>
                    </a:lnTo>
                    <a:lnTo>
                      <a:pt x="509828" y="2507262"/>
                    </a:lnTo>
                    <a:lnTo>
                      <a:pt x="511783" y="2500643"/>
                    </a:lnTo>
                    <a:lnTo>
                      <a:pt x="513692" y="2493591"/>
                    </a:lnTo>
                    <a:lnTo>
                      <a:pt x="515648" y="2486100"/>
                    </a:lnTo>
                    <a:lnTo>
                      <a:pt x="517557" y="2478185"/>
                    </a:lnTo>
                    <a:lnTo>
                      <a:pt x="519512" y="2469836"/>
                    </a:lnTo>
                    <a:lnTo>
                      <a:pt x="521421" y="2461068"/>
                    </a:lnTo>
                    <a:lnTo>
                      <a:pt x="523377" y="2451876"/>
                    </a:lnTo>
                    <a:lnTo>
                      <a:pt x="525286" y="2442265"/>
                    </a:lnTo>
                    <a:lnTo>
                      <a:pt x="527242" y="2432239"/>
                    </a:lnTo>
                    <a:lnTo>
                      <a:pt x="529150" y="2421803"/>
                    </a:lnTo>
                    <a:lnTo>
                      <a:pt x="531106" y="2410957"/>
                    </a:lnTo>
                    <a:lnTo>
                      <a:pt x="533015" y="2399712"/>
                    </a:lnTo>
                    <a:lnTo>
                      <a:pt x="534970" y="2388061"/>
                    </a:lnTo>
                    <a:lnTo>
                      <a:pt x="536926" y="2376019"/>
                    </a:lnTo>
                    <a:lnTo>
                      <a:pt x="538835" y="2363582"/>
                    </a:lnTo>
                    <a:lnTo>
                      <a:pt x="540791" y="2350759"/>
                    </a:lnTo>
                    <a:lnTo>
                      <a:pt x="542700" y="2337555"/>
                    </a:lnTo>
                    <a:lnTo>
                      <a:pt x="544655" y="2323969"/>
                    </a:lnTo>
                    <a:lnTo>
                      <a:pt x="546565" y="2310017"/>
                    </a:lnTo>
                    <a:lnTo>
                      <a:pt x="548520" y="2295693"/>
                    </a:lnTo>
                    <a:lnTo>
                      <a:pt x="550429" y="2281006"/>
                    </a:lnTo>
                    <a:lnTo>
                      <a:pt x="552385" y="2265963"/>
                    </a:lnTo>
                    <a:lnTo>
                      <a:pt x="554293" y="2250561"/>
                    </a:lnTo>
                    <a:lnTo>
                      <a:pt x="556249" y="2234822"/>
                    </a:lnTo>
                    <a:lnTo>
                      <a:pt x="558205" y="2218735"/>
                    </a:lnTo>
                    <a:lnTo>
                      <a:pt x="560113" y="2202314"/>
                    </a:lnTo>
                    <a:lnTo>
                      <a:pt x="562069" y="2185564"/>
                    </a:lnTo>
                    <a:lnTo>
                      <a:pt x="563978" y="2168491"/>
                    </a:lnTo>
                    <a:lnTo>
                      <a:pt x="565934" y="2151102"/>
                    </a:lnTo>
                    <a:lnTo>
                      <a:pt x="567843" y="2133400"/>
                    </a:lnTo>
                    <a:lnTo>
                      <a:pt x="569799" y="2115392"/>
                    </a:lnTo>
                    <a:lnTo>
                      <a:pt x="571707" y="2097089"/>
                    </a:lnTo>
                    <a:lnTo>
                      <a:pt x="573663" y="2078490"/>
                    </a:lnTo>
                    <a:lnTo>
                      <a:pt x="575572" y="2059606"/>
                    </a:lnTo>
                    <a:lnTo>
                      <a:pt x="577527" y="2040440"/>
                    </a:lnTo>
                    <a:lnTo>
                      <a:pt x="579436" y="2021008"/>
                    </a:lnTo>
                    <a:lnTo>
                      <a:pt x="581392" y="2001309"/>
                    </a:lnTo>
                    <a:lnTo>
                      <a:pt x="583347" y="1981352"/>
                    </a:lnTo>
                    <a:lnTo>
                      <a:pt x="585257" y="1961143"/>
                    </a:lnTo>
                    <a:lnTo>
                      <a:pt x="587212" y="1940691"/>
                    </a:lnTo>
                    <a:lnTo>
                      <a:pt x="589121" y="1920001"/>
                    </a:lnTo>
                    <a:lnTo>
                      <a:pt x="591077" y="1899086"/>
                    </a:lnTo>
                    <a:lnTo>
                      <a:pt x="592986" y="1877943"/>
                    </a:lnTo>
                    <a:lnTo>
                      <a:pt x="594941" y="1856590"/>
                    </a:lnTo>
                    <a:lnTo>
                      <a:pt x="596850" y="1835032"/>
                    </a:lnTo>
                    <a:lnTo>
                      <a:pt x="598806" y="1813270"/>
                    </a:lnTo>
                    <a:lnTo>
                      <a:pt x="600715" y="1791321"/>
                    </a:lnTo>
                    <a:lnTo>
                      <a:pt x="602670" y="1769187"/>
                    </a:lnTo>
                    <a:lnTo>
                      <a:pt x="604626" y="1746881"/>
                    </a:lnTo>
                    <a:lnTo>
                      <a:pt x="606535" y="1724404"/>
                    </a:lnTo>
                    <a:lnTo>
                      <a:pt x="608491" y="1701769"/>
                    </a:lnTo>
                    <a:lnTo>
                      <a:pt x="610400" y="1678982"/>
                    </a:lnTo>
                    <a:lnTo>
                      <a:pt x="612355" y="1656052"/>
                    </a:lnTo>
                    <a:lnTo>
                      <a:pt x="614264" y="1632984"/>
                    </a:lnTo>
                    <a:lnTo>
                      <a:pt x="616220" y="1609792"/>
                    </a:lnTo>
                    <a:lnTo>
                      <a:pt x="618129" y="1586480"/>
                    </a:lnTo>
                    <a:lnTo>
                      <a:pt x="620084" y="1563059"/>
                    </a:lnTo>
                    <a:lnTo>
                      <a:pt x="621993" y="1539534"/>
                    </a:lnTo>
                    <a:lnTo>
                      <a:pt x="623949" y="1515918"/>
                    </a:lnTo>
                    <a:lnTo>
                      <a:pt x="625858" y="1492216"/>
                    </a:lnTo>
                    <a:lnTo>
                      <a:pt x="627814" y="1468437"/>
                    </a:lnTo>
                    <a:lnTo>
                      <a:pt x="629769" y="1444587"/>
                    </a:lnTo>
                    <a:lnTo>
                      <a:pt x="631678" y="1420681"/>
                    </a:lnTo>
                    <a:lnTo>
                      <a:pt x="633634" y="1396721"/>
                    </a:lnTo>
                    <a:lnTo>
                      <a:pt x="635543" y="1372719"/>
                    </a:lnTo>
                    <a:lnTo>
                      <a:pt x="637498" y="1348683"/>
                    </a:lnTo>
                    <a:lnTo>
                      <a:pt x="639407" y="1324624"/>
                    </a:lnTo>
                    <a:lnTo>
                      <a:pt x="641363" y="1300545"/>
                    </a:lnTo>
                    <a:lnTo>
                      <a:pt x="643272" y="1276457"/>
                    </a:lnTo>
                    <a:lnTo>
                      <a:pt x="645227" y="1252370"/>
                    </a:lnTo>
                    <a:lnTo>
                      <a:pt x="647137" y="1228291"/>
                    </a:lnTo>
                    <a:lnTo>
                      <a:pt x="649092" y="1204232"/>
                    </a:lnTo>
                    <a:lnTo>
                      <a:pt x="651001" y="1180196"/>
                    </a:lnTo>
                    <a:lnTo>
                      <a:pt x="652957" y="1156194"/>
                    </a:lnTo>
                    <a:lnTo>
                      <a:pt x="654912" y="1132234"/>
                    </a:lnTo>
                    <a:lnTo>
                      <a:pt x="656821" y="1108328"/>
                    </a:lnTo>
                    <a:lnTo>
                      <a:pt x="658777" y="1084478"/>
                    </a:lnTo>
                    <a:lnTo>
                      <a:pt x="660686" y="1060699"/>
                    </a:lnTo>
                    <a:lnTo>
                      <a:pt x="662641" y="1036997"/>
                    </a:lnTo>
                    <a:lnTo>
                      <a:pt x="664550" y="1013381"/>
                    </a:lnTo>
                    <a:lnTo>
                      <a:pt x="666506" y="989855"/>
                    </a:lnTo>
                    <a:lnTo>
                      <a:pt x="668415" y="966435"/>
                    </a:lnTo>
                    <a:lnTo>
                      <a:pt x="670371" y="943123"/>
                    </a:lnTo>
                    <a:lnTo>
                      <a:pt x="672280" y="919931"/>
                    </a:lnTo>
                    <a:lnTo>
                      <a:pt x="674235" y="896863"/>
                    </a:lnTo>
                    <a:lnTo>
                      <a:pt x="676191" y="873933"/>
                    </a:lnTo>
                    <a:lnTo>
                      <a:pt x="678100" y="851146"/>
                    </a:lnTo>
                    <a:lnTo>
                      <a:pt x="680055" y="828511"/>
                    </a:lnTo>
                    <a:lnTo>
                      <a:pt x="681964" y="806034"/>
                    </a:lnTo>
                    <a:lnTo>
                      <a:pt x="683920" y="783728"/>
                    </a:lnTo>
                    <a:lnTo>
                      <a:pt x="685829" y="761594"/>
                    </a:lnTo>
                    <a:lnTo>
                      <a:pt x="687784" y="739645"/>
                    </a:lnTo>
                    <a:lnTo>
                      <a:pt x="689694" y="717883"/>
                    </a:lnTo>
                    <a:lnTo>
                      <a:pt x="691649" y="696325"/>
                    </a:lnTo>
                    <a:lnTo>
                      <a:pt x="693558" y="674972"/>
                    </a:lnTo>
                    <a:lnTo>
                      <a:pt x="695514" y="653829"/>
                    </a:lnTo>
                    <a:lnTo>
                      <a:pt x="697422" y="632915"/>
                    </a:lnTo>
                    <a:lnTo>
                      <a:pt x="699378" y="612224"/>
                    </a:lnTo>
                    <a:lnTo>
                      <a:pt x="701334" y="591772"/>
                    </a:lnTo>
                    <a:lnTo>
                      <a:pt x="703242" y="571563"/>
                    </a:lnTo>
                    <a:lnTo>
                      <a:pt x="705198" y="551606"/>
                    </a:lnTo>
                    <a:lnTo>
                      <a:pt x="707107" y="531907"/>
                    </a:lnTo>
                    <a:lnTo>
                      <a:pt x="709063" y="512474"/>
                    </a:lnTo>
                    <a:lnTo>
                      <a:pt x="710972" y="493309"/>
                    </a:lnTo>
                    <a:lnTo>
                      <a:pt x="712928" y="474424"/>
                    </a:lnTo>
                    <a:lnTo>
                      <a:pt x="714836" y="455826"/>
                    </a:lnTo>
                    <a:lnTo>
                      <a:pt x="716792" y="437523"/>
                    </a:lnTo>
                    <a:lnTo>
                      <a:pt x="718701" y="419515"/>
                    </a:lnTo>
                    <a:lnTo>
                      <a:pt x="720656" y="401813"/>
                    </a:lnTo>
                    <a:lnTo>
                      <a:pt x="722612" y="384424"/>
                    </a:lnTo>
                    <a:lnTo>
                      <a:pt x="724521" y="367351"/>
                    </a:lnTo>
                    <a:lnTo>
                      <a:pt x="726476" y="350601"/>
                    </a:lnTo>
                    <a:lnTo>
                      <a:pt x="728386" y="334180"/>
                    </a:lnTo>
                    <a:lnTo>
                      <a:pt x="730341" y="318093"/>
                    </a:lnTo>
                    <a:lnTo>
                      <a:pt x="732250" y="302354"/>
                    </a:lnTo>
                    <a:lnTo>
                      <a:pt x="734206" y="286957"/>
                    </a:lnTo>
                    <a:lnTo>
                      <a:pt x="736115" y="271909"/>
                    </a:lnTo>
                    <a:lnTo>
                      <a:pt x="738070" y="257223"/>
                    </a:lnTo>
                    <a:lnTo>
                      <a:pt x="739979" y="242898"/>
                    </a:lnTo>
                    <a:lnTo>
                      <a:pt x="741935" y="228946"/>
                    </a:lnTo>
                    <a:lnTo>
                      <a:pt x="743844" y="215360"/>
                    </a:lnTo>
                    <a:lnTo>
                      <a:pt x="745799" y="202156"/>
                    </a:lnTo>
                    <a:lnTo>
                      <a:pt x="747755" y="189333"/>
                    </a:lnTo>
                    <a:lnTo>
                      <a:pt x="749664" y="176896"/>
                    </a:lnTo>
                    <a:lnTo>
                      <a:pt x="751620" y="164854"/>
                    </a:lnTo>
                    <a:lnTo>
                      <a:pt x="753529" y="153203"/>
                    </a:lnTo>
                    <a:lnTo>
                      <a:pt x="755485" y="141958"/>
                    </a:lnTo>
                    <a:lnTo>
                      <a:pt x="757393" y="131112"/>
                    </a:lnTo>
                    <a:lnTo>
                      <a:pt x="759349" y="120676"/>
                    </a:lnTo>
                    <a:lnTo>
                      <a:pt x="761258" y="110650"/>
                    </a:lnTo>
                    <a:lnTo>
                      <a:pt x="763213" y="101039"/>
                    </a:lnTo>
                    <a:lnTo>
                      <a:pt x="765122" y="91847"/>
                    </a:lnTo>
                    <a:lnTo>
                      <a:pt x="767078" y="83079"/>
                    </a:lnTo>
                    <a:lnTo>
                      <a:pt x="769033" y="74730"/>
                    </a:lnTo>
                    <a:lnTo>
                      <a:pt x="770943" y="66815"/>
                    </a:lnTo>
                    <a:lnTo>
                      <a:pt x="772898" y="59329"/>
                    </a:lnTo>
                    <a:lnTo>
                      <a:pt x="774807" y="52272"/>
                    </a:lnTo>
                    <a:lnTo>
                      <a:pt x="776763" y="45653"/>
                    </a:lnTo>
                    <a:lnTo>
                      <a:pt x="778672" y="39477"/>
                    </a:lnTo>
                    <a:lnTo>
                      <a:pt x="780627" y="33735"/>
                    </a:lnTo>
                    <a:lnTo>
                      <a:pt x="782536" y="28441"/>
                    </a:lnTo>
                    <a:lnTo>
                      <a:pt x="784492" y="23586"/>
                    </a:lnTo>
                    <a:lnTo>
                      <a:pt x="786401" y="19183"/>
                    </a:lnTo>
                    <a:lnTo>
                      <a:pt x="788356" y="15223"/>
                    </a:lnTo>
                    <a:lnTo>
                      <a:pt x="790266" y="11711"/>
                    </a:lnTo>
                    <a:lnTo>
                      <a:pt x="792221" y="8651"/>
                    </a:lnTo>
                    <a:lnTo>
                      <a:pt x="794177" y="6045"/>
                    </a:lnTo>
                    <a:lnTo>
                      <a:pt x="796086" y="3886"/>
                    </a:lnTo>
                    <a:lnTo>
                      <a:pt x="798041" y="2185"/>
                    </a:lnTo>
                    <a:lnTo>
                      <a:pt x="799950" y="937"/>
                    </a:lnTo>
                    <a:lnTo>
                      <a:pt x="801906" y="141"/>
                    </a:lnTo>
                    <a:lnTo>
                      <a:pt x="803815" y="-202"/>
                    </a:lnTo>
                    <a:lnTo>
                      <a:pt x="805770" y="-88"/>
                    </a:lnTo>
                    <a:lnTo>
                      <a:pt x="807679" y="479"/>
                    </a:lnTo>
                    <a:lnTo>
                      <a:pt x="809635" y="1504"/>
                    </a:lnTo>
                    <a:lnTo>
                      <a:pt x="811544" y="2981"/>
                    </a:lnTo>
                    <a:lnTo>
                      <a:pt x="813500" y="4911"/>
                    </a:lnTo>
                    <a:lnTo>
                      <a:pt x="815455" y="7293"/>
                    </a:lnTo>
                    <a:lnTo>
                      <a:pt x="817364" y="10124"/>
                    </a:lnTo>
                    <a:lnTo>
                      <a:pt x="819320" y="13412"/>
                    </a:lnTo>
                    <a:lnTo>
                      <a:pt x="821229" y="17143"/>
                    </a:lnTo>
                    <a:lnTo>
                      <a:pt x="823184" y="21327"/>
                    </a:lnTo>
                    <a:lnTo>
                      <a:pt x="825093" y="25959"/>
                    </a:lnTo>
                    <a:lnTo>
                      <a:pt x="827049" y="31034"/>
                    </a:lnTo>
                    <a:lnTo>
                      <a:pt x="828958" y="36552"/>
                    </a:lnTo>
                    <a:lnTo>
                      <a:pt x="830913" y="42513"/>
                    </a:lnTo>
                    <a:lnTo>
                      <a:pt x="832823" y="48908"/>
                    </a:lnTo>
                    <a:lnTo>
                      <a:pt x="834778" y="55746"/>
                    </a:lnTo>
                    <a:lnTo>
                      <a:pt x="836687" y="63017"/>
                    </a:lnTo>
                    <a:lnTo>
                      <a:pt x="838643" y="70718"/>
                    </a:lnTo>
                    <a:lnTo>
                      <a:pt x="840598" y="78852"/>
                    </a:lnTo>
                    <a:lnTo>
                      <a:pt x="842507" y="87410"/>
                    </a:lnTo>
                    <a:lnTo>
                      <a:pt x="844463" y="96393"/>
                    </a:lnTo>
                    <a:lnTo>
                      <a:pt x="846371" y="105795"/>
                    </a:lnTo>
                    <a:lnTo>
                      <a:pt x="848327" y="115611"/>
                    </a:lnTo>
                    <a:lnTo>
                      <a:pt x="850236" y="125842"/>
                    </a:lnTo>
                    <a:lnTo>
                      <a:pt x="852192" y="136482"/>
                    </a:lnTo>
                    <a:lnTo>
                      <a:pt x="854101" y="147533"/>
                    </a:lnTo>
                    <a:lnTo>
                      <a:pt x="856057" y="158979"/>
                    </a:lnTo>
                    <a:lnTo>
                      <a:pt x="857965" y="170825"/>
                    </a:lnTo>
                    <a:lnTo>
                      <a:pt x="859921" y="183067"/>
                    </a:lnTo>
                    <a:lnTo>
                      <a:pt x="861877" y="195699"/>
                    </a:lnTo>
                    <a:lnTo>
                      <a:pt x="863785" y="208713"/>
                    </a:lnTo>
                    <a:lnTo>
                      <a:pt x="865741" y="222108"/>
                    </a:lnTo>
                    <a:lnTo>
                      <a:pt x="867650" y="235875"/>
                    </a:lnTo>
                    <a:lnTo>
                      <a:pt x="869605" y="250018"/>
                    </a:lnTo>
                    <a:lnTo>
                      <a:pt x="871515" y="264523"/>
                    </a:lnTo>
                    <a:lnTo>
                      <a:pt x="873470" y="279390"/>
                    </a:lnTo>
                    <a:lnTo>
                      <a:pt x="875380" y="294610"/>
                    </a:lnTo>
                    <a:lnTo>
                      <a:pt x="877335" y="310178"/>
                    </a:lnTo>
                    <a:lnTo>
                      <a:pt x="879244" y="326094"/>
                    </a:lnTo>
                    <a:lnTo>
                      <a:pt x="881200" y="342348"/>
                    </a:lnTo>
                    <a:lnTo>
                      <a:pt x="883108" y="358935"/>
                    </a:lnTo>
                    <a:lnTo>
                      <a:pt x="885064" y="375847"/>
                    </a:lnTo>
                    <a:lnTo>
                      <a:pt x="887020" y="393078"/>
                    </a:lnTo>
                    <a:lnTo>
                      <a:pt x="888928" y="410623"/>
                    </a:lnTo>
                    <a:lnTo>
                      <a:pt x="890884" y="428483"/>
                    </a:lnTo>
                    <a:lnTo>
                      <a:pt x="892793" y="446639"/>
                    </a:lnTo>
                    <a:lnTo>
                      <a:pt x="894749" y="465089"/>
                    </a:lnTo>
                    <a:lnTo>
                      <a:pt x="896658" y="483831"/>
                    </a:lnTo>
                    <a:lnTo>
                      <a:pt x="898614" y="502858"/>
                    </a:lnTo>
                    <a:lnTo>
                      <a:pt x="900522" y="522157"/>
                    </a:lnTo>
                    <a:lnTo>
                      <a:pt x="902478" y="541723"/>
                    </a:lnTo>
                    <a:lnTo>
                      <a:pt x="904387" y="561551"/>
                    </a:lnTo>
                    <a:lnTo>
                      <a:pt x="906342" y="581636"/>
                    </a:lnTo>
                    <a:lnTo>
                      <a:pt x="908298" y="601969"/>
                    </a:lnTo>
                    <a:lnTo>
                      <a:pt x="910207" y="622541"/>
                    </a:lnTo>
                    <a:lnTo>
                      <a:pt x="912162" y="643346"/>
                    </a:lnTo>
                    <a:lnTo>
                      <a:pt x="914072" y="664374"/>
                    </a:lnTo>
                    <a:lnTo>
                      <a:pt x="916027" y="685622"/>
                    </a:lnTo>
                    <a:lnTo>
                      <a:pt x="917936" y="707080"/>
                    </a:lnTo>
                    <a:lnTo>
                      <a:pt x="919892" y="728738"/>
                    </a:lnTo>
                    <a:lnTo>
                      <a:pt x="921801" y="750595"/>
                    </a:lnTo>
                    <a:lnTo>
                      <a:pt x="923756" y="772639"/>
                    </a:lnTo>
                    <a:lnTo>
                      <a:pt x="925665" y="794859"/>
                    </a:lnTo>
                    <a:lnTo>
                      <a:pt x="927621" y="817251"/>
                    </a:lnTo>
                    <a:lnTo>
                      <a:pt x="929530" y="839809"/>
                    </a:lnTo>
                    <a:lnTo>
                      <a:pt x="931485" y="862520"/>
                    </a:lnTo>
                    <a:lnTo>
                      <a:pt x="933441" y="885384"/>
                    </a:lnTo>
                    <a:lnTo>
                      <a:pt x="935350" y="908380"/>
                    </a:lnTo>
                    <a:lnTo>
                      <a:pt x="937306" y="931510"/>
                    </a:lnTo>
                    <a:lnTo>
                      <a:pt x="939215" y="954765"/>
                    </a:lnTo>
                    <a:lnTo>
                      <a:pt x="941170" y="978133"/>
                    </a:lnTo>
                    <a:lnTo>
                      <a:pt x="943079" y="1001606"/>
                    </a:lnTo>
                    <a:lnTo>
                      <a:pt x="945035" y="1025175"/>
                    </a:lnTo>
                    <a:lnTo>
                      <a:pt x="946944" y="1048839"/>
                    </a:lnTo>
                    <a:lnTo>
                      <a:pt x="948899" y="1072579"/>
                    </a:lnTo>
                    <a:lnTo>
                      <a:pt x="950808" y="1096396"/>
                    </a:lnTo>
                    <a:lnTo>
                      <a:pt x="952764" y="1120274"/>
                    </a:lnTo>
                    <a:lnTo>
                      <a:pt x="954719" y="1144205"/>
                    </a:lnTo>
                    <a:lnTo>
                      <a:pt x="956629" y="1168188"/>
                    </a:lnTo>
                    <a:lnTo>
                      <a:pt x="958584" y="1192209"/>
                    </a:lnTo>
                    <a:lnTo>
                      <a:pt x="960493" y="1216259"/>
                    </a:lnTo>
                    <a:lnTo>
                      <a:pt x="962449" y="1240328"/>
                    </a:lnTo>
                    <a:lnTo>
                      <a:pt x="964358" y="1264411"/>
                    </a:lnTo>
                    <a:lnTo>
                      <a:pt x="966313" y="1288504"/>
                    </a:lnTo>
                    <a:lnTo>
                      <a:pt x="968222" y="1312587"/>
                    </a:lnTo>
                    <a:lnTo>
                      <a:pt x="970178" y="1336656"/>
                    </a:lnTo>
                    <a:lnTo>
                      <a:pt x="972087" y="1360706"/>
                    </a:lnTo>
                    <a:lnTo>
                      <a:pt x="974042" y="1384727"/>
                    </a:lnTo>
                    <a:lnTo>
                      <a:pt x="975952" y="1408710"/>
                    </a:lnTo>
                    <a:lnTo>
                      <a:pt x="977907" y="1432641"/>
                    </a:lnTo>
                    <a:lnTo>
                      <a:pt x="979863" y="1456519"/>
                    </a:lnTo>
                    <a:lnTo>
                      <a:pt x="981772" y="1480336"/>
                    </a:lnTo>
                    <a:lnTo>
                      <a:pt x="983727" y="1504076"/>
                    </a:lnTo>
                    <a:lnTo>
                      <a:pt x="985636" y="1527740"/>
                    </a:lnTo>
                    <a:lnTo>
                      <a:pt x="987592" y="1551309"/>
                    </a:lnTo>
                    <a:lnTo>
                      <a:pt x="989500" y="1574782"/>
                    </a:lnTo>
                    <a:lnTo>
                      <a:pt x="991456" y="1598150"/>
                    </a:lnTo>
                    <a:lnTo>
                      <a:pt x="993365" y="1621404"/>
                    </a:lnTo>
                    <a:lnTo>
                      <a:pt x="995321" y="1644535"/>
                    </a:lnTo>
                    <a:lnTo>
                      <a:pt x="997230" y="1667531"/>
                    </a:lnTo>
                    <a:lnTo>
                      <a:pt x="999186" y="1690395"/>
                    </a:lnTo>
                    <a:lnTo>
                      <a:pt x="1001141" y="1713106"/>
                    </a:lnTo>
                    <a:lnTo>
                      <a:pt x="1003050" y="1735664"/>
                    </a:lnTo>
                    <a:lnTo>
                      <a:pt x="1005006" y="1758056"/>
                    </a:lnTo>
                    <a:lnTo>
                      <a:pt x="1006915" y="1780276"/>
                    </a:lnTo>
                    <a:lnTo>
                      <a:pt x="1008870" y="1802319"/>
                    </a:lnTo>
                    <a:lnTo>
                      <a:pt x="1010779" y="1824177"/>
                    </a:lnTo>
                    <a:lnTo>
                      <a:pt x="1012735" y="1845835"/>
                    </a:lnTo>
                    <a:lnTo>
                      <a:pt x="1014644" y="1867293"/>
                    </a:lnTo>
                    <a:lnTo>
                      <a:pt x="1016599" y="1888541"/>
                    </a:lnTo>
                    <a:lnTo>
                      <a:pt x="1018509" y="1909569"/>
                    </a:lnTo>
                    <a:lnTo>
                      <a:pt x="1020464" y="1930374"/>
                    </a:lnTo>
                    <a:lnTo>
                      <a:pt x="1022373" y="1950945"/>
                    </a:lnTo>
                    <a:lnTo>
                      <a:pt x="1024329" y="1971279"/>
                    </a:lnTo>
                    <a:lnTo>
                      <a:pt x="1026284" y="1991364"/>
                    </a:lnTo>
                    <a:lnTo>
                      <a:pt x="1028193" y="2011192"/>
                    </a:lnTo>
                    <a:lnTo>
                      <a:pt x="1030149" y="2030758"/>
                    </a:lnTo>
                    <a:lnTo>
                      <a:pt x="1032057" y="2050057"/>
                    </a:lnTo>
                    <a:lnTo>
                      <a:pt x="1034013" y="2069084"/>
                    </a:lnTo>
                    <a:lnTo>
                      <a:pt x="1035922" y="2087826"/>
                    </a:lnTo>
                    <a:lnTo>
                      <a:pt x="1037878" y="2106276"/>
                    </a:lnTo>
                    <a:lnTo>
                      <a:pt x="1039787" y="2124436"/>
                    </a:lnTo>
                    <a:lnTo>
                      <a:pt x="1041742" y="2142292"/>
                    </a:lnTo>
                    <a:lnTo>
                      <a:pt x="1043651" y="2159837"/>
                    </a:lnTo>
                    <a:lnTo>
                      <a:pt x="1045607" y="2177068"/>
                    </a:lnTo>
                    <a:lnTo>
                      <a:pt x="1047563" y="2193980"/>
                    </a:lnTo>
                    <a:lnTo>
                      <a:pt x="1049471" y="2210567"/>
                    </a:lnTo>
                    <a:lnTo>
                      <a:pt x="1051427" y="2226821"/>
                    </a:lnTo>
                    <a:lnTo>
                      <a:pt x="1053336" y="2242737"/>
                    </a:lnTo>
                    <a:lnTo>
                      <a:pt x="1055291" y="2258305"/>
                    </a:lnTo>
                    <a:lnTo>
                      <a:pt x="1057201" y="2273525"/>
                    </a:lnTo>
                    <a:lnTo>
                      <a:pt x="1059156" y="2288392"/>
                    </a:lnTo>
                    <a:lnTo>
                      <a:pt x="1061066" y="2302897"/>
                    </a:lnTo>
                    <a:lnTo>
                      <a:pt x="1063021" y="2317040"/>
                    </a:lnTo>
                    <a:lnTo>
                      <a:pt x="1064930" y="2330807"/>
                    </a:lnTo>
                    <a:lnTo>
                      <a:pt x="1066886" y="2344202"/>
                    </a:lnTo>
                    <a:lnTo>
                      <a:pt x="1068794" y="2357216"/>
                    </a:lnTo>
                    <a:lnTo>
                      <a:pt x="1070750" y="2369848"/>
                    </a:lnTo>
                    <a:lnTo>
                      <a:pt x="1072706" y="2382090"/>
                    </a:lnTo>
                    <a:lnTo>
                      <a:pt x="1074614" y="2393936"/>
                    </a:lnTo>
                    <a:lnTo>
                      <a:pt x="1076570" y="2405382"/>
                    </a:lnTo>
                    <a:lnTo>
                      <a:pt x="1078479" y="2416433"/>
                    </a:lnTo>
                    <a:lnTo>
                      <a:pt x="1080435" y="2427073"/>
                    </a:lnTo>
                    <a:lnTo>
                      <a:pt x="1082344" y="2437304"/>
                    </a:lnTo>
                    <a:lnTo>
                      <a:pt x="1084299" y="2447120"/>
                    </a:lnTo>
                    <a:lnTo>
                      <a:pt x="1086208" y="2456522"/>
                    </a:lnTo>
                    <a:lnTo>
                      <a:pt x="1088164" y="2465505"/>
                    </a:lnTo>
                    <a:lnTo>
                      <a:pt x="1090073" y="2474063"/>
                    </a:lnTo>
                    <a:lnTo>
                      <a:pt x="1092028" y="2482197"/>
                    </a:lnTo>
                    <a:lnTo>
                      <a:pt x="1093984" y="2489897"/>
                    </a:lnTo>
                    <a:lnTo>
                      <a:pt x="1095893" y="2497169"/>
                    </a:lnTo>
                    <a:lnTo>
                      <a:pt x="1097848" y="2504007"/>
                    </a:lnTo>
                    <a:lnTo>
                      <a:pt x="1099758" y="2510402"/>
                    </a:lnTo>
                    <a:lnTo>
                      <a:pt x="1101713" y="2516363"/>
                    </a:lnTo>
                    <a:lnTo>
                      <a:pt x="1103622" y="2521881"/>
                    </a:lnTo>
                    <a:lnTo>
                      <a:pt x="1105578" y="2526956"/>
                    </a:lnTo>
                    <a:lnTo>
                      <a:pt x="1107487" y="2531588"/>
                    </a:lnTo>
                    <a:lnTo>
                      <a:pt x="1109442" y="2535772"/>
                    </a:lnTo>
                    <a:lnTo>
                      <a:pt x="1111351" y="2539503"/>
                    </a:lnTo>
                    <a:lnTo>
                      <a:pt x="1113307" y="2542791"/>
                    </a:lnTo>
                    <a:lnTo>
                      <a:pt x="1115216" y="2545622"/>
                    </a:lnTo>
                    <a:lnTo>
                      <a:pt x="1117171" y="2548004"/>
                    </a:lnTo>
                    <a:lnTo>
                      <a:pt x="1119127" y="2549934"/>
                    </a:lnTo>
                    <a:lnTo>
                      <a:pt x="1121036" y="2551411"/>
                    </a:lnTo>
                    <a:lnTo>
                      <a:pt x="1122992" y="2552436"/>
                    </a:lnTo>
                    <a:lnTo>
                      <a:pt x="1124901" y="2553003"/>
                    </a:lnTo>
                    <a:lnTo>
                      <a:pt x="1126856" y="2553117"/>
                    </a:lnTo>
                    <a:lnTo>
                      <a:pt x="1128765" y="2552774"/>
                    </a:lnTo>
                    <a:lnTo>
                      <a:pt x="1130721" y="2551978"/>
                    </a:lnTo>
                    <a:lnTo>
                      <a:pt x="1132630" y="2550730"/>
                    </a:lnTo>
                    <a:lnTo>
                      <a:pt x="1134585" y="2549029"/>
                    </a:lnTo>
                    <a:lnTo>
                      <a:pt x="1136494" y="2546870"/>
                    </a:lnTo>
                    <a:lnTo>
                      <a:pt x="1138450" y="2544264"/>
                    </a:lnTo>
                    <a:lnTo>
                      <a:pt x="1140405" y="2541204"/>
                    </a:lnTo>
                    <a:lnTo>
                      <a:pt x="1142315" y="2537692"/>
                    </a:lnTo>
                    <a:lnTo>
                      <a:pt x="1144270" y="2533732"/>
                    </a:lnTo>
                    <a:lnTo>
                      <a:pt x="1146179" y="2529329"/>
                    </a:lnTo>
                    <a:lnTo>
                      <a:pt x="1148135" y="2524474"/>
                    </a:lnTo>
                    <a:lnTo>
                      <a:pt x="1150044" y="2519180"/>
                    </a:lnTo>
                    <a:lnTo>
                      <a:pt x="1151999" y="2513437"/>
                    </a:lnTo>
                    <a:lnTo>
                      <a:pt x="1153908" y="2507262"/>
                    </a:lnTo>
                    <a:lnTo>
                      <a:pt x="1155864" y="2500643"/>
                    </a:lnTo>
                    <a:lnTo>
                      <a:pt x="1157773" y="2493591"/>
                    </a:lnTo>
                    <a:lnTo>
                      <a:pt x="1159728" y="2486100"/>
                    </a:lnTo>
                    <a:lnTo>
                      <a:pt x="1161638" y="2478185"/>
                    </a:lnTo>
                    <a:lnTo>
                      <a:pt x="1163593" y="2469836"/>
                    </a:lnTo>
                    <a:lnTo>
                      <a:pt x="1165548" y="2461068"/>
                    </a:lnTo>
                    <a:lnTo>
                      <a:pt x="1167458" y="2451876"/>
                    </a:lnTo>
                    <a:lnTo>
                      <a:pt x="1169413" y="2442265"/>
                    </a:lnTo>
                    <a:lnTo>
                      <a:pt x="1171322" y="2432239"/>
                    </a:lnTo>
                    <a:lnTo>
                      <a:pt x="1173278" y="2421803"/>
                    </a:lnTo>
                    <a:lnTo>
                      <a:pt x="1175186" y="2410957"/>
                    </a:lnTo>
                    <a:lnTo>
                      <a:pt x="1177142" y="2399712"/>
                    </a:lnTo>
                    <a:lnTo>
                      <a:pt x="1179051" y="2388061"/>
                    </a:lnTo>
                    <a:lnTo>
                      <a:pt x="1181007" y="2376019"/>
                    </a:lnTo>
                    <a:lnTo>
                      <a:pt x="1182916" y="2363582"/>
                    </a:lnTo>
                    <a:lnTo>
                      <a:pt x="1184871" y="2350759"/>
                    </a:lnTo>
                    <a:lnTo>
                      <a:pt x="1186827" y="2337555"/>
                    </a:lnTo>
                    <a:lnTo>
                      <a:pt x="1188736" y="2323969"/>
                    </a:lnTo>
                    <a:lnTo>
                      <a:pt x="1190692" y="2310017"/>
                    </a:lnTo>
                    <a:lnTo>
                      <a:pt x="1192601" y="2295693"/>
                    </a:lnTo>
                    <a:lnTo>
                      <a:pt x="1194556" y="2281006"/>
                    </a:lnTo>
                    <a:lnTo>
                      <a:pt x="1196465" y="2265963"/>
                    </a:lnTo>
                    <a:lnTo>
                      <a:pt x="1198421" y="2250561"/>
                    </a:lnTo>
                    <a:lnTo>
                      <a:pt x="1200330" y="2234822"/>
                    </a:lnTo>
                    <a:lnTo>
                      <a:pt x="1202285" y="2218735"/>
                    </a:lnTo>
                    <a:lnTo>
                      <a:pt x="1204194" y="2202314"/>
                    </a:lnTo>
                    <a:lnTo>
                      <a:pt x="1206150" y="2185564"/>
                    </a:lnTo>
                    <a:lnTo>
                      <a:pt x="1208059" y="2168491"/>
                    </a:lnTo>
                    <a:lnTo>
                      <a:pt x="1210015" y="2151102"/>
                    </a:lnTo>
                    <a:lnTo>
                      <a:pt x="1211970" y="2133400"/>
                    </a:lnTo>
                    <a:lnTo>
                      <a:pt x="1213879" y="2115392"/>
                    </a:lnTo>
                    <a:lnTo>
                      <a:pt x="1215835" y="2097089"/>
                    </a:lnTo>
                    <a:lnTo>
                      <a:pt x="1217743" y="2078490"/>
                    </a:lnTo>
                    <a:lnTo>
                      <a:pt x="1219699" y="2059606"/>
                    </a:lnTo>
                    <a:lnTo>
                      <a:pt x="1221608" y="2040440"/>
                    </a:lnTo>
                    <a:lnTo>
                      <a:pt x="1223564" y="2021008"/>
                    </a:lnTo>
                    <a:lnTo>
                      <a:pt x="1225473" y="2001309"/>
                    </a:lnTo>
                    <a:lnTo>
                      <a:pt x="1227428" y="1981352"/>
                    </a:lnTo>
                    <a:lnTo>
                      <a:pt x="1229337" y="1961143"/>
                    </a:lnTo>
                    <a:lnTo>
                      <a:pt x="1231293" y="1940691"/>
                    </a:lnTo>
                    <a:lnTo>
                      <a:pt x="1233249" y="1920001"/>
                    </a:lnTo>
                    <a:lnTo>
                      <a:pt x="1235157" y="1899086"/>
                    </a:lnTo>
                    <a:lnTo>
                      <a:pt x="1237113" y="1877943"/>
                    </a:lnTo>
                    <a:lnTo>
                      <a:pt x="1239022" y="1856590"/>
                    </a:lnTo>
                    <a:lnTo>
                      <a:pt x="1240977" y="1835032"/>
                    </a:lnTo>
                    <a:lnTo>
                      <a:pt x="1242887" y="1813270"/>
                    </a:lnTo>
                    <a:lnTo>
                      <a:pt x="1244842" y="1791321"/>
                    </a:lnTo>
                    <a:lnTo>
                      <a:pt x="1246751" y="1769187"/>
                    </a:lnTo>
                    <a:lnTo>
                      <a:pt x="1248707" y="1746881"/>
                    </a:lnTo>
                    <a:lnTo>
                      <a:pt x="1250616" y="1724404"/>
                    </a:lnTo>
                    <a:lnTo>
                      <a:pt x="1252571" y="1701769"/>
                    </a:lnTo>
                    <a:lnTo>
                      <a:pt x="1254480" y="1678982"/>
                    </a:lnTo>
                    <a:lnTo>
                      <a:pt x="1256436" y="1656052"/>
                    </a:lnTo>
                    <a:lnTo>
                      <a:pt x="1258391" y="1632984"/>
                    </a:lnTo>
                    <a:lnTo>
                      <a:pt x="1260300" y="1609792"/>
                    </a:lnTo>
                    <a:lnTo>
                      <a:pt x="1262256" y="1586480"/>
                    </a:lnTo>
                    <a:lnTo>
                      <a:pt x="1264165" y="1563059"/>
                    </a:lnTo>
                    <a:lnTo>
                      <a:pt x="1266120" y="1539534"/>
                    </a:lnTo>
                    <a:lnTo>
                      <a:pt x="1268030" y="1515918"/>
                    </a:lnTo>
                    <a:lnTo>
                      <a:pt x="1269985" y="1492216"/>
                    </a:lnTo>
                    <a:lnTo>
                      <a:pt x="1271894" y="1468437"/>
                    </a:lnTo>
                    <a:lnTo>
                      <a:pt x="1273850" y="1444587"/>
                    </a:lnTo>
                    <a:lnTo>
                      <a:pt x="1275759" y="1420681"/>
                    </a:lnTo>
                    <a:lnTo>
                      <a:pt x="1277714" y="1396721"/>
                    </a:lnTo>
                    <a:lnTo>
                      <a:pt x="1279670" y="1372719"/>
                    </a:lnTo>
                    <a:lnTo>
                      <a:pt x="1281579" y="1348683"/>
                    </a:lnTo>
                    <a:lnTo>
                      <a:pt x="1283534" y="1324624"/>
                    </a:lnTo>
                    <a:lnTo>
                      <a:pt x="1285443" y="1300545"/>
                    </a:lnTo>
                    <a:lnTo>
                      <a:pt x="1287399" y="1276457"/>
                    </a:lnTo>
                    <a:lnTo>
                      <a:pt x="1289308" y="1252370"/>
                    </a:lnTo>
                    <a:lnTo>
                      <a:pt x="1291264" y="1228291"/>
                    </a:lnTo>
                    <a:lnTo>
                      <a:pt x="1293173" y="1204232"/>
                    </a:lnTo>
                    <a:lnTo>
                      <a:pt x="1295128" y="1180196"/>
                    </a:lnTo>
                    <a:lnTo>
                      <a:pt x="1297037" y="1156194"/>
                    </a:lnTo>
                    <a:lnTo>
                      <a:pt x="1298993" y="1132234"/>
                    </a:lnTo>
                    <a:lnTo>
                      <a:pt x="1300902" y="1108328"/>
                    </a:lnTo>
                    <a:lnTo>
                      <a:pt x="1302857" y="1084478"/>
                    </a:lnTo>
                    <a:lnTo>
                      <a:pt x="1304813" y="1060699"/>
                    </a:lnTo>
                    <a:lnTo>
                      <a:pt x="1306722" y="1036997"/>
                    </a:lnTo>
                    <a:lnTo>
                      <a:pt x="1308677" y="1013381"/>
                    </a:lnTo>
                    <a:lnTo>
                      <a:pt x="1310587" y="989855"/>
                    </a:lnTo>
                    <a:lnTo>
                      <a:pt x="1312542" y="966435"/>
                    </a:lnTo>
                    <a:lnTo>
                      <a:pt x="1314451" y="943123"/>
                    </a:lnTo>
                    <a:lnTo>
                      <a:pt x="1316407" y="919931"/>
                    </a:lnTo>
                    <a:lnTo>
                      <a:pt x="1318316" y="896863"/>
                    </a:lnTo>
                    <a:lnTo>
                      <a:pt x="1320271" y="873933"/>
                    </a:lnTo>
                    <a:lnTo>
                      <a:pt x="1322180" y="851146"/>
                    </a:lnTo>
                    <a:lnTo>
                      <a:pt x="1324136" y="828511"/>
                    </a:lnTo>
                    <a:lnTo>
                      <a:pt x="1326045" y="806034"/>
                    </a:lnTo>
                    <a:lnTo>
                      <a:pt x="1328000" y="783728"/>
                    </a:lnTo>
                    <a:lnTo>
                      <a:pt x="1329956" y="761594"/>
                    </a:lnTo>
                    <a:lnTo>
                      <a:pt x="1331865" y="739645"/>
                    </a:lnTo>
                    <a:lnTo>
                      <a:pt x="1333821" y="717883"/>
                    </a:lnTo>
                    <a:lnTo>
                      <a:pt x="1335730" y="696325"/>
                    </a:lnTo>
                    <a:lnTo>
                      <a:pt x="1337685" y="674972"/>
                    </a:lnTo>
                    <a:lnTo>
                      <a:pt x="1339594" y="653829"/>
                    </a:lnTo>
                    <a:lnTo>
                      <a:pt x="1341550" y="632915"/>
                    </a:lnTo>
                    <a:lnTo>
                      <a:pt x="1343459" y="612224"/>
                    </a:lnTo>
                    <a:lnTo>
                      <a:pt x="1345414" y="591772"/>
                    </a:lnTo>
                    <a:lnTo>
                      <a:pt x="1347323" y="571563"/>
                    </a:lnTo>
                    <a:lnTo>
                      <a:pt x="1349279" y="551606"/>
                    </a:lnTo>
                    <a:lnTo>
                      <a:pt x="1351234" y="531907"/>
                    </a:lnTo>
                    <a:lnTo>
                      <a:pt x="1353144" y="512474"/>
                    </a:lnTo>
                    <a:lnTo>
                      <a:pt x="1355099" y="493309"/>
                    </a:lnTo>
                    <a:lnTo>
                      <a:pt x="1357008" y="474424"/>
                    </a:lnTo>
                    <a:lnTo>
                      <a:pt x="1358964" y="455826"/>
                    </a:lnTo>
                    <a:lnTo>
                      <a:pt x="1360872" y="437523"/>
                    </a:lnTo>
                    <a:lnTo>
                      <a:pt x="1362828" y="419515"/>
                    </a:lnTo>
                    <a:lnTo>
                      <a:pt x="1364737" y="401813"/>
                    </a:lnTo>
                    <a:lnTo>
                      <a:pt x="1366692" y="384424"/>
                    </a:lnTo>
                    <a:lnTo>
                      <a:pt x="1368602" y="367351"/>
                    </a:lnTo>
                    <a:lnTo>
                      <a:pt x="1370557" y="350601"/>
                    </a:lnTo>
                    <a:lnTo>
                      <a:pt x="1372466" y="334180"/>
                    </a:lnTo>
                    <a:lnTo>
                      <a:pt x="1374422" y="318093"/>
                    </a:lnTo>
                    <a:lnTo>
                      <a:pt x="1376378" y="302354"/>
                    </a:lnTo>
                    <a:lnTo>
                      <a:pt x="1378286" y="286957"/>
                    </a:lnTo>
                    <a:lnTo>
                      <a:pt x="1380242" y="271909"/>
                    </a:lnTo>
                    <a:lnTo>
                      <a:pt x="1382151" y="257223"/>
                    </a:lnTo>
                    <a:lnTo>
                      <a:pt x="1384106" y="242898"/>
                    </a:lnTo>
                    <a:lnTo>
                      <a:pt x="1386015" y="228946"/>
                    </a:lnTo>
                    <a:lnTo>
                      <a:pt x="1387971" y="215360"/>
                    </a:lnTo>
                    <a:lnTo>
                      <a:pt x="1389880" y="202156"/>
                    </a:lnTo>
                    <a:lnTo>
                      <a:pt x="1391836" y="189333"/>
                    </a:lnTo>
                    <a:lnTo>
                      <a:pt x="1393745" y="176896"/>
                    </a:lnTo>
                    <a:lnTo>
                      <a:pt x="1395701" y="164854"/>
                    </a:lnTo>
                    <a:lnTo>
                      <a:pt x="1397656" y="153203"/>
                    </a:lnTo>
                    <a:lnTo>
                      <a:pt x="1399565" y="141958"/>
                    </a:lnTo>
                    <a:lnTo>
                      <a:pt x="1401521" y="131112"/>
                    </a:lnTo>
                    <a:lnTo>
                      <a:pt x="1403429" y="120676"/>
                    </a:lnTo>
                    <a:lnTo>
                      <a:pt x="1405385" y="110650"/>
                    </a:lnTo>
                    <a:lnTo>
                      <a:pt x="1407294" y="101039"/>
                    </a:lnTo>
                    <a:lnTo>
                      <a:pt x="1409249" y="91847"/>
                    </a:lnTo>
                    <a:lnTo>
                      <a:pt x="1411159" y="83079"/>
                    </a:lnTo>
                    <a:lnTo>
                      <a:pt x="1413114" y="74730"/>
                    </a:lnTo>
                    <a:lnTo>
                      <a:pt x="1415023" y="66815"/>
                    </a:lnTo>
                    <a:lnTo>
                      <a:pt x="1416979" y="59329"/>
                    </a:lnTo>
                    <a:lnTo>
                      <a:pt x="1418888" y="52272"/>
                    </a:lnTo>
                    <a:lnTo>
                      <a:pt x="1420843" y="45653"/>
                    </a:lnTo>
                    <a:lnTo>
                      <a:pt x="1422799" y="39477"/>
                    </a:lnTo>
                    <a:lnTo>
                      <a:pt x="1424708" y="33735"/>
                    </a:lnTo>
                    <a:lnTo>
                      <a:pt x="1426663" y="28441"/>
                    </a:lnTo>
                    <a:lnTo>
                      <a:pt x="1428572" y="23586"/>
                    </a:lnTo>
                    <a:lnTo>
                      <a:pt x="1430528" y="19183"/>
                    </a:lnTo>
                    <a:lnTo>
                      <a:pt x="1432437" y="15223"/>
                    </a:lnTo>
                    <a:lnTo>
                      <a:pt x="1434393" y="11711"/>
                    </a:lnTo>
                    <a:lnTo>
                      <a:pt x="1436302" y="8651"/>
                    </a:lnTo>
                    <a:lnTo>
                      <a:pt x="1438257" y="6045"/>
                    </a:lnTo>
                    <a:lnTo>
                      <a:pt x="1440166" y="3886"/>
                    </a:lnTo>
                    <a:lnTo>
                      <a:pt x="1442122" y="2185"/>
                    </a:lnTo>
                    <a:lnTo>
                      <a:pt x="1444077" y="937"/>
                    </a:lnTo>
                    <a:lnTo>
                      <a:pt x="1445986" y="141"/>
                    </a:lnTo>
                    <a:lnTo>
                      <a:pt x="1447942" y="-202"/>
                    </a:lnTo>
                    <a:lnTo>
                      <a:pt x="1449851" y="-88"/>
                    </a:lnTo>
                    <a:lnTo>
                      <a:pt x="1451806" y="479"/>
                    </a:lnTo>
                    <a:lnTo>
                      <a:pt x="1453716" y="1504"/>
                    </a:lnTo>
                    <a:lnTo>
                      <a:pt x="1455671" y="2981"/>
                    </a:lnTo>
                    <a:lnTo>
                      <a:pt x="1457580" y="4911"/>
                    </a:lnTo>
                    <a:lnTo>
                      <a:pt x="1459536" y="7293"/>
                    </a:lnTo>
                    <a:lnTo>
                      <a:pt x="1461445" y="10124"/>
                    </a:lnTo>
                    <a:lnTo>
                      <a:pt x="1463400" y="13412"/>
                    </a:lnTo>
                    <a:lnTo>
                      <a:pt x="1465309" y="17143"/>
                    </a:lnTo>
                    <a:lnTo>
                      <a:pt x="1467265" y="21327"/>
                    </a:lnTo>
                    <a:lnTo>
                      <a:pt x="1469220" y="25959"/>
                    </a:lnTo>
                    <a:lnTo>
                      <a:pt x="1471129" y="31034"/>
                    </a:lnTo>
                    <a:lnTo>
                      <a:pt x="1473085" y="36552"/>
                    </a:lnTo>
                    <a:lnTo>
                      <a:pt x="1474994" y="42513"/>
                    </a:lnTo>
                    <a:lnTo>
                      <a:pt x="1476950" y="48908"/>
                    </a:lnTo>
                    <a:lnTo>
                      <a:pt x="1478859" y="55746"/>
                    </a:lnTo>
                    <a:lnTo>
                      <a:pt x="1480814" y="63017"/>
                    </a:lnTo>
                    <a:lnTo>
                      <a:pt x="1482723" y="70718"/>
                    </a:lnTo>
                    <a:lnTo>
                      <a:pt x="1484679" y="78852"/>
                    </a:lnTo>
                    <a:lnTo>
                      <a:pt x="1486587" y="87410"/>
                    </a:lnTo>
                    <a:lnTo>
                      <a:pt x="1488543" y="96393"/>
                    </a:lnTo>
                    <a:lnTo>
                      <a:pt x="1490499" y="105795"/>
                    </a:lnTo>
                    <a:lnTo>
                      <a:pt x="1492408" y="115611"/>
                    </a:lnTo>
                    <a:lnTo>
                      <a:pt x="1494363" y="125842"/>
                    </a:lnTo>
                    <a:lnTo>
                      <a:pt x="1496273" y="136482"/>
                    </a:lnTo>
                    <a:lnTo>
                      <a:pt x="1498228" y="147533"/>
                    </a:lnTo>
                    <a:lnTo>
                      <a:pt x="1500137" y="158979"/>
                    </a:lnTo>
                    <a:lnTo>
                      <a:pt x="1502093" y="170825"/>
                    </a:lnTo>
                    <a:lnTo>
                      <a:pt x="1504001" y="183067"/>
                    </a:lnTo>
                    <a:lnTo>
                      <a:pt x="1505957" y="195699"/>
                    </a:lnTo>
                    <a:lnTo>
                      <a:pt x="1507866" y="208713"/>
                    </a:lnTo>
                    <a:lnTo>
                      <a:pt x="1509821" y="222108"/>
                    </a:lnTo>
                    <a:lnTo>
                      <a:pt x="1511731" y="235875"/>
                    </a:lnTo>
                    <a:lnTo>
                      <a:pt x="1513686" y="250018"/>
                    </a:lnTo>
                    <a:lnTo>
                      <a:pt x="1515642" y="264523"/>
                    </a:lnTo>
                    <a:lnTo>
                      <a:pt x="1517551" y="279390"/>
                    </a:lnTo>
                    <a:lnTo>
                      <a:pt x="1519507" y="294610"/>
                    </a:lnTo>
                    <a:lnTo>
                      <a:pt x="1521416" y="310178"/>
                    </a:lnTo>
                    <a:lnTo>
                      <a:pt x="1523371" y="326094"/>
                    </a:lnTo>
                    <a:lnTo>
                      <a:pt x="1525280" y="342348"/>
                    </a:lnTo>
                    <a:lnTo>
                      <a:pt x="1527236" y="358935"/>
                    </a:lnTo>
                    <a:lnTo>
                      <a:pt x="1529144" y="375847"/>
                    </a:lnTo>
                    <a:lnTo>
                      <a:pt x="1531100" y="393078"/>
                    </a:lnTo>
                    <a:lnTo>
                      <a:pt x="1533009" y="410623"/>
                    </a:lnTo>
                    <a:lnTo>
                      <a:pt x="1534965" y="428483"/>
                    </a:lnTo>
                    <a:lnTo>
                      <a:pt x="1536920" y="446639"/>
                    </a:lnTo>
                    <a:lnTo>
                      <a:pt x="1538830" y="465089"/>
                    </a:lnTo>
                    <a:lnTo>
                      <a:pt x="1540785" y="483831"/>
                    </a:lnTo>
                    <a:lnTo>
                      <a:pt x="1542694" y="502858"/>
                    </a:lnTo>
                    <a:lnTo>
                      <a:pt x="1544650" y="522157"/>
                    </a:lnTo>
                    <a:lnTo>
                      <a:pt x="1546558" y="541723"/>
                    </a:lnTo>
                    <a:lnTo>
                      <a:pt x="1548514" y="561551"/>
                    </a:lnTo>
                    <a:lnTo>
                      <a:pt x="1550423" y="581636"/>
                    </a:lnTo>
                    <a:lnTo>
                      <a:pt x="1552378" y="601969"/>
                    </a:lnTo>
                    <a:lnTo>
                      <a:pt x="1554288" y="622541"/>
                    </a:lnTo>
                    <a:lnTo>
                      <a:pt x="1556243" y="643346"/>
                    </a:lnTo>
                    <a:lnTo>
                      <a:pt x="1558152" y="664374"/>
                    </a:lnTo>
                    <a:lnTo>
                      <a:pt x="1560108" y="685622"/>
                    </a:lnTo>
                    <a:lnTo>
                      <a:pt x="1562064" y="707080"/>
                    </a:lnTo>
                    <a:lnTo>
                      <a:pt x="1563972" y="728738"/>
                    </a:lnTo>
                    <a:lnTo>
                      <a:pt x="1565928" y="750595"/>
                    </a:lnTo>
                    <a:lnTo>
                      <a:pt x="1567837" y="772639"/>
                    </a:lnTo>
                    <a:lnTo>
                      <a:pt x="1569792" y="794859"/>
                    </a:lnTo>
                    <a:lnTo>
                      <a:pt x="1571701" y="817251"/>
                    </a:lnTo>
                    <a:lnTo>
                      <a:pt x="1573657" y="839809"/>
                    </a:lnTo>
                    <a:lnTo>
                      <a:pt x="1575566" y="862520"/>
                    </a:lnTo>
                    <a:lnTo>
                      <a:pt x="1577522" y="885384"/>
                    </a:lnTo>
                    <a:lnTo>
                      <a:pt x="1579431" y="908380"/>
                    </a:lnTo>
                    <a:lnTo>
                      <a:pt x="1581387" y="931510"/>
                    </a:lnTo>
                    <a:lnTo>
                      <a:pt x="1583342" y="954765"/>
                    </a:lnTo>
                    <a:lnTo>
                      <a:pt x="1585251" y="978133"/>
                    </a:lnTo>
                    <a:lnTo>
                      <a:pt x="1587207" y="1001606"/>
                    </a:lnTo>
                    <a:lnTo>
                      <a:pt x="1589115" y="1025175"/>
                    </a:lnTo>
                    <a:lnTo>
                      <a:pt x="1591071" y="1048839"/>
                    </a:lnTo>
                    <a:lnTo>
                      <a:pt x="1592980" y="1072579"/>
                    </a:lnTo>
                    <a:lnTo>
                      <a:pt x="1594935" y="1096396"/>
                    </a:lnTo>
                    <a:lnTo>
                      <a:pt x="1596845" y="1120274"/>
                    </a:lnTo>
                    <a:lnTo>
                      <a:pt x="1598800" y="1144205"/>
                    </a:lnTo>
                    <a:lnTo>
                      <a:pt x="1600709" y="1168188"/>
                    </a:lnTo>
                    <a:lnTo>
                      <a:pt x="1602665" y="1192209"/>
                    </a:lnTo>
                    <a:lnTo>
                      <a:pt x="1604574" y="1216259"/>
                    </a:lnTo>
                    <a:lnTo>
                      <a:pt x="1606529" y="1240328"/>
                    </a:lnTo>
                    <a:lnTo>
                      <a:pt x="1608485" y="1264411"/>
                    </a:lnTo>
                    <a:lnTo>
                      <a:pt x="1610394" y="1288504"/>
                    </a:lnTo>
                    <a:lnTo>
                      <a:pt x="1612349" y="1312587"/>
                    </a:lnTo>
                    <a:lnTo>
                      <a:pt x="1614258" y="1336656"/>
                    </a:lnTo>
                    <a:lnTo>
                      <a:pt x="1616214" y="1360706"/>
                    </a:lnTo>
                    <a:lnTo>
                      <a:pt x="1618123" y="1384727"/>
                    </a:lnTo>
                    <a:lnTo>
                      <a:pt x="1620079" y="1408710"/>
                    </a:lnTo>
                    <a:lnTo>
                      <a:pt x="1621988" y="1432641"/>
                    </a:lnTo>
                    <a:lnTo>
                      <a:pt x="1623943" y="1456519"/>
                    </a:lnTo>
                    <a:lnTo>
                      <a:pt x="1625852" y="1480336"/>
                    </a:lnTo>
                    <a:lnTo>
                      <a:pt x="1627808" y="1504076"/>
                    </a:lnTo>
                    <a:lnTo>
                      <a:pt x="1629763" y="1527740"/>
                    </a:lnTo>
                    <a:lnTo>
                      <a:pt x="1631672" y="1551309"/>
                    </a:lnTo>
                    <a:lnTo>
                      <a:pt x="1633628" y="1574782"/>
                    </a:lnTo>
                    <a:lnTo>
                      <a:pt x="1635537" y="1598150"/>
                    </a:lnTo>
                    <a:lnTo>
                      <a:pt x="1637492" y="1621404"/>
                    </a:lnTo>
                    <a:lnTo>
                      <a:pt x="1639402" y="1644535"/>
                    </a:lnTo>
                    <a:lnTo>
                      <a:pt x="1641357" y="1667531"/>
                    </a:lnTo>
                    <a:lnTo>
                      <a:pt x="1643266" y="1690395"/>
                    </a:lnTo>
                    <a:lnTo>
                      <a:pt x="1645222" y="1713106"/>
                    </a:lnTo>
                    <a:lnTo>
                      <a:pt x="1647131" y="1735664"/>
                    </a:lnTo>
                    <a:lnTo>
                      <a:pt x="1649086" y="1758056"/>
                    </a:lnTo>
                    <a:lnTo>
                      <a:pt x="1650995" y="1780276"/>
                    </a:lnTo>
                    <a:lnTo>
                      <a:pt x="1652951" y="1802319"/>
                    </a:lnTo>
                    <a:lnTo>
                      <a:pt x="1654906" y="1824177"/>
                    </a:lnTo>
                    <a:lnTo>
                      <a:pt x="1656815" y="1845835"/>
                    </a:lnTo>
                    <a:lnTo>
                      <a:pt x="1658771" y="1867293"/>
                    </a:lnTo>
                    <a:lnTo>
                      <a:pt x="1660680" y="1888541"/>
                    </a:lnTo>
                    <a:lnTo>
                      <a:pt x="1662636" y="1909569"/>
                    </a:lnTo>
                    <a:lnTo>
                      <a:pt x="1664545" y="1930374"/>
                    </a:lnTo>
                    <a:lnTo>
                      <a:pt x="1666500" y="1950945"/>
                    </a:lnTo>
                    <a:lnTo>
                      <a:pt x="1668409" y="1971279"/>
                    </a:lnTo>
                    <a:lnTo>
                      <a:pt x="1670365" y="1991364"/>
                    </a:lnTo>
                    <a:lnTo>
                      <a:pt x="1672273" y="2011192"/>
                    </a:lnTo>
                    <a:lnTo>
                      <a:pt x="1674229" y="2030758"/>
                    </a:lnTo>
                    <a:lnTo>
                      <a:pt x="1676185" y="2050057"/>
                    </a:lnTo>
                    <a:lnTo>
                      <a:pt x="1678094" y="2069084"/>
                    </a:lnTo>
                    <a:lnTo>
                      <a:pt x="1680049" y="2087826"/>
                    </a:lnTo>
                    <a:lnTo>
                      <a:pt x="1681959" y="2106276"/>
                    </a:lnTo>
                    <a:lnTo>
                      <a:pt x="1683914" y="2124436"/>
                    </a:lnTo>
                    <a:lnTo>
                      <a:pt x="1685823" y="2142292"/>
                    </a:lnTo>
                    <a:lnTo>
                      <a:pt x="1687779" y="2159837"/>
                    </a:lnTo>
                    <a:lnTo>
                      <a:pt x="1689687" y="2177068"/>
                    </a:lnTo>
                    <a:lnTo>
                      <a:pt x="1691643" y="2193980"/>
                    </a:lnTo>
                    <a:lnTo>
                      <a:pt x="1693552" y="2210567"/>
                    </a:lnTo>
                    <a:lnTo>
                      <a:pt x="1695507" y="2226821"/>
                    </a:lnTo>
                    <a:lnTo>
                      <a:pt x="1697417" y="2242737"/>
                    </a:lnTo>
                    <a:lnTo>
                      <a:pt x="1699372" y="2258305"/>
                    </a:lnTo>
                    <a:lnTo>
                      <a:pt x="1701328" y="2273525"/>
                    </a:lnTo>
                    <a:lnTo>
                      <a:pt x="1703237" y="2288392"/>
                    </a:lnTo>
                    <a:lnTo>
                      <a:pt x="1705192" y="2302897"/>
                    </a:lnTo>
                    <a:lnTo>
                      <a:pt x="1707102" y="2317040"/>
                    </a:lnTo>
                    <a:lnTo>
                      <a:pt x="1709057" y="2330807"/>
                    </a:lnTo>
                    <a:lnTo>
                      <a:pt x="1710966" y="2344202"/>
                    </a:lnTo>
                    <a:lnTo>
                      <a:pt x="1712922" y="2357216"/>
                    </a:lnTo>
                    <a:lnTo>
                      <a:pt x="1714830" y="2369848"/>
                    </a:lnTo>
                    <a:lnTo>
                      <a:pt x="1716786" y="2382090"/>
                    </a:lnTo>
                    <a:lnTo>
                      <a:pt x="1718695" y="2393936"/>
                    </a:lnTo>
                    <a:lnTo>
                      <a:pt x="1720651" y="2405382"/>
                    </a:lnTo>
                    <a:lnTo>
                      <a:pt x="1722606" y="2416433"/>
                    </a:lnTo>
                    <a:lnTo>
                      <a:pt x="1724515" y="2427073"/>
                    </a:lnTo>
                    <a:lnTo>
                      <a:pt x="1726471" y="2437304"/>
                    </a:lnTo>
                    <a:lnTo>
                      <a:pt x="1728380" y="2447120"/>
                    </a:lnTo>
                    <a:lnTo>
                      <a:pt x="1730336" y="2456522"/>
                    </a:lnTo>
                    <a:lnTo>
                      <a:pt x="1732244" y="2465505"/>
                    </a:lnTo>
                    <a:lnTo>
                      <a:pt x="1734200" y="2474063"/>
                    </a:lnTo>
                    <a:lnTo>
                      <a:pt x="1736109" y="2482197"/>
                    </a:lnTo>
                    <a:lnTo>
                      <a:pt x="1738064" y="2489897"/>
                    </a:lnTo>
                    <a:lnTo>
                      <a:pt x="1739974" y="2497169"/>
                    </a:lnTo>
                    <a:lnTo>
                      <a:pt x="1741929" y="2504007"/>
                    </a:lnTo>
                    <a:lnTo>
                      <a:pt x="1743838" y="2510402"/>
                    </a:lnTo>
                    <a:lnTo>
                      <a:pt x="1745794" y="2516363"/>
                    </a:lnTo>
                    <a:lnTo>
                      <a:pt x="1747749" y="2521881"/>
                    </a:lnTo>
                    <a:lnTo>
                      <a:pt x="1749658" y="2526956"/>
                    </a:lnTo>
                    <a:lnTo>
                      <a:pt x="1751614" y="2531588"/>
                    </a:lnTo>
                    <a:lnTo>
                      <a:pt x="1753523" y="2535772"/>
                    </a:lnTo>
                    <a:lnTo>
                      <a:pt x="1755478" y="2539503"/>
                    </a:lnTo>
                    <a:lnTo>
                      <a:pt x="1757387" y="2542791"/>
                    </a:lnTo>
                    <a:lnTo>
                      <a:pt x="1759343" y="2545622"/>
                    </a:lnTo>
                    <a:lnTo>
                      <a:pt x="1761252" y="2548004"/>
                    </a:lnTo>
                    <a:lnTo>
                      <a:pt x="1763208" y="2549934"/>
                    </a:lnTo>
                    <a:lnTo>
                      <a:pt x="1765117" y="2551411"/>
                    </a:lnTo>
                    <a:lnTo>
                      <a:pt x="1767072" y="2552436"/>
                    </a:lnTo>
                    <a:lnTo>
                      <a:pt x="1769028" y="2553003"/>
                    </a:lnTo>
                    <a:lnTo>
                      <a:pt x="1770937" y="2553117"/>
                    </a:lnTo>
                    <a:lnTo>
                      <a:pt x="1772892" y="2552774"/>
                    </a:lnTo>
                    <a:lnTo>
                      <a:pt x="1774801" y="2551978"/>
                    </a:lnTo>
                    <a:lnTo>
                      <a:pt x="1776757" y="2550730"/>
                    </a:lnTo>
                    <a:lnTo>
                      <a:pt x="1778666" y="2549029"/>
                    </a:lnTo>
                    <a:lnTo>
                      <a:pt x="1780621" y="2546870"/>
                    </a:lnTo>
                    <a:lnTo>
                      <a:pt x="1782531" y="2544264"/>
                    </a:lnTo>
                    <a:lnTo>
                      <a:pt x="1784486" y="2541204"/>
                    </a:lnTo>
                    <a:lnTo>
                      <a:pt x="1786395" y="2537692"/>
                    </a:lnTo>
                    <a:lnTo>
                      <a:pt x="1788351" y="2533732"/>
                    </a:lnTo>
                    <a:lnTo>
                      <a:pt x="1790260" y="2529329"/>
                    </a:lnTo>
                    <a:lnTo>
                      <a:pt x="1792215" y="2524474"/>
                    </a:lnTo>
                    <a:lnTo>
                      <a:pt x="1794171" y="2519180"/>
                    </a:lnTo>
                    <a:lnTo>
                      <a:pt x="1796080" y="2513437"/>
                    </a:lnTo>
                    <a:lnTo>
                      <a:pt x="1798035" y="2507262"/>
                    </a:lnTo>
                    <a:lnTo>
                      <a:pt x="1799944" y="2500643"/>
                    </a:lnTo>
                    <a:lnTo>
                      <a:pt x="1801900" y="2493591"/>
                    </a:lnTo>
                    <a:lnTo>
                      <a:pt x="1803809" y="2486100"/>
                    </a:lnTo>
                    <a:lnTo>
                      <a:pt x="1805764" y="2478185"/>
                    </a:lnTo>
                    <a:lnTo>
                      <a:pt x="1807674" y="2469836"/>
                    </a:lnTo>
                    <a:lnTo>
                      <a:pt x="1809629" y="2461068"/>
                    </a:lnTo>
                    <a:lnTo>
                      <a:pt x="1811538" y="2451876"/>
                    </a:lnTo>
                    <a:lnTo>
                      <a:pt x="1813494" y="2442265"/>
                    </a:lnTo>
                    <a:lnTo>
                      <a:pt x="1815449" y="2432239"/>
                    </a:lnTo>
                    <a:lnTo>
                      <a:pt x="1817358" y="2421803"/>
                    </a:lnTo>
                    <a:lnTo>
                      <a:pt x="1819314" y="2410957"/>
                    </a:lnTo>
                    <a:lnTo>
                      <a:pt x="1821223" y="2399712"/>
                    </a:lnTo>
                    <a:lnTo>
                      <a:pt x="1823178" y="2388061"/>
                    </a:lnTo>
                    <a:lnTo>
                      <a:pt x="1825087" y="2376019"/>
                    </a:lnTo>
                    <a:lnTo>
                      <a:pt x="1827043" y="2363582"/>
                    </a:lnTo>
                    <a:lnTo>
                      <a:pt x="1828952" y="2350759"/>
                    </a:lnTo>
                    <a:lnTo>
                      <a:pt x="1830908" y="2337555"/>
                    </a:lnTo>
                    <a:lnTo>
                      <a:pt x="1832817" y="2323969"/>
                    </a:lnTo>
                    <a:lnTo>
                      <a:pt x="1834772" y="2310017"/>
                    </a:lnTo>
                    <a:lnTo>
                      <a:pt x="1836681" y="2295693"/>
                    </a:lnTo>
                    <a:lnTo>
                      <a:pt x="1838637" y="2281006"/>
                    </a:lnTo>
                    <a:lnTo>
                      <a:pt x="1840592" y="2265963"/>
                    </a:lnTo>
                    <a:lnTo>
                      <a:pt x="1842501" y="2250561"/>
                    </a:lnTo>
                    <a:lnTo>
                      <a:pt x="1844457" y="2234822"/>
                    </a:lnTo>
                    <a:lnTo>
                      <a:pt x="1846366" y="2218735"/>
                    </a:lnTo>
                    <a:lnTo>
                      <a:pt x="1848321" y="2202314"/>
                    </a:lnTo>
                    <a:lnTo>
                      <a:pt x="1850231" y="2185564"/>
                    </a:lnTo>
                    <a:lnTo>
                      <a:pt x="1852186" y="2168491"/>
                    </a:lnTo>
                    <a:lnTo>
                      <a:pt x="1854095" y="2151102"/>
                    </a:lnTo>
                    <a:lnTo>
                      <a:pt x="1856051" y="2133400"/>
                    </a:lnTo>
                    <a:lnTo>
                      <a:pt x="1857959" y="2115392"/>
                    </a:lnTo>
                    <a:lnTo>
                      <a:pt x="1859915" y="2097089"/>
                    </a:lnTo>
                    <a:lnTo>
                      <a:pt x="1861871" y="2078490"/>
                    </a:lnTo>
                    <a:lnTo>
                      <a:pt x="1863780" y="2059606"/>
                    </a:lnTo>
                    <a:lnTo>
                      <a:pt x="1865735" y="2040440"/>
                    </a:lnTo>
                    <a:lnTo>
                      <a:pt x="1867644" y="2021008"/>
                    </a:lnTo>
                    <a:lnTo>
                      <a:pt x="1869600" y="2001309"/>
                    </a:lnTo>
                    <a:lnTo>
                      <a:pt x="1871509" y="1981352"/>
                    </a:lnTo>
                    <a:lnTo>
                      <a:pt x="1873465" y="1961143"/>
                    </a:lnTo>
                    <a:lnTo>
                      <a:pt x="1875373" y="1940691"/>
                    </a:lnTo>
                    <a:lnTo>
                      <a:pt x="1877329" y="1920001"/>
                    </a:lnTo>
                    <a:lnTo>
                      <a:pt x="1879238" y="1899086"/>
                    </a:lnTo>
                    <a:lnTo>
                      <a:pt x="1881193" y="1877943"/>
                    </a:lnTo>
                    <a:lnTo>
                      <a:pt x="1883103" y="1856590"/>
                    </a:lnTo>
                    <a:lnTo>
                      <a:pt x="1885058" y="1835032"/>
                    </a:lnTo>
                    <a:lnTo>
                      <a:pt x="1887014" y="1813270"/>
                    </a:lnTo>
                    <a:lnTo>
                      <a:pt x="1888923" y="1791321"/>
                    </a:lnTo>
                    <a:lnTo>
                      <a:pt x="1890878" y="1769187"/>
                    </a:lnTo>
                    <a:lnTo>
                      <a:pt x="1892787" y="1746881"/>
                    </a:lnTo>
                    <a:lnTo>
                      <a:pt x="1894743" y="1724404"/>
                    </a:lnTo>
                    <a:lnTo>
                      <a:pt x="1896652" y="1701769"/>
                    </a:lnTo>
                    <a:lnTo>
                      <a:pt x="1898607" y="1678982"/>
                    </a:lnTo>
                    <a:lnTo>
                      <a:pt x="1900516" y="1656052"/>
                    </a:lnTo>
                    <a:lnTo>
                      <a:pt x="1902472" y="1632984"/>
                    </a:lnTo>
                    <a:lnTo>
                      <a:pt x="1904381" y="1609792"/>
                    </a:lnTo>
                    <a:lnTo>
                      <a:pt x="1906336" y="1586480"/>
                    </a:lnTo>
                    <a:lnTo>
                      <a:pt x="1908292" y="1563059"/>
                    </a:lnTo>
                    <a:lnTo>
                      <a:pt x="1910201" y="1539534"/>
                    </a:lnTo>
                    <a:lnTo>
                      <a:pt x="1912157" y="1515918"/>
                    </a:lnTo>
                    <a:lnTo>
                      <a:pt x="1914066" y="1492216"/>
                    </a:lnTo>
                    <a:lnTo>
                      <a:pt x="1916022" y="1468437"/>
                    </a:lnTo>
                    <a:lnTo>
                      <a:pt x="1917930" y="1444587"/>
                    </a:lnTo>
                    <a:lnTo>
                      <a:pt x="1919886" y="1420681"/>
                    </a:lnTo>
                    <a:lnTo>
                      <a:pt x="1921795" y="1396721"/>
                    </a:lnTo>
                    <a:lnTo>
                      <a:pt x="1923750" y="1372719"/>
                    </a:lnTo>
                    <a:lnTo>
                      <a:pt x="1925659" y="1348683"/>
                    </a:lnTo>
                    <a:lnTo>
                      <a:pt x="1927615" y="1324624"/>
                    </a:lnTo>
                    <a:lnTo>
                      <a:pt x="1929524" y="1300545"/>
                    </a:lnTo>
                    <a:lnTo>
                      <a:pt x="1931480" y="1276457"/>
                    </a:lnTo>
                  </a:path>
                </a:pathLst>
              </a:custGeom>
              <a:noFill/>
              <a:ln w="47088" cap="flat">
                <a:solidFill>
                  <a:srgbClr val="8CA68C"/>
                </a:solidFill>
                <a:prstDash val="solid"/>
                <a:round/>
              </a:ln>
            </p:spPr>
          </p:sp>
          <p:sp>
            <p:nvSpPr>
              <p:cNvPr id="11" name="任意多边形: 形状 10">
                <a:extLst>
                  <a:ext uri="{FF2B5EF4-FFF2-40B4-BE49-F238E27FC236}">
                    <a16:creationId xmlns:a16="http://schemas.microsoft.com/office/drawing/2014/main" id="{C8B9E682-4AAB-E070-27BE-DDFABF41CFC4}"/>
                  </a:ext>
                </a:extLst>
              </p:cNvPr>
              <p:cNvSpPr/>
              <p:nvPr/>
            </p:nvSpPr>
            <p:spPr>
              <a:xfrm>
                <a:off x="2977352" y="3690558"/>
                <a:ext cx="3290096" cy="414717"/>
              </a:xfrm>
              <a:custGeom>
                <a:avLst/>
                <a:gdLst>
                  <a:gd name="csX0" fmla="*/ -1081 w 1932288"/>
                  <a:gd name="csY0" fmla="*/ 1276467 h 2553338"/>
                  <a:gd name="csX1" fmla="*/ 874 w 1932288"/>
                  <a:gd name="csY1" fmla="*/ 1244350 h 2553338"/>
                  <a:gd name="csX2" fmla="*/ 2783 w 1932288"/>
                  <a:gd name="csY2" fmla="*/ 1212256 h 2553338"/>
                  <a:gd name="csX3" fmla="*/ 4739 w 1932288"/>
                  <a:gd name="csY3" fmla="*/ 1180206 h 2553338"/>
                  <a:gd name="csX4" fmla="*/ 6648 w 1932288"/>
                  <a:gd name="csY4" fmla="*/ 1148212 h 2553338"/>
                  <a:gd name="csX5" fmla="*/ 8603 w 1932288"/>
                  <a:gd name="csY5" fmla="*/ 1116300 h 2553338"/>
                  <a:gd name="csX6" fmla="*/ 10512 w 1932288"/>
                  <a:gd name="csY6" fmla="*/ 1084487 h 2553338"/>
                  <a:gd name="csX7" fmla="*/ 12468 w 1932288"/>
                  <a:gd name="csY7" fmla="*/ 1052799 h 2553338"/>
                  <a:gd name="csX8" fmla="*/ 14377 w 1932288"/>
                  <a:gd name="csY8" fmla="*/ 1021253 h 2553338"/>
                  <a:gd name="csX9" fmla="*/ 16332 w 1932288"/>
                  <a:gd name="csY9" fmla="*/ 989865 h 2553338"/>
                  <a:gd name="csX10" fmla="*/ 18242 w 1932288"/>
                  <a:gd name="csY10" fmla="*/ 958663 h 2553338"/>
                  <a:gd name="csX11" fmla="*/ 20197 w 1932288"/>
                  <a:gd name="csY11" fmla="*/ 927655 h 2553338"/>
                  <a:gd name="csX12" fmla="*/ 22106 w 1932288"/>
                  <a:gd name="csY12" fmla="*/ 896872 h 2553338"/>
                  <a:gd name="csX13" fmla="*/ 24062 w 1932288"/>
                  <a:gd name="csY13" fmla="*/ 866332 h 2553338"/>
                  <a:gd name="csX14" fmla="*/ 26017 w 1932288"/>
                  <a:gd name="csY14" fmla="*/ 836050 h 2553338"/>
                  <a:gd name="csX15" fmla="*/ 27926 w 1932288"/>
                  <a:gd name="csY15" fmla="*/ 806043 h 2553338"/>
                  <a:gd name="csX16" fmla="*/ 29882 w 1932288"/>
                  <a:gd name="csY16" fmla="*/ 776337 h 2553338"/>
                  <a:gd name="csX17" fmla="*/ 31791 w 1932288"/>
                  <a:gd name="csY17" fmla="*/ 746950 h 2553338"/>
                  <a:gd name="csX18" fmla="*/ 33746 w 1932288"/>
                  <a:gd name="csY18" fmla="*/ 717892 h 2553338"/>
                  <a:gd name="csX19" fmla="*/ 35655 w 1932288"/>
                  <a:gd name="csY19" fmla="*/ 689191 h 2553338"/>
                  <a:gd name="csX20" fmla="*/ 37611 w 1932288"/>
                  <a:gd name="csY20" fmla="*/ 660862 h 2553338"/>
                  <a:gd name="csX21" fmla="*/ 39520 w 1932288"/>
                  <a:gd name="csY21" fmla="*/ 632924 h 2553338"/>
                  <a:gd name="csX22" fmla="*/ 41476 w 1932288"/>
                  <a:gd name="csY22" fmla="*/ 605391 h 2553338"/>
                  <a:gd name="csX23" fmla="*/ 43385 w 1932288"/>
                  <a:gd name="csY23" fmla="*/ 578282 h 2553338"/>
                  <a:gd name="csX24" fmla="*/ 45340 w 1932288"/>
                  <a:gd name="csY24" fmla="*/ 551616 h 2553338"/>
                  <a:gd name="csX25" fmla="*/ 47296 w 1932288"/>
                  <a:gd name="csY25" fmla="*/ 525407 h 2553338"/>
                  <a:gd name="csX26" fmla="*/ 49205 w 1932288"/>
                  <a:gd name="csY26" fmla="*/ 499675 h 2553338"/>
                  <a:gd name="csX27" fmla="*/ 51160 w 1932288"/>
                  <a:gd name="csY27" fmla="*/ 474434 h 2553338"/>
                  <a:gd name="csX28" fmla="*/ 53069 w 1932288"/>
                  <a:gd name="csY28" fmla="*/ 449703 h 2553338"/>
                  <a:gd name="csX29" fmla="*/ 55025 w 1932288"/>
                  <a:gd name="csY29" fmla="*/ 425496 h 2553338"/>
                  <a:gd name="csX30" fmla="*/ 56934 w 1932288"/>
                  <a:gd name="csY30" fmla="*/ 401822 h 2553338"/>
                  <a:gd name="csX31" fmla="*/ 58889 w 1932288"/>
                  <a:gd name="csY31" fmla="*/ 378706 h 2553338"/>
                  <a:gd name="csX32" fmla="*/ 60799 w 1932288"/>
                  <a:gd name="csY32" fmla="*/ 356157 h 2553338"/>
                  <a:gd name="csX33" fmla="*/ 62754 w 1932288"/>
                  <a:gd name="csY33" fmla="*/ 334190 h 2553338"/>
                  <a:gd name="csX34" fmla="*/ 64663 w 1932288"/>
                  <a:gd name="csY34" fmla="*/ 312818 h 2553338"/>
                  <a:gd name="csX35" fmla="*/ 66619 w 1932288"/>
                  <a:gd name="csY35" fmla="*/ 292056 h 2553338"/>
                  <a:gd name="csX36" fmla="*/ 68527 w 1932288"/>
                  <a:gd name="csY36" fmla="*/ 271918 h 2553338"/>
                  <a:gd name="csX37" fmla="*/ 70483 w 1932288"/>
                  <a:gd name="csY37" fmla="*/ 252419 h 2553338"/>
                  <a:gd name="csX38" fmla="*/ 72439 w 1932288"/>
                  <a:gd name="csY38" fmla="*/ 233563 h 2553338"/>
                  <a:gd name="csX39" fmla="*/ 74347 w 1932288"/>
                  <a:gd name="csY39" fmla="*/ 215370 h 2553338"/>
                  <a:gd name="csX40" fmla="*/ 76303 w 1932288"/>
                  <a:gd name="csY40" fmla="*/ 197848 h 2553338"/>
                  <a:gd name="csX41" fmla="*/ 78212 w 1932288"/>
                  <a:gd name="csY41" fmla="*/ 181008 h 2553338"/>
                  <a:gd name="csX42" fmla="*/ 80168 w 1932288"/>
                  <a:gd name="csY42" fmla="*/ 164864 h 2553338"/>
                  <a:gd name="csX43" fmla="*/ 82077 w 1932288"/>
                  <a:gd name="csY43" fmla="*/ 149420 h 2553338"/>
                  <a:gd name="csX44" fmla="*/ 84033 w 1932288"/>
                  <a:gd name="csY44" fmla="*/ 134691 h 2553338"/>
                  <a:gd name="csX45" fmla="*/ 85941 w 1932288"/>
                  <a:gd name="csY45" fmla="*/ 120686 h 2553338"/>
                  <a:gd name="csX46" fmla="*/ 87897 w 1932288"/>
                  <a:gd name="csY46" fmla="*/ 107410 h 2553338"/>
                  <a:gd name="csX47" fmla="*/ 89806 w 1932288"/>
                  <a:gd name="csY47" fmla="*/ 94873 h 2553338"/>
                  <a:gd name="csX48" fmla="*/ 91761 w 1932288"/>
                  <a:gd name="csY48" fmla="*/ 83088 h 2553338"/>
                  <a:gd name="csX49" fmla="*/ 93717 w 1932288"/>
                  <a:gd name="csY49" fmla="*/ 72052 h 2553338"/>
                  <a:gd name="csX50" fmla="*/ 95626 w 1932288"/>
                  <a:gd name="csY50" fmla="*/ 61783 h 2553338"/>
                  <a:gd name="csX51" fmla="*/ 97581 w 1932288"/>
                  <a:gd name="csY51" fmla="*/ 52282 h 2553338"/>
                  <a:gd name="csX52" fmla="*/ 99491 w 1932288"/>
                  <a:gd name="csY52" fmla="*/ 43556 h 2553338"/>
                  <a:gd name="csX53" fmla="*/ 101446 w 1932288"/>
                  <a:gd name="csY53" fmla="*/ 35608 h 2553338"/>
                  <a:gd name="csX54" fmla="*/ 103356 w 1932288"/>
                  <a:gd name="csY54" fmla="*/ 28451 h 2553338"/>
                  <a:gd name="csX55" fmla="*/ 105311 w 1932288"/>
                  <a:gd name="csY55" fmla="*/ 22080 h 2553338"/>
                  <a:gd name="csX56" fmla="*/ 107220 w 1932288"/>
                  <a:gd name="csY56" fmla="*/ 16500 h 2553338"/>
                  <a:gd name="csX57" fmla="*/ 109176 w 1932288"/>
                  <a:gd name="csY57" fmla="*/ 11720 h 2553338"/>
                  <a:gd name="csX58" fmla="*/ 111084 w 1932288"/>
                  <a:gd name="csY58" fmla="*/ 7741 h 2553338"/>
                  <a:gd name="csX59" fmla="*/ 113040 w 1932288"/>
                  <a:gd name="csY59" fmla="*/ 4568 h 2553338"/>
                  <a:gd name="csX60" fmla="*/ 114949 w 1932288"/>
                  <a:gd name="csY60" fmla="*/ 2195 h 2553338"/>
                  <a:gd name="csX61" fmla="*/ 116904 w 1932288"/>
                  <a:gd name="csY61" fmla="*/ 632 h 2553338"/>
                  <a:gd name="csX62" fmla="*/ 118860 w 1932288"/>
                  <a:gd name="csY62" fmla="*/ -126 h 2553338"/>
                  <a:gd name="csX63" fmla="*/ 120769 w 1932288"/>
                  <a:gd name="csY63" fmla="*/ -78 h 2553338"/>
                  <a:gd name="csX64" fmla="*/ 122725 w 1932288"/>
                  <a:gd name="csY64" fmla="*/ 779 h 2553338"/>
                  <a:gd name="csX65" fmla="*/ 124634 w 1932288"/>
                  <a:gd name="csY65" fmla="*/ 2447 h 2553338"/>
                  <a:gd name="csX66" fmla="*/ 126590 w 1932288"/>
                  <a:gd name="csY66" fmla="*/ 4920 h 2553338"/>
                  <a:gd name="csX67" fmla="*/ 128498 w 1932288"/>
                  <a:gd name="csY67" fmla="*/ 8194 h 2553338"/>
                  <a:gd name="csX68" fmla="*/ 130454 w 1932288"/>
                  <a:gd name="csY68" fmla="*/ 12273 h 2553338"/>
                  <a:gd name="csX69" fmla="*/ 132363 w 1932288"/>
                  <a:gd name="csY69" fmla="*/ 17153 h 2553338"/>
                  <a:gd name="csX70" fmla="*/ 134318 w 1932288"/>
                  <a:gd name="csY70" fmla="*/ 22833 h 2553338"/>
                  <a:gd name="csX71" fmla="*/ 136227 w 1932288"/>
                  <a:gd name="csY71" fmla="*/ 29299 h 2553338"/>
                  <a:gd name="csX72" fmla="*/ 138183 w 1932288"/>
                  <a:gd name="csY72" fmla="*/ 36561 h 2553338"/>
                  <a:gd name="csX73" fmla="*/ 140138 w 1932288"/>
                  <a:gd name="csY73" fmla="*/ 44605 h 2553338"/>
                  <a:gd name="csX74" fmla="*/ 142048 w 1932288"/>
                  <a:gd name="csY74" fmla="*/ 53430 h 2553338"/>
                  <a:gd name="csX75" fmla="*/ 144003 w 1932288"/>
                  <a:gd name="csY75" fmla="*/ 63027 h 2553338"/>
                  <a:gd name="csX76" fmla="*/ 145912 w 1932288"/>
                  <a:gd name="csY76" fmla="*/ 73391 h 2553338"/>
                  <a:gd name="csX77" fmla="*/ 147868 w 1932288"/>
                  <a:gd name="csY77" fmla="*/ 84518 h 2553338"/>
                  <a:gd name="csX78" fmla="*/ 149777 w 1932288"/>
                  <a:gd name="csY78" fmla="*/ 96402 h 2553338"/>
                  <a:gd name="csX79" fmla="*/ 151732 w 1932288"/>
                  <a:gd name="csY79" fmla="*/ 109030 h 2553338"/>
                  <a:gd name="csX80" fmla="*/ 153641 w 1932288"/>
                  <a:gd name="csY80" fmla="*/ 122396 h 2553338"/>
                  <a:gd name="csX81" fmla="*/ 155597 w 1932288"/>
                  <a:gd name="csY81" fmla="*/ 136492 h 2553338"/>
                  <a:gd name="csX82" fmla="*/ 157506 w 1932288"/>
                  <a:gd name="csY82" fmla="*/ 151312 h 2553338"/>
                  <a:gd name="csX83" fmla="*/ 159461 w 1932288"/>
                  <a:gd name="csY83" fmla="*/ 166841 h 2553338"/>
                  <a:gd name="csX84" fmla="*/ 161371 w 1932288"/>
                  <a:gd name="csY84" fmla="*/ 183076 h 2553338"/>
                  <a:gd name="csX85" fmla="*/ 163326 w 1932288"/>
                  <a:gd name="csY85" fmla="*/ 200002 h 2553338"/>
                  <a:gd name="csX86" fmla="*/ 165282 w 1932288"/>
                  <a:gd name="csY86" fmla="*/ 217610 h 2553338"/>
                  <a:gd name="csX87" fmla="*/ 167191 w 1932288"/>
                  <a:gd name="csY87" fmla="*/ 235884 h 2553338"/>
                  <a:gd name="csX88" fmla="*/ 169147 w 1932288"/>
                  <a:gd name="csY88" fmla="*/ 254821 h 2553338"/>
                  <a:gd name="csX89" fmla="*/ 171055 w 1932288"/>
                  <a:gd name="csY89" fmla="*/ 274401 h 2553338"/>
                  <a:gd name="csX90" fmla="*/ 173011 w 1932288"/>
                  <a:gd name="csY90" fmla="*/ 294620 h 2553338"/>
                  <a:gd name="csX91" fmla="*/ 174920 w 1932288"/>
                  <a:gd name="csY91" fmla="*/ 315458 h 2553338"/>
                  <a:gd name="csX92" fmla="*/ 176875 w 1932288"/>
                  <a:gd name="csY92" fmla="*/ 336901 h 2553338"/>
                  <a:gd name="csX93" fmla="*/ 178784 w 1932288"/>
                  <a:gd name="csY93" fmla="*/ 358945 h 2553338"/>
                  <a:gd name="csX94" fmla="*/ 180740 w 1932288"/>
                  <a:gd name="csY94" fmla="*/ 381565 h 2553338"/>
                  <a:gd name="csX95" fmla="*/ 182649 w 1932288"/>
                  <a:gd name="csY95" fmla="*/ 404753 h 2553338"/>
                  <a:gd name="csX96" fmla="*/ 184605 w 1932288"/>
                  <a:gd name="csY96" fmla="*/ 428493 h 2553338"/>
                  <a:gd name="csX97" fmla="*/ 186560 w 1932288"/>
                  <a:gd name="csY97" fmla="*/ 452767 h 2553338"/>
                  <a:gd name="csX98" fmla="*/ 188469 w 1932288"/>
                  <a:gd name="csY98" fmla="*/ 477565 h 2553338"/>
                  <a:gd name="csX99" fmla="*/ 190425 w 1932288"/>
                  <a:gd name="csY99" fmla="*/ 502868 h 2553338"/>
                  <a:gd name="csX100" fmla="*/ 192334 w 1932288"/>
                  <a:gd name="csY100" fmla="*/ 528657 h 2553338"/>
                  <a:gd name="csX101" fmla="*/ 194289 w 1932288"/>
                  <a:gd name="csY101" fmla="*/ 554923 h 2553338"/>
                  <a:gd name="csX102" fmla="*/ 196198 w 1932288"/>
                  <a:gd name="csY102" fmla="*/ 581646 h 2553338"/>
                  <a:gd name="csX103" fmla="*/ 198154 w 1932288"/>
                  <a:gd name="csY103" fmla="*/ 608807 h 2553338"/>
                  <a:gd name="csX104" fmla="*/ 200063 w 1932288"/>
                  <a:gd name="csY104" fmla="*/ 636393 h 2553338"/>
                  <a:gd name="csX105" fmla="*/ 202018 w 1932288"/>
                  <a:gd name="csY105" fmla="*/ 664384 h 2553338"/>
                  <a:gd name="csX106" fmla="*/ 203928 w 1932288"/>
                  <a:gd name="csY106" fmla="*/ 692761 h 2553338"/>
                  <a:gd name="csX107" fmla="*/ 205883 w 1932288"/>
                  <a:gd name="csY107" fmla="*/ 721504 h 2553338"/>
                  <a:gd name="csX108" fmla="*/ 207792 w 1932288"/>
                  <a:gd name="csY108" fmla="*/ 750605 h 2553338"/>
                  <a:gd name="csX109" fmla="*/ 209748 w 1932288"/>
                  <a:gd name="csY109" fmla="*/ 780035 h 2553338"/>
                  <a:gd name="csX110" fmla="*/ 211703 w 1932288"/>
                  <a:gd name="csY110" fmla="*/ 809779 h 2553338"/>
                  <a:gd name="csX111" fmla="*/ 213612 w 1932288"/>
                  <a:gd name="csY111" fmla="*/ 839819 h 2553338"/>
                  <a:gd name="csX112" fmla="*/ 215568 w 1932288"/>
                  <a:gd name="csY112" fmla="*/ 870135 h 2553338"/>
                  <a:gd name="csX113" fmla="*/ 217476 w 1932288"/>
                  <a:gd name="csY113" fmla="*/ 900708 h 2553338"/>
                  <a:gd name="csX114" fmla="*/ 219432 w 1932288"/>
                  <a:gd name="csY114" fmla="*/ 931520 h 2553338"/>
                  <a:gd name="csX115" fmla="*/ 221341 w 1932288"/>
                  <a:gd name="csY115" fmla="*/ 962551 h 2553338"/>
                  <a:gd name="csX116" fmla="*/ 223297 w 1932288"/>
                  <a:gd name="csY116" fmla="*/ 993777 h 2553338"/>
                  <a:gd name="csX117" fmla="*/ 225206 w 1932288"/>
                  <a:gd name="csY117" fmla="*/ 1025185 h 2553338"/>
                  <a:gd name="csX118" fmla="*/ 227162 w 1932288"/>
                  <a:gd name="csY118" fmla="*/ 1056754 h 2553338"/>
                  <a:gd name="csX119" fmla="*/ 229071 w 1932288"/>
                  <a:gd name="csY119" fmla="*/ 1088457 h 2553338"/>
                  <a:gd name="csX120" fmla="*/ 231026 w 1932288"/>
                  <a:gd name="csY120" fmla="*/ 1120283 h 2553338"/>
                  <a:gd name="csX121" fmla="*/ 232982 w 1932288"/>
                  <a:gd name="csY121" fmla="*/ 1152205 h 2553338"/>
                  <a:gd name="csX122" fmla="*/ 234891 w 1932288"/>
                  <a:gd name="csY122" fmla="*/ 1184208 h 2553338"/>
                  <a:gd name="csX123" fmla="*/ 236846 w 1932288"/>
                  <a:gd name="csY123" fmla="*/ 1216268 h 2553338"/>
                  <a:gd name="csX124" fmla="*/ 238755 w 1932288"/>
                  <a:gd name="csY124" fmla="*/ 1248367 h 2553338"/>
                  <a:gd name="csX125" fmla="*/ 240711 w 1932288"/>
                  <a:gd name="csY125" fmla="*/ 1280484 h 2553338"/>
                  <a:gd name="csX126" fmla="*/ 242620 w 1932288"/>
                  <a:gd name="csY126" fmla="*/ 1312597 h 2553338"/>
                  <a:gd name="csX127" fmla="*/ 244575 w 1932288"/>
                  <a:gd name="csY127" fmla="*/ 1344685 h 2553338"/>
                  <a:gd name="csX128" fmla="*/ 246485 w 1932288"/>
                  <a:gd name="csY128" fmla="*/ 1376736 h 2553338"/>
                  <a:gd name="csX129" fmla="*/ 248440 w 1932288"/>
                  <a:gd name="csY129" fmla="*/ 1408720 h 2553338"/>
                  <a:gd name="csX130" fmla="*/ 250349 w 1932288"/>
                  <a:gd name="csY130" fmla="*/ 1440618 h 2553338"/>
                  <a:gd name="csX131" fmla="*/ 252305 w 1932288"/>
                  <a:gd name="csY131" fmla="*/ 1472416 h 2553338"/>
                  <a:gd name="csX132" fmla="*/ 254213 w 1932288"/>
                  <a:gd name="csY132" fmla="*/ 1504086 h 2553338"/>
                  <a:gd name="csX133" fmla="*/ 256169 w 1932288"/>
                  <a:gd name="csY133" fmla="*/ 1535617 h 2553338"/>
                  <a:gd name="csX134" fmla="*/ 258125 w 1932288"/>
                  <a:gd name="csY134" fmla="*/ 1566981 h 2553338"/>
                  <a:gd name="csX135" fmla="*/ 260033 w 1932288"/>
                  <a:gd name="csY135" fmla="*/ 1598160 h 2553338"/>
                  <a:gd name="csX136" fmla="*/ 261989 w 1932288"/>
                  <a:gd name="csY136" fmla="*/ 1629138 h 2553338"/>
                  <a:gd name="csX137" fmla="*/ 263898 w 1932288"/>
                  <a:gd name="csY137" fmla="*/ 1659893 h 2553338"/>
                  <a:gd name="csX138" fmla="*/ 265854 w 1932288"/>
                  <a:gd name="csY138" fmla="*/ 1690404 h 2553338"/>
                  <a:gd name="csX139" fmla="*/ 267763 w 1932288"/>
                  <a:gd name="csY139" fmla="*/ 1720654 h 2553338"/>
                  <a:gd name="csX140" fmla="*/ 269719 w 1932288"/>
                  <a:gd name="csY140" fmla="*/ 1750617 h 2553338"/>
                  <a:gd name="csX141" fmla="*/ 271627 w 1932288"/>
                  <a:gd name="csY141" fmla="*/ 1780285 h 2553338"/>
                  <a:gd name="csX142" fmla="*/ 273583 w 1932288"/>
                  <a:gd name="csY142" fmla="*/ 1809634 h 2553338"/>
                  <a:gd name="csX143" fmla="*/ 275492 w 1932288"/>
                  <a:gd name="csY143" fmla="*/ 1838649 h 2553338"/>
                  <a:gd name="csX144" fmla="*/ 277447 w 1932288"/>
                  <a:gd name="csY144" fmla="*/ 1867302 h 2553338"/>
                  <a:gd name="csX145" fmla="*/ 279403 w 1932288"/>
                  <a:gd name="csY145" fmla="*/ 1895584 h 2553338"/>
                  <a:gd name="csX146" fmla="*/ 281312 w 1932288"/>
                  <a:gd name="csY146" fmla="*/ 1923474 h 2553338"/>
                  <a:gd name="csX147" fmla="*/ 283267 w 1932288"/>
                  <a:gd name="csY147" fmla="*/ 1950955 h 2553338"/>
                  <a:gd name="csX148" fmla="*/ 285177 w 1932288"/>
                  <a:gd name="csY148" fmla="*/ 1978012 h 2553338"/>
                  <a:gd name="csX149" fmla="*/ 287132 w 1932288"/>
                  <a:gd name="csY149" fmla="*/ 2004621 h 2553338"/>
                  <a:gd name="csX150" fmla="*/ 289042 w 1932288"/>
                  <a:gd name="csY150" fmla="*/ 2030767 h 2553338"/>
                  <a:gd name="csX151" fmla="*/ 290997 w 1932288"/>
                  <a:gd name="csY151" fmla="*/ 2056442 h 2553338"/>
                  <a:gd name="csX152" fmla="*/ 292906 w 1932288"/>
                  <a:gd name="csY152" fmla="*/ 2081617 h 2553338"/>
                  <a:gd name="csX153" fmla="*/ 294862 w 1932288"/>
                  <a:gd name="csY153" fmla="*/ 2106286 h 2553338"/>
                  <a:gd name="csX154" fmla="*/ 296770 w 1932288"/>
                  <a:gd name="csY154" fmla="*/ 2130431 h 2553338"/>
                  <a:gd name="csX155" fmla="*/ 298726 w 1932288"/>
                  <a:gd name="csY155" fmla="*/ 2154033 h 2553338"/>
                  <a:gd name="csX156" fmla="*/ 300635 w 1932288"/>
                  <a:gd name="csY156" fmla="*/ 2177077 h 2553338"/>
                  <a:gd name="csX157" fmla="*/ 302590 w 1932288"/>
                  <a:gd name="csY157" fmla="*/ 2199555 h 2553338"/>
                  <a:gd name="csX158" fmla="*/ 304546 w 1932288"/>
                  <a:gd name="csY158" fmla="*/ 2221451 h 2553338"/>
                  <a:gd name="csX159" fmla="*/ 306455 w 1932288"/>
                  <a:gd name="csY159" fmla="*/ 2242746 h 2553338"/>
                  <a:gd name="csX160" fmla="*/ 308411 w 1932288"/>
                  <a:gd name="csY160" fmla="*/ 2263427 h 2553338"/>
                  <a:gd name="csX161" fmla="*/ 310320 w 1932288"/>
                  <a:gd name="csY161" fmla="*/ 2283489 h 2553338"/>
                  <a:gd name="csX162" fmla="*/ 312276 w 1932288"/>
                  <a:gd name="csY162" fmla="*/ 2302907 h 2553338"/>
                  <a:gd name="csX163" fmla="*/ 314184 w 1932288"/>
                  <a:gd name="csY163" fmla="*/ 2321682 h 2553338"/>
                  <a:gd name="csX164" fmla="*/ 316140 w 1932288"/>
                  <a:gd name="csY164" fmla="*/ 2339789 h 2553338"/>
                  <a:gd name="csX165" fmla="*/ 318049 w 1932288"/>
                  <a:gd name="csY165" fmla="*/ 2357225 h 2553338"/>
                  <a:gd name="csX166" fmla="*/ 320004 w 1932288"/>
                  <a:gd name="csY166" fmla="*/ 2373979 h 2553338"/>
                  <a:gd name="csX167" fmla="*/ 321913 w 1932288"/>
                  <a:gd name="csY167" fmla="*/ 2390038 h 2553338"/>
                  <a:gd name="csX168" fmla="*/ 323869 w 1932288"/>
                  <a:gd name="csY168" fmla="*/ 2405392 h 2553338"/>
                  <a:gd name="csX169" fmla="*/ 325824 w 1932288"/>
                  <a:gd name="csY169" fmla="*/ 2420035 h 2553338"/>
                  <a:gd name="csX170" fmla="*/ 327734 w 1932288"/>
                  <a:gd name="csY170" fmla="*/ 2433949 h 2553338"/>
                  <a:gd name="csX171" fmla="*/ 329689 w 1932288"/>
                  <a:gd name="csY171" fmla="*/ 2447130 h 2553338"/>
                  <a:gd name="csX172" fmla="*/ 331598 w 1932288"/>
                  <a:gd name="csY172" fmla="*/ 2459577 h 2553338"/>
                  <a:gd name="csX173" fmla="*/ 333554 w 1932288"/>
                  <a:gd name="csY173" fmla="*/ 2471271 h 2553338"/>
                  <a:gd name="csX174" fmla="*/ 335463 w 1932288"/>
                  <a:gd name="csY174" fmla="*/ 2482207 h 2553338"/>
                  <a:gd name="csX175" fmla="*/ 337418 w 1932288"/>
                  <a:gd name="csY175" fmla="*/ 2492380 h 2553338"/>
                  <a:gd name="csX176" fmla="*/ 339327 w 1932288"/>
                  <a:gd name="csY176" fmla="*/ 2501787 h 2553338"/>
                  <a:gd name="csX177" fmla="*/ 341283 w 1932288"/>
                  <a:gd name="csY177" fmla="*/ 2510412 h 2553338"/>
                  <a:gd name="csX178" fmla="*/ 343192 w 1932288"/>
                  <a:gd name="csY178" fmla="*/ 2518260 h 2553338"/>
                  <a:gd name="csX179" fmla="*/ 345147 w 1932288"/>
                  <a:gd name="csY179" fmla="*/ 2525327 h 2553338"/>
                  <a:gd name="csX180" fmla="*/ 347057 w 1932288"/>
                  <a:gd name="csY180" fmla="*/ 2531598 h 2553338"/>
                  <a:gd name="csX181" fmla="*/ 349012 w 1932288"/>
                  <a:gd name="csY181" fmla="*/ 2537073 h 2553338"/>
                  <a:gd name="csX182" fmla="*/ 350968 w 1932288"/>
                  <a:gd name="csY182" fmla="*/ 2541752 h 2553338"/>
                  <a:gd name="csX183" fmla="*/ 352877 w 1932288"/>
                  <a:gd name="csY183" fmla="*/ 2545631 h 2553338"/>
                  <a:gd name="csX184" fmla="*/ 354832 w 1932288"/>
                  <a:gd name="csY184" fmla="*/ 2548709 h 2553338"/>
                  <a:gd name="csX185" fmla="*/ 356741 w 1932288"/>
                  <a:gd name="csY185" fmla="*/ 2550978 h 2553338"/>
                  <a:gd name="csX186" fmla="*/ 358697 w 1932288"/>
                  <a:gd name="csY186" fmla="*/ 2552445 h 2553338"/>
                  <a:gd name="csX187" fmla="*/ 360606 w 1932288"/>
                  <a:gd name="csY187" fmla="*/ 2553098 h 2553338"/>
                  <a:gd name="csX188" fmla="*/ 362561 w 1932288"/>
                  <a:gd name="csY188" fmla="*/ 2552951 h 2553338"/>
                  <a:gd name="csX189" fmla="*/ 364470 w 1932288"/>
                  <a:gd name="csY189" fmla="*/ 2551988 h 2553338"/>
                  <a:gd name="csX190" fmla="*/ 366426 w 1932288"/>
                  <a:gd name="csY190" fmla="*/ 2550225 h 2553338"/>
                  <a:gd name="csX191" fmla="*/ 368335 w 1932288"/>
                  <a:gd name="csY191" fmla="*/ 2547652 h 2553338"/>
                  <a:gd name="csX192" fmla="*/ 370291 w 1932288"/>
                  <a:gd name="csY192" fmla="*/ 2544273 h 2553338"/>
                  <a:gd name="csX193" fmla="*/ 372246 w 1932288"/>
                  <a:gd name="csY193" fmla="*/ 2540094 h 2553338"/>
                  <a:gd name="csX194" fmla="*/ 374155 w 1932288"/>
                  <a:gd name="csY194" fmla="*/ 2535114 h 2553338"/>
                  <a:gd name="csX195" fmla="*/ 376111 w 1932288"/>
                  <a:gd name="csY195" fmla="*/ 2529339 h 2553338"/>
                  <a:gd name="csX196" fmla="*/ 378020 w 1932288"/>
                  <a:gd name="csY196" fmla="*/ 2522768 h 2553338"/>
                  <a:gd name="csX197" fmla="*/ 379975 w 1932288"/>
                  <a:gd name="csY197" fmla="*/ 2515410 h 2553338"/>
                  <a:gd name="csX198" fmla="*/ 381884 w 1932288"/>
                  <a:gd name="csY198" fmla="*/ 2507271 h 2553338"/>
                  <a:gd name="csX199" fmla="*/ 383840 w 1932288"/>
                  <a:gd name="csY199" fmla="*/ 2498346 h 2553338"/>
                  <a:gd name="csX200" fmla="*/ 385749 w 1932288"/>
                  <a:gd name="csY200" fmla="*/ 2488654 h 2553338"/>
                  <a:gd name="csX201" fmla="*/ 387704 w 1932288"/>
                  <a:gd name="csY201" fmla="*/ 2478194 h 2553338"/>
                  <a:gd name="csX202" fmla="*/ 389614 w 1932288"/>
                  <a:gd name="csY202" fmla="*/ 2466972 h 2553338"/>
                  <a:gd name="csX203" fmla="*/ 391569 w 1932288"/>
                  <a:gd name="csY203" fmla="*/ 2454997 h 2553338"/>
                  <a:gd name="csX204" fmla="*/ 393478 w 1932288"/>
                  <a:gd name="csY204" fmla="*/ 2442274 h 2553338"/>
                  <a:gd name="csX205" fmla="*/ 395434 w 1932288"/>
                  <a:gd name="csY205" fmla="*/ 2428818 h 2553338"/>
                  <a:gd name="csX206" fmla="*/ 397389 w 1932288"/>
                  <a:gd name="csY206" fmla="*/ 2414627 h 2553338"/>
                  <a:gd name="csX207" fmla="*/ 399298 w 1932288"/>
                  <a:gd name="csY207" fmla="*/ 2399721 h 2553338"/>
                  <a:gd name="csX208" fmla="*/ 401254 w 1932288"/>
                  <a:gd name="csY208" fmla="*/ 2384101 h 2553338"/>
                  <a:gd name="csX209" fmla="*/ 403162 w 1932288"/>
                  <a:gd name="csY209" fmla="*/ 2367780 h 2553338"/>
                  <a:gd name="csX210" fmla="*/ 405118 w 1932288"/>
                  <a:gd name="csY210" fmla="*/ 2350768 h 2553338"/>
                  <a:gd name="csX211" fmla="*/ 407027 w 1932288"/>
                  <a:gd name="csY211" fmla="*/ 2333075 h 2553338"/>
                  <a:gd name="csX212" fmla="*/ 408983 w 1932288"/>
                  <a:gd name="csY212" fmla="*/ 2314720 h 2553338"/>
                  <a:gd name="csX213" fmla="*/ 410892 w 1932288"/>
                  <a:gd name="csY213" fmla="*/ 2295702 h 2553338"/>
                  <a:gd name="csX214" fmla="*/ 412848 w 1932288"/>
                  <a:gd name="csY214" fmla="*/ 2276041 h 2553338"/>
                  <a:gd name="csX215" fmla="*/ 414757 w 1932288"/>
                  <a:gd name="csY215" fmla="*/ 2255746 h 2553338"/>
                  <a:gd name="csX216" fmla="*/ 416712 w 1932288"/>
                  <a:gd name="csY216" fmla="*/ 2234831 h 2553338"/>
                  <a:gd name="csX217" fmla="*/ 418668 w 1932288"/>
                  <a:gd name="csY217" fmla="*/ 2213307 h 2553338"/>
                  <a:gd name="csX218" fmla="*/ 420577 w 1932288"/>
                  <a:gd name="csY218" fmla="*/ 2191197 h 2553338"/>
                  <a:gd name="csX219" fmla="*/ 422532 w 1932288"/>
                  <a:gd name="csY219" fmla="*/ 2168500 h 2553338"/>
                  <a:gd name="csX220" fmla="*/ 424441 w 1932288"/>
                  <a:gd name="csY220" fmla="*/ 2145246 h 2553338"/>
                  <a:gd name="csX221" fmla="*/ 426397 w 1932288"/>
                  <a:gd name="csY221" fmla="*/ 2121439 h 2553338"/>
                  <a:gd name="csX222" fmla="*/ 428306 w 1932288"/>
                  <a:gd name="csY222" fmla="*/ 2097098 h 2553338"/>
                  <a:gd name="csX223" fmla="*/ 430261 w 1932288"/>
                  <a:gd name="csY223" fmla="*/ 2072234 h 2553338"/>
                  <a:gd name="csX224" fmla="*/ 432171 w 1932288"/>
                  <a:gd name="csY224" fmla="*/ 2046869 h 2553338"/>
                  <a:gd name="csX225" fmla="*/ 434126 w 1932288"/>
                  <a:gd name="csY225" fmla="*/ 2021018 h 2553338"/>
                  <a:gd name="csX226" fmla="*/ 436035 w 1932288"/>
                  <a:gd name="csY226" fmla="*/ 1994695 h 2553338"/>
                  <a:gd name="csX227" fmla="*/ 437991 w 1932288"/>
                  <a:gd name="csY227" fmla="*/ 1967914 h 2553338"/>
                  <a:gd name="csX228" fmla="*/ 439899 w 1932288"/>
                  <a:gd name="csY228" fmla="*/ 1940700 h 2553338"/>
                  <a:gd name="csX229" fmla="*/ 441855 w 1932288"/>
                  <a:gd name="csY229" fmla="*/ 1913062 h 2553338"/>
                  <a:gd name="csX230" fmla="*/ 443811 w 1932288"/>
                  <a:gd name="csY230" fmla="*/ 1885024 h 2553338"/>
                  <a:gd name="csX231" fmla="*/ 445719 w 1932288"/>
                  <a:gd name="csY231" fmla="*/ 1856600 h 2553338"/>
                  <a:gd name="csX232" fmla="*/ 447675 w 1932288"/>
                  <a:gd name="csY232" fmla="*/ 1827808 h 2553338"/>
                  <a:gd name="csX233" fmla="*/ 449584 w 1932288"/>
                  <a:gd name="csY233" fmla="*/ 1798669 h 2553338"/>
                  <a:gd name="csX234" fmla="*/ 451540 w 1932288"/>
                  <a:gd name="csY234" fmla="*/ 1769197 h 2553338"/>
                  <a:gd name="csX235" fmla="*/ 453449 w 1932288"/>
                  <a:gd name="csY235" fmla="*/ 1739414 h 2553338"/>
                  <a:gd name="csX236" fmla="*/ 455404 w 1932288"/>
                  <a:gd name="csY236" fmla="*/ 1709341 h 2553338"/>
                  <a:gd name="csX237" fmla="*/ 457313 w 1932288"/>
                  <a:gd name="csY237" fmla="*/ 1678992 h 2553338"/>
                  <a:gd name="csX238" fmla="*/ 459269 w 1932288"/>
                  <a:gd name="csY238" fmla="*/ 1648385 h 2553338"/>
                  <a:gd name="csX239" fmla="*/ 461178 w 1932288"/>
                  <a:gd name="csY239" fmla="*/ 1617545 h 2553338"/>
                  <a:gd name="csX240" fmla="*/ 463133 w 1932288"/>
                  <a:gd name="csY240" fmla="*/ 1586490 h 2553338"/>
                  <a:gd name="csX241" fmla="*/ 465089 w 1932288"/>
                  <a:gd name="csY241" fmla="*/ 1555240 h 2553338"/>
                  <a:gd name="csX242" fmla="*/ 466998 w 1932288"/>
                  <a:gd name="csY242" fmla="*/ 1523809 h 2553338"/>
                  <a:gd name="csX243" fmla="*/ 468953 w 1932288"/>
                  <a:gd name="csY243" fmla="*/ 1492225 h 2553338"/>
                  <a:gd name="csX244" fmla="*/ 470863 w 1932288"/>
                  <a:gd name="csY244" fmla="*/ 1460503 h 2553338"/>
                  <a:gd name="csX245" fmla="*/ 472818 w 1932288"/>
                  <a:gd name="csY245" fmla="*/ 1428667 h 2553338"/>
                  <a:gd name="csX246" fmla="*/ 474727 w 1932288"/>
                  <a:gd name="csY246" fmla="*/ 1396731 h 2553338"/>
                  <a:gd name="csX247" fmla="*/ 476683 w 1932288"/>
                  <a:gd name="csY247" fmla="*/ 1364723 h 2553338"/>
                  <a:gd name="csX248" fmla="*/ 478592 w 1932288"/>
                  <a:gd name="csY248" fmla="*/ 1332658 h 2553338"/>
                  <a:gd name="csX249" fmla="*/ 480547 w 1932288"/>
                  <a:gd name="csY249" fmla="*/ 1300555 h 2553338"/>
                  <a:gd name="csX250" fmla="*/ 482456 w 1932288"/>
                  <a:gd name="csY250" fmla="*/ 1268438 h 2553338"/>
                  <a:gd name="csX251" fmla="*/ 484412 w 1932288"/>
                  <a:gd name="csY251" fmla="*/ 1236325 h 2553338"/>
                  <a:gd name="csX252" fmla="*/ 486321 w 1932288"/>
                  <a:gd name="csY252" fmla="*/ 1204241 h 2553338"/>
                  <a:gd name="csX253" fmla="*/ 488276 w 1932288"/>
                  <a:gd name="csY253" fmla="*/ 1172200 h 2553338"/>
                  <a:gd name="csX254" fmla="*/ 490232 w 1932288"/>
                  <a:gd name="csY254" fmla="*/ 1140226 h 2553338"/>
                  <a:gd name="csX255" fmla="*/ 492141 w 1932288"/>
                  <a:gd name="csY255" fmla="*/ 1108337 h 2553338"/>
                  <a:gd name="csX256" fmla="*/ 494097 w 1932288"/>
                  <a:gd name="csY256" fmla="*/ 1076553 h 2553338"/>
                  <a:gd name="csX257" fmla="*/ 496006 w 1932288"/>
                  <a:gd name="csY257" fmla="*/ 1044898 h 2553338"/>
                  <a:gd name="csX258" fmla="*/ 497961 w 1932288"/>
                  <a:gd name="csY258" fmla="*/ 1013391 h 2553338"/>
                  <a:gd name="csX259" fmla="*/ 499870 w 1932288"/>
                  <a:gd name="csY259" fmla="*/ 982045 h 2553338"/>
                  <a:gd name="csX260" fmla="*/ 501826 w 1932288"/>
                  <a:gd name="csY260" fmla="*/ 950890 h 2553338"/>
                  <a:gd name="csX261" fmla="*/ 503735 w 1932288"/>
                  <a:gd name="csY261" fmla="*/ 919941 h 2553338"/>
                  <a:gd name="csX262" fmla="*/ 505690 w 1932288"/>
                  <a:gd name="csY262" fmla="*/ 889215 h 2553338"/>
                  <a:gd name="csX263" fmla="*/ 507599 w 1932288"/>
                  <a:gd name="csY263" fmla="*/ 858737 h 2553338"/>
                  <a:gd name="csX264" fmla="*/ 509555 w 1932288"/>
                  <a:gd name="csY264" fmla="*/ 828521 h 2553338"/>
                  <a:gd name="csX265" fmla="*/ 511510 w 1932288"/>
                  <a:gd name="csY265" fmla="*/ 798590 h 2553338"/>
                  <a:gd name="csX266" fmla="*/ 513420 w 1932288"/>
                  <a:gd name="csY266" fmla="*/ 768961 h 2553338"/>
                  <a:gd name="csX267" fmla="*/ 515375 w 1932288"/>
                  <a:gd name="csY267" fmla="*/ 739655 h 2553338"/>
                  <a:gd name="csX268" fmla="*/ 517284 w 1932288"/>
                  <a:gd name="csY268" fmla="*/ 710682 h 2553338"/>
                  <a:gd name="csX269" fmla="*/ 519240 w 1932288"/>
                  <a:gd name="csY269" fmla="*/ 682072 h 2553338"/>
                  <a:gd name="csX270" fmla="*/ 521149 w 1932288"/>
                  <a:gd name="csY270" fmla="*/ 653838 h 2553338"/>
                  <a:gd name="csX271" fmla="*/ 523104 w 1932288"/>
                  <a:gd name="csY271" fmla="*/ 626000 h 2553338"/>
                  <a:gd name="csX272" fmla="*/ 525013 w 1932288"/>
                  <a:gd name="csY272" fmla="*/ 598572 h 2553338"/>
                  <a:gd name="csX273" fmla="*/ 526969 w 1932288"/>
                  <a:gd name="csY273" fmla="*/ 571572 h 2553338"/>
                  <a:gd name="csX274" fmla="*/ 528878 w 1932288"/>
                  <a:gd name="csY274" fmla="*/ 545021 h 2553338"/>
                  <a:gd name="csX275" fmla="*/ 530833 w 1932288"/>
                  <a:gd name="csY275" fmla="*/ 518931 h 2553338"/>
                  <a:gd name="csX276" fmla="*/ 532743 w 1932288"/>
                  <a:gd name="csY276" fmla="*/ 493318 h 2553338"/>
                  <a:gd name="csX277" fmla="*/ 534698 w 1932288"/>
                  <a:gd name="csY277" fmla="*/ 468206 h 2553338"/>
                  <a:gd name="csX278" fmla="*/ 536653 w 1932288"/>
                  <a:gd name="csY278" fmla="*/ 443603 h 2553338"/>
                  <a:gd name="csX279" fmla="*/ 538563 w 1932288"/>
                  <a:gd name="csY279" fmla="*/ 419525 h 2553338"/>
                  <a:gd name="csX280" fmla="*/ 540518 w 1932288"/>
                  <a:gd name="csY280" fmla="*/ 395990 h 2553338"/>
                  <a:gd name="csX281" fmla="*/ 542427 w 1932288"/>
                  <a:gd name="csY281" fmla="*/ 373012 h 2553338"/>
                  <a:gd name="csX282" fmla="*/ 544383 w 1932288"/>
                  <a:gd name="csY282" fmla="*/ 350611 h 2553338"/>
                  <a:gd name="csX283" fmla="*/ 546292 w 1932288"/>
                  <a:gd name="csY283" fmla="*/ 328791 h 2553338"/>
                  <a:gd name="csX284" fmla="*/ 548247 w 1932288"/>
                  <a:gd name="csY284" fmla="*/ 307572 h 2553338"/>
                  <a:gd name="csX285" fmla="*/ 550156 w 1932288"/>
                  <a:gd name="csY285" fmla="*/ 286967 h 2553338"/>
                  <a:gd name="csX286" fmla="*/ 552112 w 1932288"/>
                  <a:gd name="csY286" fmla="*/ 266986 h 2553338"/>
                  <a:gd name="csX287" fmla="*/ 554021 w 1932288"/>
                  <a:gd name="csY287" fmla="*/ 247645 h 2553338"/>
                  <a:gd name="csX288" fmla="*/ 555976 w 1932288"/>
                  <a:gd name="csY288" fmla="*/ 228955 h 2553338"/>
                  <a:gd name="csX289" fmla="*/ 557932 w 1932288"/>
                  <a:gd name="csY289" fmla="*/ 210929 h 2553338"/>
                  <a:gd name="csX290" fmla="*/ 559841 w 1932288"/>
                  <a:gd name="csY290" fmla="*/ 193574 h 2553338"/>
                  <a:gd name="csX291" fmla="*/ 561797 w 1932288"/>
                  <a:gd name="csY291" fmla="*/ 176905 h 2553338"/>
                  <a:gd name="csX292" fmla="*/ 563706 w 1932288"/>
                  <a:gd name="csY292" fmla="*/ 160937 h 2553338"/>
                  <a:gd name="csX293" fmla="*/ 565661 w 1932288"/>
                  <a:gd name="csY293" fmla="*/ 145670 h 2553338"/>
                  <a:gd name="csX294" fmla="*/ 567570 w 1932288"/>
                  <a:gd name="csY294" fmla="*/ 131122 h 2553338"/>
                  <a:gd name="csX295" fmla="*/ 569526 w 1932288"/>
                  <a:gd name="csY295" fmla="*/ 117298 h 2553338"/>
                  <a:gd name="csX296" fmla="*/ 571435 w 1932288"/>
                  <a:gd name="csY296" fmla="*/ 104208 h 2553338"/>
                  <a:gd name="csX297" fmla="*/ 573390 w 1932288"/>
                  <a:gd name="csY297" fmla="*/ 91856 h 2553338"/>
                  <a:gd name="csX298" fmla="*/ 575299 w 1932288"/>
                  <a:gd name="csY298" fmla="*/ 80258 h 2553338"/>
                  <a:gd name="csX299" fmla="*/ 577255 w 1932288"/>
                  <a:gd name="csY299" fmla="*/ 69417 h 2553338"/>
                  <a:gd name="csX300" fmla="*/ 579164 w 1932288"/>
                  <a:gd name="csY300" fmla="*/ 59339 h 2553338"/>
                  <a:gd name="csX301" fmla="*/ 581120 w 1932288"/>
                  <a:gd name="csY301" fmla="*/ 50028 h 2553338"/>
                  <a:gd name="csX302" fmla="*/ 583075 w 1932288"/>
                  <a:gd name="csY302" fmla="*/ 41498 h 2553338"/>
                  <a:gd name="csX303" fmla="*/ 584984 w 1932288"/>
                  <a:gd name="csY303" fmla="*/ 33745 h 2553338"/>
                  <a:gd name="csX304" fmla="*/ 586940 w 1932288"/>
                  <a:gd name="csY304" fmla="*/ 26783 h 2553338"/>
                  <a:gd name="csX305" fmla="*/ 588848 w 1932288"/>
                  <a:gd name="csY305" fmla="*/ 20607 h 2553338"/>
                  <a:gd name="csX306" fmla="*/ 590804 w 1932288"/>
                  <a:gd name="csY306" fmla="*/ 15232 h 2553338"/>
                  <a:gd name="csX307" fmla="*/ 592713 w 1932288"/>
                  <a:gd name="csY307" fmla="*/ 10653 h 2553338"/>
                  <a:gd name="csX308" fmla="*/ 594669 w 1932288"/>
                  <a:gd name="csY308" fmla="*/ 6874 h 2553338"/>
                  <a:gd name="csX309" fmla="*/ 596578 w 1932288"/>
                  <a:gd name="csY309" fmla="*/ 3896 h 2553338"/>
                  <a:gd name="csX310" fmla="*/ 598533 w 1932288"/>
                  <a:gd name="csY310" fmla="*/ 1728 h 2553338"/>
                  <a:gd name="csX311" fmla="*/ 600442 w 1932288"/>
                  <a:gd name="csY311" fmla="*/ 365 h 2553338"/>
                  <a:gd name="csX312" fmla="*/ 602398 w 1932288"/>
                  <a:gd name="csY312" fmla="*/ -193 h 2553338"/>
                  <a:gd name="csX313" fmla="*/ 604354 w 1932288"/>
                  <a:gd name="csY313" fmla="*/ 60 h 2553338"/>
                  <a:gd name="csX314" fmla="*/ 606262 w 1932288"/>
                  <a:gd name="csY314" fmla="*/ 1122 h 2553338"/>
                  <a:gd name="csX315" fmla="*/ 608218 w 1932288"/>
                  <a:gd name="csY315" fmla="*/ 2990 h 2553338"/>
                  <a:gd name="csX316" fmla="*/ 610127 w 1932288"/>
                  <a:gd name="csY316" fmla="*/ 5664 h 2553338"/>
                  <a:gd name="csX317" fmla="*/ 612082 w 1932288"/>
                  <a:gd name="csY317" fmla="*/ 9142 h 2553338"/>
                  <a:gd name="csX318" fmla="*/ 613992 w 1932288"/>
                  <a:gd name="csY318" fmla="*/ 13421 h 2553338"/>
                  <a:gd name="csX319" fmla="*/ 615947 w 1932288"/>
                  <a:gd name="csY319" fmla="*/ 18501 h 2553338"/>
                  <a:gd name="csX320" fmla="*/ 617856 w 1932288"/>
                  <a:gd name="csY320" fmla="*/ 24377 h 2553338"/>
                  <a:gd name="csX321" fmla="*/ 619812 w 1932288"/>
                  <a:gd name="csY321" fmla="*/ 31043 h 2553338"/>
                  <a:gd name="csX322" fmla="*/ 621721 w 1932288"/>
                  <a:gd name="csY322" fmla="*/ 38496 h 2553338"/>
                  <a:gd name="csX323" fmla="*/ 623677 w 1932288"/>
                  <a:gd name="csY323" fmla="*/ 46740 h 2553338"/>
                  <a:gd name="csX324" fmla="*/ 625585 w 1932288"/>
                  <a:gd name="csY324" fmla="*/ 55755 h 2553338"/>
                  <a:gd name="csX325" fmla="*/ 627541 w 1932288"/>
                  <a:gd name="csY325" fmla="*/ 65548 h 2553338"/>
                  <a:gd name="csX326" fmla="*/ 629497 w 1932288"/>
                  <a:gd name="csY326" fmla="*/ 76103 h 2553338"/>
                  <a:gd name="csX327" fmla="*/ 631405 w 1932288"/>
                  <a:gd name="csY327" fmla="*/ 87420 h 2553338"/>
                  <a:gd name="csX328" fmla="*/ 633361 w 1932288"/>
                  <a:gd name="csY328" fmla="*/ 99485 h 2553338"/>
                  <a:gd name="csX329" fmla="*/ 635270 w 1932288"/>
                  <a:gd name="csY329" fmla="*/ 112299 h 2553338"/>
                  <a:gd name="csX330" fmla="*/ 637225 w 1932288"/>
                  <a:gd name="csY330" fmla="*/ 125851 h 2553338"/>
                  <a:gd name="csX331" fmla="*/ 639135 w 1932288"/>
                  <a:gd name="csY331" fmla="*/ 140132 h 2553338"/>
                  <a:gd name="csX332" fmla="*/ 641090 w 1932288"/>
                  <a:gd name="csY332" fmla="*/ 155128 h 2553338"/>
                  <a:gd name="csX333" fmla="*/ 642999 w 1932288"/>
                  <a:gd name="csY333" fmla="*/ 170835 h 2553338"/>
                  <a:gd name="csX334" fmla="*/ 644955 w 1932288"/>
                  <a:gd name="csY334" fmla="*/ 187246 h 2553338"/>
                  <a:gd name="csX335" fmla="*/ 646864 w 1932288"/>
                  <a:gd name="csY335" fmla="*/ 204339 h 2553338"/>
                  <a:gd name="csX336" fmla="*/ 648819 w 1932288"/>
                  <a:gd name="csY336" fmla="*/ 222117 h 2553338"/>
                  <a:gd name="csX337" fmla="*/ 650728 w 1932288"/>
                  <a:gd name="csY337" fmla="*/ 240559 h 2553338"/>
                  <a:gd name="csX338" fmla="*/ 652684 w 1932288"/>
                  <a:gd name="csY338" fmla="*/ 259658 h 2553338"/>
                  <a:gd name="csX339" fmla="*/ 654639 w 1932288"/>
                  <a:gd name="csY339" fmla="*/ 279400 h 2553338"/>
                  <a:gd name="csX340" fmla="*/ 656548 w 1932288"/>
                  <a:gd name="csY340" fmla="*/ 299771 h 2553338"/>
                  <a:gd name="csX341" fmla="*/ 658504 w 1932288"/>
                  <a:gd name="csY341" fmla="*/ 320762 h 2553338"/>
                  <a:gd name="csX342" fmla="*/ 660413 w 1932288"/>
                  <a:gd name="csY342" fmla="*/ 342357 h 2553338"/>
                  <a:gd name="csX343" fmla="*/ 662369 w 1932288"/>
                  <a:gd name="csY343" fmla="*/ 364544 h 2553338"/>
                  <a:gd name="csX344" fmla="*/ 664278 w 1932288"/>
                  <a:gd name="csY344" fmla="*/ 387307 h 2553338"/>
                  <a:gd name="csX345" fmla="*/ 666233 w 1932288"/>
                  <a:gd name="csY345" fmla="*/ 410633 h 2553338"/>
                  <a:gd name="csX346" fmla="*/ 668142 w 1932288"/>
                  <a:gd name="csY346" fmla="*/ 434511 h 2553338"/>
                  <a:gd name="csX347" fmla="*/ 670098 w 1932288"/>
                  <a:gd name="csY347" fmla="*/ 458919 h 2553338"/>
                  <a:gd name="csX348" fmla="*/ 672007 w 1932288"/>
                  <a:gd name="csY348" fmla="*/ 483840 h 2553338"/>
                  <a:gd name="csX349" fmla="*/ 673962 w 1932288"/>
                  <a:gd name="csY349" fmla="*/ 509267 h 2553338"/>
                  <a:gd name="csX350" fmla="*/ 675918 w 1932288"/>
                  <a:gd name="csY350" fmla="*/ 535181 h 2553338"/>
                  <a:gd name="csX351" fmla="*/ 677827 w 1932288"/>
                  <a:gd name="csY351" fmla="*/ 561561 h 2553338"/>
                  <a:gd name="csX352" fmla="*/ 679782 w 1932288"/>
                  <a:gd name="csY352" fmla="*/ 588398 h 2553338"/>
                  <a:gd name="csX353" fmla="*/ 681692 w 1932288"/>
                  <a:gd name="csY353" fmla="*/ 615665 h 2553338"/>
                  <a:gd name="csX354" fmla="*/ 683647 w 1932288"/>
                  <a:gd name="csY354" fmla="*/ 643355 h 2553338"/>
                  <a:gd name="csX355" fmla="*/ 685556 w 1932288"/>
                  <a:gd name="csY355" fmla="*/ 671441 h 2553338"/>
                  <a:gd name="csX356" fmla="*/ 687512 w 1932288"/>
                  <a:gd name="csY356" fmla="*/ 699913 h 2553338"/>
                  <a:gd name="csX357" fmla="*/ 689421 w 1932288"/>
                  <a:gd name="csY357" fmla="*/ 728747 h 2553338"/>
                  <a:gd name="csX358" fmla="*/ 691376 w 1932288"/>
                  <a:gd name="csY358" fmla="*/ 757929 h 2553338"/>
                  <a:gd name="csX359" fmla="*/ 693285 w 1932288"/>
                  <a:gd name="csY359" fmla="*/ 787440 h 2553338"/>
                  <a:gd name="csX360" fmla="*/ 695241 w 1932288"/>
                  <a:gd name="csY360" fmla="*/ 817260 h 2553338"/>
                  <a:gd name="csX361" fmla="*/ 697150 w 1932288"/>
                  <a:gd name="csY361" fmla="*/ 847372 h 2553338"/>
                  <a:gd name="csX362" fmla="*/ 699105 w 1932288"/>
                  <a:gd name="csY362" fmla="*/ 877754 h 2553338"/>
                  <a:gd name="csX363" fmla="*/ 701061 w 1932288"/>
                  <a:gd name="csY363" fmla="*/ 908390 h 2553338"/>
                  <a:gd name="csX364" fmla="*/ 702970 w 1932288"/>
                  <a:gd name="csY364" fmla="*/ 939259 h 2553338"/>
                  <a:gd name="csX365" fmla="*/ 704926 w 1932288"/>
                  <a:gd name="csY365" fmla="*/ 970342 h 2553338"/>
                  <a:gd name="csX366" fmla="*/ 706835 w 1932288"/>
                  <a:gd name="csY366" fmla="*/ 1001616 h 2553338"/>
                  <a:gd name="csX367" fmla="*/ 708790 w 1932288"/>
                  <a:gd name="csY367" fmla="*/ 1033061 h 2553338"/>
                  <a:gd name="csX368" fmla="*/ 710699 w 1932288"/>
                  <a:gd name="csY368" fmla="*/ 1064664 h 2553338"/>
                  <a:gd name="csX369" fmla="*/ 712655 w 1932288"/>
                  <a:gd name="csY369" fmla="*/ 1096405 h 2553338"/>
                  <a:gd name="csX370" fmla="*/ 714564 w 1932288"/>
                  <a:gd name="csY370" fmla="*/ 1128256 h 2553338"/>
                  <a:gd name="csX371" fmla="*/ 716519 w 1932288"/>
                  <a:gd name="csY371" fmla="*/ 1160201 h 2553338"/>
                  <a:gd name="csX372" fmla="*/ 718428 w 1932288"/>
                  <a:gd name="csY372" fmla="*/ 1192219 h 2553338"/>
                  <a:gd name="csX373" fmla="*/ 720384 w 1932288"/>
                  <a:gd name="csY373" fmla="*/ 1224288 h 2553338"/>
                  <a:gd name="csX374" fmla="*/ 722339 w 1932288"/>
                  <a:gd name="csY374" fmla="*/ 1256396 h 2553338"/>
                  <a:gd name="csX375" fmla="*/ 724249 w 1932288"/>
                  <a:gd name="csY375" fmla="*/ 1288513 h 2553338"/>
                  <a:gd name="csX376" fmla="*/ 726204 w 1932288"/>
                  <a:gd name="csY376" fmla="*/ 1320621 h 2553338"/>
                  <a:gd name="csX377" fmla="*/ 728113 w 1932288"/>
                  <a:gd name="csY377" fmla="*/ 1352705 h 2553338"/>
                  <a:gd name="csX378" fmla="*/ 730069 w 1932288"/>
                  <a:gd name="csY378" fmla="*/ 1384737 h 2553338"/>
                  <a:gd name="csX379" fmla="*/ 731977 w 1932288"/>
                  <a:gd name="csY379" fmla="*/ 1416702 h 2553338"/>
                  <a:gd name="csX380" fmla="*/ 733933 w 1932288"/>
                  <a:gd name="csY380" fmla="*/ 1448576 h 2553338"/>
                  <a:gd name="csX381" fmla="*/ 735842 w 1932288"/>
                  <a:gd name="csY381" fmla="*/ 1480345 h 2553338"/>
                  <a:gd name="csX382" fmla="*/ 737797 w 1932288"/>
                  <a:gd name="csY382" fmla="*/ 1511982 h 2553338"/>
                  <a:gd name="csX383" fmla="*/ 739707 w 1932288"/>
                  <a:gd name="csY383" fmla="*/ 1543475 h 2553338"/>
                  <a:gd name="csX384" fmla="*/ 741662 w 1932288"/>
                  <a:gd name="csY384" fmla="*/ 1574791 h 2553338"/>
                  <a:gd name="csX385" fmla="*/ 743572 w 1932288"/>
                  <a:gd name="csY385" fmla="*/ 1605922 h 2553338"/>
                  <a:gd name="csX386" fmla="*/ 745527 w 1932288"/>
                  <a:gd name="csY386" fmla="*/ 1636848 h 2553338"/>
                  <a:gd name="csX387" fmla="*/ 747483 w 1932288"/>
                  <a:gd name="csY387" fmla="*/ 1667541 h 2553338"/>
                  <a:gd name="csX388" fmla="*/ 749392 w 1932288"/>
                  <a:gd name="csY388" fmla="*/ 1697991 h 2553338"/>
                  <a:gd name="csX389" fmla="*/ 751347 w 1932288"/>
                  <a:gd name="csY389" fmla="*/ 1728168 h 2553338"/>
                  <a:gd name="csX390" fmla="*/ 753256 w 1932288"/>
                  <a:gd name="csY390" fmla="*/ 1758065 h 2553338"/>
                  <a:gd name="csX391" fmla="*/ 755212 w 1932288"/>
                  <a:gd name="csY391" fmla="*/ 1787657 h 2553338"/>
                  <a:gd name="csX392" fmla="*/ 757120 w 1932288"/>
                  <a:gd name="csY392" fmla="*/ 1816920 h 2553338"/>
                  <a:gd name="csX393" fmla="*/ 759076 w 1932288"/>
                  <a:gd name="csY393" fmla="*/ 1845845 h 2553338"/>
                  <a:gd name="csX394" fmla="*/ 760985 w 1932288"/>
                  <a:gd name="csY394" fmla="*/ 1874412 h 2553338"/>
                  <a:gd name="csX395" fmla="*/ 762941 w 1932288"/>
                  <a:gd name="csY395" fmla="*/ 1902593 h 2553338"/>
                  <a:gd name="csX396" fmla="*/ 764850 w 1932288"/>
                  <a:gd name="csY396" fmla="*/ 1930384 h 2553338"/>
                  <a:gd name="csX397" fmla="*/ 766806 w 1932288"/>
                  <a:gd name="csY397" fmla="*/ 1957760 h 2553338"/>
                  <a:gd name="csX398" fmla="*/ 768761 w 1932288"/>
                  <a:gd name="csY398" fmla="*/ 1984707 h 2553338"/>
                  <a:gd name="csX399" fmla="*/ 770670 w 1932288"/>
                  <a:gd name="csY399" fmla="*/ 2011201 h 2553338"/>
                  <a:gd name="csX400" fmla="*/ 772626 w 1932288"/>
                  <a:gd name="csY400" fmla="*/ 2037234 h 2553338"/>
                  <a:gd name="csX401" fmla="*/ 774534 w 1932288"/>
                  <a:gd name="csY401" fmla="*/ 2062780 h 2553338"/>
                  <a:gd name="csX402" fmla="*/ 776490 w 1932288"/>
                  <a:gd name="csY402" fmla="*/ 2087835 h 2553338"/>
                  <a:gd name="csX403" fmla="*/ 778399 w 1932288"/>
                  <a:gd name="csY403" fmla="*/ 2112371 h 2553338"/>
                  <a:gd name="csX404" fmla="*/ 780354 w 1932288"/>
                  <a:gd name="csY404" fmla="*/ 2136383 h 2553338"/>
                  <a:gd name="csX405" fmla="*/ 782264 w 1932288"/>
                  <a:gd name="csY405" fmla="*/ 2159847 h 2553338"/>
                  <a:gd name="csX406" fmla="*/ 784219 w 1932288"/>
                  <a:gd name="csY406" fmla="*/ 2182753 h 2553338"/>
                  <a:gd name="csX407" fmla="*/ 786128 w 1932288"/>
                  <a:gd name="csY407" fmla="*/ 2205087 h 2553338"/>
                  <a:gd name="csX408" fmla="*/ 788084 w 1932288"/>
                  <a:gd name="csY408" fmla="*/ 2226831 h 2553338"/>
                  <a:gd name="csX409" fmla="*/ 789993 w 1932288"/>
                  <a:gd name="csY409" fmla="*/ 2247974 h 2553338"/>
                  <a:gd name="csX410" fmla="*/ 791948 w 1932288"/>
                  <a:gd name="csY410" fmla="*/ 2268502 h 2553338"/>
                  <a:gd name="csX411" fmla="*/ 793904 w 1932288"/>
                  <a:gd name="csY411" fmla="*/ 2288402 h 2553338"/>
                  <a:gd name="csX412" fmla="*/ 795813 w 1932288"/>
                  <a:gd name="csY412" fmla="*/ 2307662 h 2553338"/>
                  <a:gd name="csX413" fmla="*/ 797768 w 1932288"/>
                  <a:gd name="csY413" fmla="*/ 2326271 h 2553338"/>
                  <a:gd name="csX414" fmla="*/ 799677 w 1932288"/>
                  <a:gd name="csY414" fmla="*/ 2344212 h 2553338"/>
                  <a:gd name="csX415" fmla="*/ 801633 w 1932288"/>
                  <a:gd name="csY415" fmla="*/ 2361480 h 2553338"/>
                  <a:gd name="csX416" fmla="*/ 803542 w 1932288"/>
                  <a:gd name="csY416" fmla="*/ 2378064 h 2553338"/>
                  <a:gd name="csX417" fmla="*/ 805498 w 1932288"/>
                  <a:gd name="csY417" fmla="*/ 2393946 h 2553338"/>
                  <a:gd name="csX418" fmla="*/ 807407 w 1932288"/>
                  <a:gd name="csY418" fmla="*/ 2409123 h 2553338"/>
                  <a:gd name="csX419" fmla="*/ 809363 w 1932288"/>
                  <a:gd name="csY419" fmla="*/ 2423581 h 2553338"/>
                  <a:gd name="csX420" fmla="*/ 811271 w 1932288"/>
                  <a:gd name="csY420" fmla="*/ 2437314 h 2553338"/>
                  <a:gd name="csX421" fmla="*/ 813227 w 1932288"/>
                  <a:gd name="csY421" fmla="*/ 2450313 h 2553338"/>
                  <a:gd name="csX422" fmla="*/ 815183 w 1932288"/>
                  <a:gd name="csY422" fmla="*/ 2462569 h 2553338"/>
                  <a:gd name="csX423" fmla="*/ 817091 w 1932288"/>
                  <a:gd name="csY423" fmla="*/ 2474072 h 2553338"/>
                  <a:gd name="csX424" fmla="*/ 819047 w 1932288"/>
                  <a:gd name="csY424" fmla="*/ 2484823 h 2553338"/>
                  <a:gd name="csX425" fmla="*/ 820956 w 1932288"/>
                  <a:gd name="csY425" fmla="*/ 2494801 h 2553338"/>
                  <a:gd name="csX426" fmla="*/ 822911 w 1932288"/>
                  <a:gd name="csY426" fmla="*/ 2504017 h 2553338"/>
                  <a:gd name="csX427" fmla="*/ 824821 w 1932288"/>
                  <a:gd name="csY427" fmla="*/ 2512451 h 2553338"/>
                  <a:gd name="csX428" fmla="*/ 826776 w 1932288"/>
                  <a:gd name="csY428" fmla="*/ 2520099 h 2553338"/>
                  <a:gd name="csX429" fmla="*/ 828685 w 1932288"/>
                  <a:gd name="csY429" fmla="*/ 2526966 h 2553338"/>
                  <a:gd name="csX430" fmla="*/ 830641 w 1932288"/>
                  <a:gd name="csY430" fmla="*/ 2533041 h 2553338"/>
                  <a:gd name="csX431" fmla="*/ 832550 w 1932288"/>
                  <a:gd name="csY431" fmla="*/ 2538321 h 2553338"/>
                  <a:gd name="csX432" fmla="*/ 834505 w 1932288"/>
                  <a:gd name="csY432" fmla="*/ 2542801 h 2553338"/>
                  <a:gd name="csX433" fmla="*/ 836414 w 1932288"/>
                  <a:gd name="csY433" fmla="*/ 2546479 h 2553338"/>
                  <a:gd name="csX434" fmla="*/ 838370 w 1932288"/>
                  <a:gd name="csY434" fmla="*/ 2549353 h 2553338"/>
                  <a:gd name="csX435" fmla="*/ 840325 w 1932288"/>
                  <a:gd name="csY435" fmla="*/ 2551421 h 2553338"/>
                  <a:gd name="csX436" fmla="*/ 842234 w 1932288"/>
                  <a:gd name="csY436" fmla="*/ 2552684 h 2553338"/>
                  <a:gd name="csX437" fmla="*/ 844190 w 1932288"/>
                  <a:gd name="csY437" fmla="*/ 2553136 h 2553338"/>
                  <a:gd name="csX438" fmla="*/ 846099 w 1932288"/>
                  <a:gd name="csY438" fmla="*/ 2552784 h 2553338"/>
                  <a:gd name="csX439" fmla="*/ 848055 w 1932288"/>
                  <a:gd name="csY439" fmla="*/ 2551621 h 2553338"/>
                  <a:gd name="csX440" fmla="*/ 849964 w 1932288"/>
                  <a:gd name="csY440" fmla="*/ 2549653 h 2553338"/>
                  <a:gd name="csX441" fmla="*/ 851919 w 1932288"/>
                  <a:gd name="csY441" fmla="*/ 2546880 h 2553338"/>
                  <a:gd name="csX442" fmla="*/ 853828 w 1932288"/>
                  <a:gd name="csY442" fmla="*/ 2543301 h 2553338"/>
                  <a:gd name="csX443" fmla="*/ 855784 w 1932288"/>
                  <a:gd name="csY443" fmla="*/ 2538922 h 2553338"/>
                  <a:gd name="csX444" fmla="*/ 857692 w 1932288"/>
                  <a:gd name="csY444" fmla="*/ 2533742 h 2553338"/>
                  <a:gd name="csX445" fmla="*/ 859648 w 1932288"/>
                  <a:gd name="csY445" fmla="*/ 2527771 h 2553338"/>
                  <a:gd name="csX446" fmla="*/ 861604 w 1932288"/>
                  <a:gd name="csY446" fmla="*/ 2521005 h 2553338"/>
                  <a:gd name="csX447" fmla="*/ 863513 w 1932288"/>
                  <a:gd name="csY447" fmla="*/ 2513447 h 2553338"/>
                  <a:gd name="csX448" fmla="*/ 865468 w 1932288"/>
                  <a:gd name="csY448" fmla="*/ 2505113 h 2553338"/>
                  <a:gd name="csX449" fmla="*/ 867378 w 1932288"/>
                  <a:gd name="csY449" fmla="*/ 2495997 h 2553338"/>
                  <a:gd name="csX450" fmla="*/ 869333 w 1932288"/>
                  <a:gd name="csY450" fmla="*/ 2486109 h 2553338"/>
                  <a:gd name="csX451" fmla="*/ 871242 w 1932288"/>
                  <a:gd name="csY451" fmla="*/ 2475459 h 2553338"/>
                  <a:gd name="csX452" fmla="*/ 873198 w 1932288"/>
                  <a:gd name="csY452" fmla="*/ 2464046 h 2553338"/>
                  <a:gd name="csX453" fmla="*/ 875107 w 1932288"/>
                  <a:gd name="csY453" fmla="*/ 2451886 h 2553338"/>
                  <a:gd name="csX454" fmla="*/ 877062 w 1932288"/>
                  <a:gd name="csY454" fmla="*/ 2438977 h 2553338"/>
                  <a:gd name="csX455" fmla="*/ 878971 w 1932288"/>
                  <a:gd name="csY455" fmla="*/ 2425339 h 2553338"/>
                  <a:gd name="csX456" fmla="*/ 880927 w 1932288"/>
                  <a:gd name="csY456" fmla="*/ 2410967 h 2553338"/>
                  <a:gd name="csX457" fmla="*/ 882836 w 1932288"/>
                  <a:gd name="csY457" fmla="*/ 2395880 h 2553338"/>
                  <a:gd name="csX458" fmla="*/ 884791 w 1932288"/>
                  <a:gd name="csY458" fmla="*/ 2380084 h 2553338"/>
                  <a:gd name="csX459" fmla="*/ 886747 w 1932288"/>
                  <a:gd name="csY459" fmla="*/ 2363591 h 2553338"/>
                  <a:gd name="csX460" fmla="*/ 888656 w 1932288"/>
                  <a:gd name="csY460" fmla="*/ 2346408 h 2553338"/>
                  <a:gd name="csX461" fmla="*/ 890612 w 1932288"/>
                  <a:gd name="csY461" fmla="*/ 2328548 h 2553338"/>
                  <a:gd name="csX462" fmla="*/ 892521 w 1932288"/>
                  <a:gd name="csY462" fmla="*/ 2310026 h 2553338"/>
                  <a:gd name="csX463" fmla="*/ 894476 w 1932288"/>
                  <a:gd name="csY463" fmla="*/ 2290846 h 2553338"/>
                  <a:gd name="csX464" fmla="*/ 896385 w 1932288"/>
                  <a:gd name="csY464" fmla="*/ 2271023 h 2553338"/>
                  <a:gd name="csX465" fmla="*/ 898341 w 1932288"/>
                  <a:gd name="csY465" fmla="*/ 2250571 h 2553338"/>
                  <a:gd name="csX466" fmla="*/ 900249 w 1932288"/>
                  <a:gd name="csY466" fmla="*/ 2229504 h 2553338"/>
                  <a:gd name="csX467" fmla="*/ 902205 w 1932288"/>
                  <a:gd name="csY467" fmla="*/ 2207837 h 2553338"/>
                  <a:gd name="csX468" fmla="*/ 904114 w 1932288"/>
                  <a:gd name="csY468" fmla="*/ 2185574 h 2553338"/>
                  <a:gd name="csX469" fmla="*/ 906070 w 1932288"/>
                  <a:gd name="csY469" fmla="*/ 2162739 h 2553338"/>
                  <a:gd name="csX470" fmla="*/ 908025 w 1932288"/>
                  <a:gd name="csY470" fmla="*/ 2139347 h 2553338"/>
                  <a:gd name="csX471" fmla="*/ 909935 w 1932288"/>
                  <a:gd name="csY471" fmla="*/ 2115402 h 2553338"/>
                  <a:gd name="csX472" fmla="*/ 911890 w 1932288"/>
                  <a:gd name="csY472" fmla="*/ 2090928 h 2553338"/>
                  <a:gd name="csX473" fmla="*/ 913799 w 1932288"/>
                  <a:gd name="csY473" fmla="*/ 2065939 h 2553338"/>
                  <a:gd name="csX474" fmla="*/ 915755 w 1932288"/>
                  <a:gd name="csY474" fmla="*/ 2040450 h 2553338"/>
                  <a:gd name="csX475" fmla="*/ 917663 w 1932288"/>
                  <a:gd name="csY475" fmla="*/ 2014480 h 2553338"/>
                  <a:gd name="csX476" fmla="*/ 919619 w 1932288"/>
                  <a:gd name="csY476" fmla="*/ 1988043 h 2553338"/>
                  <a:gd name="csX477" fmla="*/ 921528 w 1932288"/>
                  <a:gd name="csY477" fmla="*/ 1961153 h 2553338"/>
                  <a:gd name="csX478" fmla="*/ 923483 w 1932288"/>
                  <a:gd name="csY478" fmla="*/ 1933829 h 2553338"/>
                  <a:gd name="csX479" fmla="*/ 925393 w 1932288"/>
                  <a:gd name="csY479" fmla="*/ 1906091 h 2553338"/>
                  <a:gd name="csX480" fmla="*/ 927348 w 1932288"/>
                  <a:gd name="csY480" fmla="*/ 1877952 h 2553338"/>
                  <a:gd name="csX481" fmla="*/ 929258 w 1932288"/>
                  <a:gd name="csY481" fmla="*/ 1849438 h 2553338"/>
                  <a:gd name="csX482" fmla="*/ 931213 w 1932288"/>
                  <a:gd name="csY482" fmla="*/ 1820556 h 2553338"/>
                  <a:gd name="csX483" fmla="*/ 933169 w 1932288"/>
                  <a:gd name="csY483" fmla="*/ 1791331 h 2553338"/>
                  <a:gd name="csX484" fmla="*/ 935078 w 1932288"/>
                  <a:gd name="csY484" fmla="*/ 1761782 h 2553338"/>
                  <a:gd name="csX485" fmla="*/ 937033 w 1932288"/>
                  <a:gd name="csY485" fmla="*/ 1731923 h 2553338"/>
                  <a:gd name="csX486" fmla="*/ 938942 w 1932288"/>
                  <a:gd name="csY486" fmla="*/ 1701779 h 2553338"/>
                  <a:gd name="csX487" fmla="*/ 940898 w 1932288"/>
                  <a:gd name="csY487" fmla="*/ 1671363 h 2553338"/>
                  <a:gd name="csX488" fmla="*/ 942806 w 1932288"/>
                  <a:gd name="csY488" fmla="*/ 1640699 h 2553338"/>
                  <a:gd name="csX489" fmla="*/ 944762 w 1932288"/>
                  <a:gd name="csY489" fmla="*/ 1609801 h 2553338"/>
                  <a:gd name="csX490" fmla="*/ 946671 w 1932288"/>
                  <a:gd name="csY490" fmla="*/ 1578694 h 2553338"/>
                  <a:gd name="csX491" fmla="*/ 948627 w 1932288"/>
                  <a:gd name="csY491" fmla="*/ 1547396 h 2553338"/>
                  <a:gd name="csX492" fmla="*/ 950536 w 1932288"/>
                  <a:gd name="csY492" fmla="*/ 1515927 h 2553338"/>
                  <a:gd name="csX493" fmla="*/ 952492 w 1932288"/>
                  <a:gd name="csY493" fmla="*/ 1484305 h 2553338"/>
                  <a:gd name="csX494" fmla="*/ 954447 w 1932288"/>
                  <a:gd name="csY494" fmla="*/ 1452555 h 2553338"/>
                  <a:gd name="csX495" fmla="*/ 956356 w 1932288"/>
                  <a:gd name="csY495" fmla="*/ 1420690 h 2553338"/>
                  <a:gd name="csX496" fmla="*/ 958312 w 1932288"/>
                  <a:gd name="csY496" fmla="*/ 1388735 h 2553338"/>
                  <a:gd name="csX497" fmla="*/ 960220 w 1932288"/>
                  <a:gd name="csY497" fmla="*/ 1356708 h 2553338"/>
                  <a:gd name="csX498" fmla="*/ 962176 w 1932288"/>
                  <a:gd name="csY498" fmla="*/ 1324634 h 2553338"/>
                  <a:gd name="csX499" fmla="*/ 964085 w 1932288"/>
                  <a:gd name="csY499" fmla="*/ 1292526 h 2553338"/>
                  <a:gd name="csX500" fmla="*/ 966040 w 1932288"/>
                  <a:gd name="csY500" fmla="*/ 1260408 h 2553338"/>
                  <a:gd name="csX501" fmla="*/ 967950 w 1932288"/>
                  <a:gd name="csY501" fmla="*/ 1228301 h 2553338"/>
                  <a:gd name="csX502" fmla="*/ 969905 w 1932288"/>
                  <a:gd name="csY502" fmla="*/ 1196226 h 2553338"/>
                  <a:gd name="csX503" fmla="*/ 971814 w 1932288"/>
                  <a:gd name="csY503" fmla="*/ 1164199 h 2553338"/>
                  <a:gd name="csX504" fmla="*/ 973770 w 1932288"/>
                  <a:gd name="csY504" fmla="*/ 1132244 h 2553338"/>
                  <a:gd name="csX505" fmla="*/ 975679 w 1932288"/>
                  <a:gd name="csY505" fmla="*/ 1100379 h 2553338"/>
                  <a:gd name="csX506" fmla="*/ 977634 w 1932288"/>
                  <a:gd name="csY506" fmla="*/ 1068629 h 2553338"/>
                  <a:gd name="csX507" fmla="*/ 979590 w 1932288"/>
                  <a:gd name="csY507" fmla="*/ 1037007 h 2553338"/>
                  <a:gd name="csX508" fmla="*/ 981499 w 1932288"/>
                  <a:gd name="csY508" fmla="*/ 1005538 h 2553338"/>
                  <a:gd name="csX509" fmla="*/ 983454 w 1932288"/>
                  <a:gd name="csY509" fmla="*/ 974240 h 2553338"/>
                  <a:gd name="csX510" fmla="*/ 985363 w 1932288"/>
                  <a:gd name="csY510" fmla="*/ 943133 h 2553338"/>
                  <a:gd name="csX511" fmla="*/ 987319 w 1932288"/>
                  <a:gd name="csY511" fmla="*/ 912235 h 2553338"/>
                  <a:gd name="csX512" fmla="*/ 989228 w 1932288"/>
                  <a:gd name="csY512" fmla="*/ 881571 h 2553338"/>
                  <a:gd name="csX513" fmla="*/ 991184 w 1932288"/>
                  <a:gd name="csY513" fmla="*/ 851155 h 2553338"/>
                  <a:gd name="csX514" fmla="*/ 993093 w 1932288"/>
                  <a:gd name="csY514" fmla="*/ 821011 h 2553338"/>
                  <a:gd name="csX515" fmla="*/ 995048 w 1932288"/>
                  <a:gd name="csY515" fmla="*/ 791152 h 2553338"/>
                  <a:gd name="csX516" fmla="*/ 996957 w 1932288"/>
                  <a:gd name="csY516" fmla="*/ 761603 h 2553338"/>
                  <a:gd name="csX517" fmla="*/ 998913 w 1932288"/>
                  <a:gd name="csY517" fmla="*/ 732378 h 2553338"/>
                  <a:gd name="csX518" fmla="*/ 1000868 w 1932288"/>
                  <a:gd name="csY518" fmla="*/ 703496 h 2553338"/>
                  <a:gd name="csX519" fmla="*/ 1002777 w 1932288"/>
                  <a:gd name="csY519" fmla="*/ 674982 h 2553338"/>
                  <a:gd name="csX520" fmla="*/ 1004733 w 1932288"/>
                  <a:gd name="csY520" fmla="*/ 646843 h 2553338"/>
                  <a:gd name="csX521" fmla="*/ 1006642 w 1932288"/>
                  <a:gd name="csY521" fmla="*/ 619105 h 2553338"/>
                  <a:gd name="csX522" fmla="*/ 1008597 w 1932288"/>
                  <a:gd name="csY522" fmla="*/ 591781 h 2553338"/>
                  <a:gd name="csX523" fmla="*/ 1010507 w 1932288"/>
                  <a:gd name="csY523" fmla="*/ 564891 h 2553338"/>
                  <a:gd name="csX524" fmla="*/ 1012462 w 1932288"/>
                  <a:gd name="csY524" fmla="*/ 538454 h 2553338"/>
                  <a:gd name="csX525" fmla="*/ 1014371 w 1932288"/>
                  <a:gd name="csY525" fmla="*/ 512484 h 2553338"/>
                  <a:gd name="csX526" fmla="*/ 1016327 w 1932288"/>
                  <a:gd name="csY526" fmla="*/ 486995 h 2553338"/>
                  <a:gd name="csX527" fmla="*/ 1018236 w 1932288"/>
                  <a:gd name="csY527" fmla="*/ 462006 h 2553338"/>
                  <a:gd name="csX528" fmla="*/ 1020191 w 1932288"/>
                  <a:gd name="csY528" fmla="*/ 437532 h 2553338"/>
                  <a:gd name="csX529" fmla="*/ 1022100 w 1932288"/>
                  <a:gd name="csY529" fmla="*/ 413592 h 2553338"/>
                  <a:gd name="csX530" fmla="*/ 1024056 w 1932288"/>
                  <a:gd name="csY530" fmla="*/ 390195 h 2553338"/>
                  <a:gd name="csX531" fmla="*/ 1026011 w 1932288"/>
                  <a:gd name="csY531" fmla="*/ 367360 h 2553338"/>
                  <a:gd name="csX532" fmla="*/ 1027920 w 1932288"/>
                  <a:gd name="csY532" fmla="*/ 345097 h 2553338"/>
                  <a:gd name="csX533" fmla="*/ 1029876 w 1932288"/>
                  <a:gd name="csY533" fmla="*/ 323430 h 2553338"/>
                  <a:gd name="csX534" fmla="*/ 1031785 w 1932288"/>
                  <a:gd name="csY534" fmla="*/ 302363 h 2553338"/>
                  <a:gd name="csX535" fmla="*/ 1033741 w 1932288"/>
                  <a:gd name="csY535" fmla="*/ 281911 h 2553338"/>
                  <a:gd name="csX536" fmla="*/ 1035650 w 1932288"/>
                  <a:gd name="csY536" fmla="*/ 262088 h 2553338"/>
                  <a:gd name="csX537" fmla="*/ 1037605 w 1932288"/>
                  <a:gd name="csY537" fmla="*/ 242908 h 2553338"/>
                  <a:gd name="csX538" fmla="*/ 1039514 w 1932288"/>
                  <a:gd name="csY538" fmla="*/ 224386 h 2553338"/>
                  <a:gd name="csX539" fmla="*/ 1041470 w 1932288"/>
                  <a:gd name="csY539" fmla="*/ 206526 h 2553338"/>
                  <a:gd name="csX540" fmla="*/ 1043378 w 1932288"/>
                  <a:gd name="csY540" fmla="*/ 189342 h 2553338"/>
                  <a:gd name="csX541" fmla="*/ 1045334 w 1932288"/>
                  <a:gd name="csY541" fmla="*/ 172850 h 2553338"/>
                  <a:gd name="csX542" fmla="*/ 1047290 w 1932288"/>
                  <a:gd name="csY542" fmla="*/ 157054 h 2553338"/>
                  <a:gd name="csX543" fmla="*/ 1049199 w 1932288"/>
                  <a:gd name="csY543" fmla="*/ 141967 h 2553338"/>
                  <a:gd name="csX544" fmla="*/ 1051154 w 1932288"/>
                  <a:gd name="csY544" fmla="*/ 127595 h 2553338"/>
                  <a:gd name="csX545" fmla="*/ 1053064 w 1932288"/>
                  <a:gd name="csY545" fmla="*/ 113957 h 2553338"/>
                  <a:gd name="csX546" fmla="*/ 1055019 w 1932288"/>
                  <a:gd name="csY546" fmla="*/ 101048 h 2553338"/>
                  <a:gd name="csX547" fmla="*/ 1056928 w 1932288"/>
                  <a:gd name="csY547" fmla="*/ 88888 h 2553338"/>
                  <a:gd name="csX548" fmla="*/ 1058884 w 1932288"/>
                  <a:gd name="csY548" fmla="*/ 77475 h 2553338"/>
                  <a:gd name="csX549" fmla="*/ 1060793 w 1932288"/>
                  <a:gd name="csY549" fmla="*/ 66825 h 2553338"/>
                  <a:gd name="csX550" fmla="*/ 1062748 w 1932288"/>
                  <a:gd name="csY550" fmla="*/ 56937 h 2553338"/>
                  <a:gd name="csX551" fmla="*/ 1064657 w 1932288"/>
                  <a:gd name="csY551" fmla="*/ 47821 h 2553338"/>
                  <a:gd name="csX552" fmla="*/ 1066613 w 1932288"/>
                  <a:gd name="csY552" fmla="*/ 39487 h 2553338"/>
                  <a:gd name="csX553" fmla="*/ 1068522 w 1932288"/>
                  <a:gd name="csY553" fmla="*/ 31929 h 2553338"/>
                  <a:gd name="csX554" fmla="*/ 1070477 w 1932288"/>
                  <a:gd name="csY554" fmla="*/ 25163 h 2553338"/>
                  <a:gd name="csX555" fmla="*/ 1072433 w 1932288"/>
                  <a:gd name="csY555" fmla="*/ 19192 h 2553338"/>
                  <a:gd name="csX556" fmla="*/ 1074342 w 1932288"/>
                  <a:gd name="csY556" fmla="*/ 14012 h 2553338"/>
                  <a:gd name="csX557" fmla="*/ 1076298 w 1932288"/>
                  <a:gd name="csY557" fmla="*/ 9633 h 2553338"/>
                  <a:gd name="csX558" fmla="*/ 1078207 w 1932288"/>
                  <a:gd name="csY558" fmla="*/ 6054 h 2553338"/>
                  <a:gd name="csX559" fmla="*/ 1080162 w 1932288"/>
                  <a:gd name="csY559" fmla="*/ 3281 h 2553338"/>
                  <a:gd name="csX560" fmla="*/ 1082071 w 1932288"/>
                  <a:gd name="csY560" fmla="*/ 1313 h 2553338"/>
                  <a:gd name="csX561" fmla="*/ 1084027 w 1932288"/>
                  <a:gd name="csY561" fmla="*/ 150 h 2553338"/>
                  <a:gd name="csX562" fmla="*/ 1085935 w 1932288"/>
                  <a:gd name="csY562" fmla="*/ -202 h 2553338"/>
                  <a:gd name="csX563" fmla="*/ 1087891 w 1932288"/>
                  <a:gd name="csY563" fmla="*/ 250 h 2553338"/>
                  <a:gd name="csX564" fmla="*/ 1089800 w 1932288"/>
                  <a:gd name="csY564" fmla="*/ 1513 h 2553338"/>
                  <a:gd name="csX565" fmla="*/ 1091756 w 1932288"/>
                  <a:gd name="csY565" fmla="*/ 3581 h 2553338"/>
                  <a:gd name="csX566" fmla="*/ 1093711 w 1932288"/>
                  <a:gd name="csY566" fmla="*/ 6455 h 2553338"/>
                  <a:gd name="csX567" fmla="*/ 1095621 w 1932288"/>
                  <a:gd name="csY567" fmla="*/ 10133 h 2553338"/>
                  <a:gd name="csX568" fmla="*/ 1097576 w 1932288"/>
                  <a:gd name="csY568" fmla="*/ 14613 h 2553338"/>
                  <a:gd name="csX569" fmla="*/ 1099485 w 1932288"/>
                  <a:gd name="csY569" fmla="*/ 19893 h 2553338"/>
                  <a:gd name="csX570" fmla="*/ 1101441 w 1932288"/>
                  <a:gd name="csY570" fmla="*/ 25968 h 2553338"/>
                  <a:gd name="csX571" fmla="*/ 1103349 w 1932288"/>
                  <a:gd name="csY571" fmla="*/ 32835 h 2553338"/>
                  <a:gd name="csX572" fmla="*/ 1105305 w 1932288"/>
                  <a:gd name="csY572" fmla="*/ 40483 h 2553338"/>
                  <a:gd name="csX573" fmla="*/ 1107214 w 1932288"/>
                  <a:gd name="csY573" fmla="*/ 48917 h 2553338"/>
                  <a:gd name="csX574" fmla="*/ 1109169 w 1932288"/>
                  <a:gd name="csY574" fmla="*/ 58128 h 2553338"/>
                  <a:gd name="csX575" fmla="*/ 1111079 w 1932288"/>
                  <a:gd name="csY575" fmla="*/ 68111 h 2553338"/>
                  <a:gd name="csX576" fmla="*/ 1113034 w 1932288"/>
                  <a:gd name="csY576" fmla="*/ 78862 h 2553338"/>
                  <a:gd name="csX577" fmla="*/ 1114943 w 1932288"/>
                  <a:gd name="csY577" fmla="*/ 90365 h 2553338"/>
                  <a:gd name="csX578" fmla="*/ 1116899 w 1932288"/>
                  <a:gd name="csY578" fmla="*/ 102621 h 2553338"/>
                  <a:gd name="csX579" fmla="*/ 1118855 w 1932288"/>
                  <a:gd name="csY579" fmla="*/ 115620 h 2553338"/>
                  <a:gd name="csX580" fmla="*/ 1120763 w 1932288"/>
                  <a:gd name="csY580" fmla="*/ 129354 h 2553338"/>
                  <a:gd name="csX581" fmla="*/ 1122719 w 1932288"/>
                  <a:gd name="csY581" fmla="*/ 143811 h 2553338"/>
                  <a:gd name="csX582" fmla="*/ 1124628 w 1932288"/>
                  <a:gd name="csY582" fmla="*/ 158988 h 2553338"/>
                  <a:gd name="csX583" fmla="*/ 1126583 w 1932288"/>
                  <a:gd name="csY583" fmla="*/ 174871 h 2553338"/>
                  <a:gd name="csX584" fmla="*/ 1128492 w 1932288"/>
                  <a:gd name="csY584" fmla="*/ 191454 h 2553338"/>
                  <a:gd name="csX585" fmla="*/ 1130448 w 1932288"/>
                  <a:gd name="csY585" fmla="*/ 208723 h 2553338"/>
                  <a:gd name="csX586" fmla="*/ 1132357 w 1932288"/>
                  <a:gd name="csY586" fmla="*/ 226663 h 2553338"/>
                  <a:gd name="csX587" fmla="*/ 1134313 w 1932288"/>
                  <a:gd name="csY587" fmla="*/ 245272 h 2553338"/>
                  <a:gd name="csX588" fmla="*/ 1136222 w 1932288"/>
                  <a:gd name="csY588" fmla="*/ 264532 h 2553338"/>
                  <a:gd name="csX589" fmla="*/ 1138178 w 1932288"/>
                  <a:gd name="csY589" fmla="*/ 284432 h 2553338"/>
                  <a:gd name="csX590" fmla="*/ 1140133 w 1932288"/>
                  <a:gd name="csY590" fmla="*/ 304960 h 2553338"/>
                  <a:gd name="csX591" fmla="*/ 1142042 w 1932288"/>
                  <a:gd name="csY591" fmla="*/ 326103 h 2553338"/>
                  <a:gd name="csX592" fmla="*/ 1143998 w 1932288"/>
                  <a:gd name="csY592" fmla="*/ 347847 h 2553338"/>
                  <a:gd name="csX593" fmla="*/ 1145906 w 1932288"/>
                  <a:gd name="csY593" fmla="*/ 370181 h 2553338"/>
                  <a:gd name="csX594" fmla="*/ 1147862 w 1932288"/>
                  <a:gd name="csY594" fmla="*/ 393088 h 2553338"/>
                  <a:gd name="csX595" fmla="*/ 1149771 w 1932288"/>
                  <a:gd name="csY595" fmla="*/ 416551 h 2553338"/>
                  <a:gd name="csX596" fmla="*/ 1151726 w 1932288"/>
                  <a:gd name="csY596" fmla="*/ 440563 h 2553338"/>
                  <a:gd name="csX597" fmla="*/ 1153636 w 1932288"/>
                  <a:gd name="csY597" fmla="*/ 465099 h 2553338"/>
                  <a:gd name="csX598" fmla="*/ 1155591 w 1932288"/>
                  <a:gd name="csY598" fmla="*/ 490154 h 2553338"/>
                  <a:gd name="csX599" fmla="*/ 1157500 w 1932288"/>
                  <a:gd name="csY599" fmla="*/ 515700 h 2553338"/>
                  <a:gd name="csX600" fmla="*/ 1159456 w 1932288"/>
                  <a:gd name="csY600" fmla="*/ 541733 h 2553338"/>
                  <a:gd name="csX601" fmla="*/ 1161365 w 1932288"/>
                  <a:gd name="csY601" fmla="*/ 568227 h 2553338"/>
                  <a:gd name="csX602" fmla="*/ 1163320 w 1932288"/>
                  <a:gd name="csY602" fmla="*/ 595174 h 2553338"/>
                  <a:gd name="csX603" fmla="*/ 1165276 w 1932288"/>
                  <a:gd name="csY603" fmla="*/ 622550 h 2553338"/>
                  <a:gd name="csX604" fmla="*/ 1167185 w 1932288"/>
                  <a:gd name="csY604" fmla="*/ 650341 h 2553338"/>
                  <a:gd name="csX605" fmla="*/ 1169140 w 1932288"/>
                  <a:gd name="csY605" fmla="*/ 678522 h 2553338"/>
                  <a:gd name="csX606" fmla="*/ 1171049 w 1932288"/>
                  <a:gd name="csY606" fmla="*/ 707089 h 2553338"/>
                  <a:gd name="csX607" fmla="*/ 1173005 w 1932288"/>
                  <a:gd name="csY607" fmla="*/ 736014 h 2553338"/>
                  <a:gd name="csX608" fmla="*/ 1174914 w 1932288"/>
                  <a:gd name="csY608" fmla="*/ 765277 h 2553338"/>
                  <a:gd name="csX609" fmla="*/ 1176870 w 1932288"/>
                  <a:gd name="csY609" fmla="*/ 794869 h 2553338"/>
                  <a:gd name="csX610" fmla="*/ 1178779 w 1932288"/>
                  <a:gd name="csY610" fmla="*/ 824766 h 2553338"/>
                  <a:gd name="csX611" fmla="*/ 1180734 w 1932288"/>
                  <a:gd name="csY611" fmla="*/ 854943 h 2553338"/>
                  <a:gd name="csX612" fmla="*/ 1182643 w 1932288"/>
                  <a:gd name="csY612" fmla="*/ 885393 h 2553338"/>
                  <a:gd name="csX613" fmla="*/ 1184599 w 1932288"/>
                  <a:gd name="csY613" fmla="*/ 916086 h 2553338"/>
                  <a:gd name="csX614" fmla="*/ 1186554 w 1932288"/>
                  <a:gd name="csY614" fmla="*/ 947012 h 2553338"/>
                  <a:gd name="csX615" fmla="*/ 1188463 w 1932288"/>
                  <a:gd name="csY615" fmla="*/ 978143 h 2553338"/>
                  <a:gd name="csX616" fmla="*/ 1190419 w 1932288"/>
                  <a:gd name="csY616" fmla="*/ 1009459 h 2553338"/>
                  <a:gd name="csX617" fmla="*/ 1192328 w 1932288"/>
                  <a:gd name="csY617" fmla="*/ 1040952 h 2553338"/>
                  <a:gd name="csX618" fmla="*/ 1194283 w 1932288"/>
                  <a:gd name="csY618" fmla="*/ 1072589 h 2553338"/>
                  <a:gd name="csX619" fmla="*/ 1196193 w 1932288"/>
                  <a:gd name="csY619" fmla="*/ 1104358 h 2553338"/>
                  <a:gd name="csX620" fmla="*/ 1198148 w 1932288"/>
                  <a:gd name="csY620" fmla="*/ 1136232 h 2553338"/>
                  <a:gd name="csX621" fmla="*/ 1200057 w 1932288"/>
                  <a:gd name="csY621" fmla="*/ 1168197 h 2553338"/>
                  <a:gd name="csX622" fmla="*/ 1202013 w 1932288"/>
                  <a:gd name="csY622" fmla="*/ 1200229 h 2553338"/>
                  <a:gd name="csX623" fmla="*/ 1203922 w 1932288"/>
                  <a:gd name="csY623" fmla="*/ 1232313 h 2553338"/>
                  <a:gd name="csX624" fmla="*/ 1205877 w 1932288"/>
                  <a:gd name="csY624" fmla="*/ 1264421 h 2553338"/>
                  <a:gd name="csX625" fmla="*/ 1207786 w 1932288"/>
                  <a:gd name="csY625" fmla="*/ 1296538 h 2553338"/>
                  <a:gd name="csX626" fmla="*/ 1209742 w 1932288"/>
                  <a:gd name="csY626" fmla="*/ 1328646 h 2553338"/>
                  <a:gd name="csX627" fmla="*/ 1211697 w 1932288"/>
                  <a:gd name="csY627" fmla="*/ 1360715 h 2553338"/>
                  <a:gd name="csX628" fmla="*/ 1213606 w 1932288"/>
                  <a:gd name="csY628" fmla="*/ 1392733 h 2553338"/>
                  <a:gd name="csX629" fmla="*/ 1215562 w 1932288"/>
                  <a:gd name="csY629" fmla="*/ 1424679 h 2553338"/>
                  <a:gd name="csX630" fmla="*/ 1217471 w 1932288"/>
                  <a:gd name="csY630" fmla="*/ 1456529 h 2553338"/>
                  <a:gd name="csX631" fmla="*/ 1219427 w 1932288"/>
                  <a:gd name="csY631" fmla="*/ 1488270 h 2553338"/>
                  <a:gd name="csX632" fmla="*/ 1221336 w 1932288"/>
                  <a:gd name="csY632" fmla="*/ 1519873 h 2553338"/>
                  <a:gd name="csX633" fmla="*/ 1223291 w 1932288"/>
                  <a:gd name="csY633" fmla="*/ 1551318 h 2553338"/>
                  <a:gd name="csX634" fmla="*/ 1225200 w 1932288"/>
                  <a:gd name="csY634" fmla="*/ 1582592 h 2553338"/>
                  <a:gd name="csX635" fmla="*/ 1227156 w 1932288"/>
                  <a:gd name="csY635" fmla="*/ 1613675 h 2553338"/>
                  <a:gd name="csX636" fmla="*/ 1229064 w 1932288"/>
                  <a:gd name="csY636" fmla="*/ 1644544 h 2553338"/>
                  <a:gd name="csX637" fmla="*/ 1231020 w 1932288"/>
                  <a:gd name="csY637" fmla="*/ 1675180 h 2553338"/>
                  <a:gd name="csX638" fmla="*/ 1232976 w 1932288"/>
                  <a:gd name="csY638" fmla="*/ 1705562 h 2553338"/>
                  <a:gd name="csX639" fmla="*/ 1234885 w 1932288"/>
                  <a:gd name="csY639" fmla="*/ 1735674 h 2553338"/>
                  <a:gd name="csX640" fmla="*/ 1236840 w 1932288"/>
                  <a:gd name="csY640" fmla="*/ 1765494 h 2553338"/>
                  <a:gd name="csX641" fmla="*/ 1238750 w 1932288"/>
                  <a:gd name="csY641" fmla="*/ 1795005 h 2553338"/>
                  <a:gd name="csX642" fmla="*/ 1240705 w 1932288"/>
                  <a:gd name="csY642" fmla="*/ 1824187 h 2553338"/>
                  <a:gd name="csX643" fmla="*/ 1242614 w 1932288"/>
                  <a:gd name="csY643" fmla="*/ 1853021 h 2553338"/>
                  <a:gd name="csX644" fmla="*/ 1244570 w 1932288"/>
                  <a:gd name="csY644" fmla="*/ 1881493 h 2553338"/>
                  <a:gd name="csX645" fmla="*/ 1246478 w 1932288"/>
                  <a:gd name="csY645" fmla="*/ 1909579 h 2553338"/>
                  <a:gd name="csX646" fmla="*/ 1248434 w 1932288"/>
                  <a:gd name="csY646" fmla="*/ 1937269 h 2553338"/>
                  <a:gd name="csX647" fmla="*/ 1250343 w 1932288"/>
                  <a:gd name="csY647" fmla="*/ 1964536 h 2553338"/>
                  <a:gd name="csX648" fmla="*/ 1252298 w 1932288"/>
                  <a:gd name="csY648" fmla="*/ 1991373 h 2553338"/>
                  <a:gd name="csX649" fmla="*/ 1254208 w 1932288"/>
                  <a:gd name="csY649" fmla="*/ 2017753 h 2553338"/>
                  <a:gd name="csX650" fmla="*/ 1256163 w 1932288"/>
                  <a:gd name="csY650" fmla="*/ 2043666 h 2553338"/>
                  <a:gd name="csX651" fmla="*/ 1258119 w 1932288"/>
                  <a:gd name="csY651" fmla="*/ 2069093 h 2553338"/>
                  <a:gd name="csX652" fmla="*/ 1260028 w 1932288"/>
                  <a:gd name="csY652" fmla="*/ 2094016 h 2553338"/>
                  <a:gd name="csX653" fmla="*/ 1261983 w 1932288"/>
                  <a:gd name="csY653" fmla="*/ 2118423 h 2553338"/>
                  <a:gd name="csX654" fmla="*/ 1263893 w 1932288"/>
                  <a:gd name="csY654" fmla="*/ 2142301 h 2553338"/>
                  <a:gd name="csX655" fmla="*/ 1265848 w 1932288"/>
                  <a:gd name="csY655" fmla="*/ 2165627 h 2553338"/>
                  <a:gd name="csX656" fmla="*/ 1267757 w 1932288"/>
                  <a:gd name="csY656" fmla="*/ 2188390 h 2553338"/>
                  <a:gd name="csX657" fmla="*/ 1269713 w 1932288"/>
                  <a:gd name="csY657" fmla="*/ 2210577 h 2553338"/>
                  <a:gd name="csX658" fmla="*/ 1271621 w 1932288"/>
                  <a:gd name="csY658" fmla="*/ 2232172 h 2553338"/>
                  <a:gd name="csX659" fmla="*/ 1273577 w 1932288"/>
                  <a:gd name="csY659" fmla="*/ 2253163 h 2553338"/>
                  <a:gd name="csX660" fmla="*/ 1275486 w 1932288"/>
                  <a:gd name="csY660" fmla="*/ 2273534 h 2553338"/>
                  <a:gd name="csX661" fmla="*/ 1277442 w 1932288"/>
                  <a:gd name="csY661" fmla="*/ 2293276 h 2553338"/>
                  <a:gd name="csX662" fmla="*/ 1279397 w 1932288"/>
                  <a:gd name="csY662" fmla="*/ 2312375 h 2553338"/>
                  <a:gd name="csX663" fmla="*/ 1281306 w 1932288"/>
                  <a:gd name="csY663" fmla="*/ 2330817 h 2553338"/>
                  <a:gd name="csX664" fmla="*/ 1283262 w 1932288"/>
                  <a:gd name="csY664" fmla="*/ 2348596 h 2553338"/>
                  <a:gd name="csX665" fmla="*/ 1285171 w 1932288"/>
                  <a:gd name="csY665" fmla="*/ 2365688 h 2553338"/>
                  <a:gd name="csX666" fmla="*/ 1287127 w 1932288"/>
                  <a:gd name="csY666" fmla="*/ 2382100 h 2553338"/>
                  <a:gd name="csX667" fmla="*/ 1289035 w 1932288"/>
                  <a:gd name="csY667" fmla="*/ 2397805 h 2553338"/>
                  <a:gd name="csX668" fmla="*/ 1290991 w 1932288"/>
                  <a:gd name="csY668" fmla="*/ 2412802 h 2553338"/>
                  <a:gd name="csX669" fmla="*/ 1292900 w 1932288"/>
                  <a:gd name="csY669" fmla="*/ 2427083 h 2553338"/>
                  <a:gd name="csX670" fmla="*/ 1294855 w 1932288"/>
                  <a:gd name="csY670" fmla="*/ 2440635 h 2553338"/>
                  <a:gd name="csX671" fmla="*/ 1296765 w 1932288"/>
                  <a:gd name="csY671" fmla="*/ 2453448 h 2553338"/>
                  <a:gd name="csX672" fmla="*/ 1298720 w 1932288"/>
                  <a:gd name="csY672" fmla="*/ 2465514 h 2553338"/>
                  <a:gd name="csX673" fmla="*/ 1300629 w 1932288"/>
                  <a:gd name="csY673" fmla="*/ 2476831 h 2553338"/>
                  <a:gd name="csX674" fmla="*/ 1302585 w 1932288"/>
                  <a:gd name="csY674" fmla="*/ 2487386 h 2553338"/>
                  <a:gd name="csX675" fmla="*/ 1304540 w 1932288"/>
                  <a:gd name="csY675" fmla="*/ 2497179 h 2553338"/>
                  <a:gd name="csX676" fmla="*/ 1306449 w 1932288"/>
                  <a:gd name="csY676" fmla="*/ 2506194 h 2553338"/>
                  <a:gd name="csX677" fmla="*/ 1308405 w 1932288"/>
                  <a:gd name="csY677" fmla="*/ 2514433 h 2553338"/>
                  <a:gd name="csX678" fmla="*/ 1310314 w 1932288"/>
                  <a:gd name="csY678" fmla="*/ 2521891 h 2553338"/>
                  <a:gd name="csX679" fmla="*/ 1312269 w 1932288"/>
                  <a:gd name="csY679" fmla="*/ 2528557 h 2553338"/>
                  <a:gd name="csX680" fmla="*/ 1314178 w 1932288"/>
                  <a:gd name="csY680" fmla="*/ 2534433 h 2553338"/>
                  <a:gd name="csX681" fmla="*/ 1316134 w 1932288"/>
                  <a:gd name="csY681" fmla="*/ 2539513 h 2553338"/>
                  <a:gd name="csX682" fmla="*/ 1318043 w 1932288"/>
                  <a:gd name="csY682" fmla="*/ 2543792 h 2553338"/>
                  <a:gd name="csX683" fmla="*/ 1319999 w 1932288"/>
                  <a:gd name="csY683" fmla="*/ 2547270 h 2553338"/>
                  <a:gd name="csX684" fmla="*/ 1321908 w 1932288"/>
                  <a:gd name="csY684" fmla="*/ 2549943 h 2553338"/>
                  <a:gd name="csX685" fmla="*/ 1323863 w 1932288"/>
                  <a:gd name="csY685" fmla="*/ 2551812 h 2553338"/>
                  <a:gd name="csX686" fmla="*/ 1325772 w 1932288"/>
                  <a:gd name="csY686" fmla="*/ 2552874 h 2553338"/>
                  <a:gd name="csX687" fmla="*/ 1327728 w 1932288"/>
                  <a:gd name="csY687" fmla="*/ 2553127 h 2553338"/>
                  <a:gd name="csX688" fmla="*/ 1329684 w 1932288"/>
                  <a:gd name="csY688" fmla="*/ 2552569 h 2553338"/>
                  <a:gd name="csX689" fmla="*/ 1331592 w 1932288"/>
                  <a:gd name="csY689" fmla="*/ 2551206 h 2553338"/>
                  <a:gd name="csX690" fmla="*/ 1333548 w 1932288"/>
                  <a:gd name="csY690" fmla="*/ 2549038 h 2553338"/>
                  <a:gd name="csX691" fmla="*/ 1335457 w 1932288"/>
                  <a:gd name="csY691" fmla="*/ 2546060 h 2553338"/>
                  <a:gd name="csX692" fmla="*/ 1337412 w 1932288"/>
                  <a:gd name="csY692" fmla="*/ 2542281 h 2553338"/>
                  <a:gd name="csX693" fmla="*/ 1339322 w 1932288"/>
                  <a:gd name="csY693" fmla="*/ 2537702 h 2553338"/>
                  <a:gd name="csX694" fmla="*/ 1341277 w 1932288"/>
                  <a:gd name="csY694" fmla="*/ 2532327 h 2553338"/>
                  <a:gd name="csX695" fmla="*/ 1343186 w 1932288"/>
                  <a:gd name="csY695" fmla="*/ 2526151 h 2553338"/>
                  <a:gd name="csX696" fmla="*/ 1345142 w 1932288"/>
                  <a:gd name="csY696" fmla="*/ 2519189 h 2553338"/>
                  <a:gd name="csX697" fmla="*/ 1347051 w 1932288"/>
                  <a:gd name="csY697" fmla="*/ 2511436 h 2553338"/>
                  <a:gd name="csX698" fmla="*/ 1349006 w 1932288"/>
                  <a:gd name="csY698" fmla="*/ 2502906 h 2553338"/>
                  <a:gd name="csX699" fmla="*/ 1350962 w 1932288"/>
                  <a:gd name="csY699" fmla="*/ 2493600 h 2553338"/>
                  <a:gd name="csX700" fmla="*/ 1352871 w 1932288"/>
                  <a:gd name="csY700" fmla="*/ 2483517 h 2553338"/>
                  <a:gd name="csX701" fmla="*/ 1354826 w 1932288"/>
                  <a:gd name="csY701" fmla="*/ 2472676 h 2553338"/>
                  <a:gd name="csX702" fmla="*/ 1356735 w 1932288"/>
                  <a:gd name="csY702" fmla="*/ 2461078 h 2553338"/>
                  <a:gd name="csX703" fmla="*/ 1358691 w 1932288"/>
                  <a:gd name="csY703" fmla="*/ 2448726 h 2553338"/>
                  <a:gd name="csX704" fmla="*/ 1360600 w 1932288"/>
                  <a:gd name="csY704" fmla="*/ 2435636 h 2553338"/>
                  <a:gd name="csX705" fmla="*/ 1362555 w 1932288"/>
                  <a:gd name="csY705" fmla="*/ 2421813 h 2553338"/>
                  <a:gd name="csX706" fmla="*/ 1364465 w 1932288"/>
                  <a:gd name="csY706" fmla="*/ 2407265 h 2553338"/>
                  <a:gd name="csX707" fmla="*/ 1366420 w 1932288"/>
                  <a:gd name="csY707" fmla="*/ 2391997 h 2553338"/>
                  <a:gd name="csX708" fmla="*/ 1368329 w 1932288"/>
                  <a:gd name="csY708" fmla="*/ 2376029 h 2553338"/>
                  <a:gd name="csX709" fmla="*/ 1370285 w 1932288"/>
                  <a:gd name="csY709" fmla="*/ 2359360 h 2553338"/>
                  <a:gd name="csX710" fmla="*/ 1372193 w 1932288"/>
                  <a:gd name="csY710" fmla="*/ 2342005 h 2553338"/>
                  <a:gd name="csX711" fmla="*/ 1374149 w 1932288"/>
                  <a:gd name="csY711" fmla="*/ 2323979 h 2553338"/>
                  <a:gd name="csX712" fmla="*/ 1376105 w 1932288"/>
                  <a:gd name="csY712" fmla="*/ 2305289 h 2553338"/>
                  <a:gd name="csX713" fmla="*/ 1378014 w 1932288"/>
                  <a:gd name="csY713" fmla="*/ 2285947 h 2553338"/>
                  <a:gd name="csX714" fmla="*/ 1379969 w 1932288"/>
                  <a:gd name="csY714" fmla="*/ 2265972 h 2553338"/>
                  <a:gd name="csX715" fmla="*/ 1381878 w 1932288"/>
                  <a:gd name="csY715" fmla="*/ 2245363 h 2553338"/>
                  <a:gd name="csX716" fmla="*/ 1383834 w 1932288"/>
                  <a:gd name="csY716" fmla="*/ 2224143 h 2553338"/>
                  <a:gd name="csX717" fmla="*/ 1385743 w 1932288"/>
                  <a:gd name="csY717" fmla="*/ 2202323 h 2553338"/>
                  <a:gd name="csX718" fmla="*/ 1387699 w 1932288"/>
                  <a:gd name="csY718" fmla="*/ 2179922 h 2553338"/>
                  <a:gd name="csX719" fmla="*/ 1389608 w 1932288"/>
                  <a:gd name="csY719" fmla="*/ 2156945 h 2553338"/>
                  <a:gd name="csX720" fmla="*/ 1391563 w 1932288"/>
                  <a:gd name="csY720" fmla="*/ 2133409 h 2553338"/>
                  <a:gd name="csX721" fmla="*/ 1393472 w 1932288"/>
                  <a:gd name="csY721" fmla="*/ 2109331 h 2553338"/>
                  <a:gd name="csX722" fmla="*/ 1395428 w 1932288"/>
                  <a:gd name="csY722" fmla="*/ 2084728 h 2553338"/>
                  <a:gd name="csX723" fmla="*/ 1397383 w 1932288"/>
                  <a:gd name="csY723" fmla="*/ 2059616 h 2553338"/>
                  <a:gd name="csX724" fmla="*/ 1399292 w 1932288"/>
                  <a:gd name="csY724" fmla="*/ 2034003 h 2553338"/>
                  <a:gd name="csX725" fmla="*/ 1401248 w 1932288"/>
                  <a:gd name="csY725" fmla="*/ 2007913 h 2553338"/>
                  <a:gd name="csX726" fmla="*/ 1403157 w 1932288"/>
                  <a:gd name="csY726" fmla="*/ 1981362 h 2553338"/>
                  <a:gd name="csX727" fmla="*/ 1405112 w 1932288"/>
                  <a:gd name="csY727" fmla="*/ 1954362 h 2553338"/>
                  <a:gd name="csX728" fmla="*/ 1407022 w 1932288"/>
                  <a:gd name="csY728" fmla="*/ 1926934 h 2553338"/>
                  <a:gd name="csX729" fmla="*/ 1408977 w 1932288"/>
                  <a:gd name="csY729" fmla="*/ 1899096 h 2553338"/>
                  <a:gd name="csX730" fmla="*/ 1410886 w 1932288"/>
                  <a:gd name="csY730" fmla="*/ 1870862 h 2553338"/>
                  <a:gd name="csX731" fmla="*/ 1412842 w 1932288"/>
                  <a:gd name="csY731" fmla="*/ 1842252 h 2553338"/>
                  <a:gd name="csX732" fmla="*/ 1414750 w 1932288"/>
                  <a:gd name="csY732" fmla="*/ 1813279 h 2553338"/>
                  <a:gd name="csX733" fmla="*/ 1416706 w 1932288"/>
                  <a:gd name="csY733" fmla="*/ 1783973 h 2553338"/>
                  <a:gd name="csX734" fmla="*/ 1418615 w 1932288"/>
                  <a:gd name="csY734" fmla="*/ 1754344 h 2553338"/>
                  <a:gd name="csX735" fmla="*/ 1420571 w 1932288"/>
                  <a:gd name="csY735" fmla="*/ 1724413 h 2553338"/>
                  <a:gd name="csX736" fmla="*/ 1422526 w 1932288"/>
                  <a:gd name="csY736" fmla="*/ 1694197 h 2553338"/>
                  <a:gd name="csX737" fmla="*/ 1424435 w 1932288"/>
                  <a:gd name="csY737" fmla="*/ 1663719 h 2553338"/>
                  <a:gd name="csX738" fmla="*/ 1426391 w 1932288"/>
                  <a:gd name="csY738" fmla="*/ 1632993 h 2553338"/>
                  <a:gd name="csX739" fmla="*/ 1428300 w 1932288"/>
                  <a:gd name="csY739" fmla="*/ 1602044 h 2553338"/>
                  <a:gd name="csX740" fmla="*/ 1430256 w 1932288"/>
                  <a:gd name="csY740" fmla="*/ 1570889 h 2553338"/>
                  <a:gd name="csX741" fmla="*/ 1432164 w 1932288"/>
                  <a:gd name="csY741" fmla="*/ 1539543 h 2553338"/>
                  <a:gd name="csX742" fmla="*/ 1434120 w 1932288"/>
                  <a:gd name="csY742" fmla="*/ 1508036 h 2553338"/>
                  <a:gd name="csX743" fmla="*/ 1436029 w 1932288"/>
                  <a:gd name="csY743" fmla="*/ 1476381 h 2553338"/>
                  <a:gd name="csX744" fmla="*/ 1437984 w 1932288"/>
                  <a:gd name="csY744" fmla="*/ 1444597 h 2553338"/>
                  <a:gd name="csX745" fmla="*/ 1439894 w 1932288"/>
                  <a:gd name="csY745" fmla="*/ 1412708 h 2553338"/>
                  <a:gd name="csX746" fmla="*/ 1441849 w 1932288"/>
                  <a:gd name="csY746" fmla="*/ 1380734 h 2553338"/>
                  <a:gd name="csX747" fmla="*/ 1443804 w 1932288"/>
                  <a:gd name="csY747" fmla="*/ 1348693 h 2553338"/>
                  <a:gd name="csX748" fmla="*/ 1445714 w 1932288"/>
                  <a:gd name="csY748" fmla="*/ 1316609 h 2553338"/>
                  <a:gd name="csX749" fmla="*/ 1447669 w 1932288"/>
                  <a:gd name="csY749" fmla="*/ 1284496 h 2553338"/>
                  <a:gd name="csX750" fmla="*/ 1449579 w 1932288"/>
                  <a:gd name="csY750" fmla="*/ 1252379 h 2553338"/>
                  <a:gd name="csX751" fmla="*/ 1451534 w 1932288"/>
                  <a:gd name="csY751" fmla="*/ 1220276 h 2553338"/>
                  <a:gd name="csX752" fmla="*/ 1453443 w 1932288"/>
                  <a:gd name="csY752" fmla="*/ 1188211 h 2553338"/>
                  <a:gd name="csX753" fmla="*/ 1455399 w 1932288"/>
                  <a:gd name="csY753" fmla="*/ 1156203 h 2553338"/>
                  <a:gd name="csX754" fmla="*/ 1457307 w 1932288"/>
                  <a:gd name="csY754" fmla="*/ 1124267 h 2553338"/>
                  <a:gd name="csX755" fmla="*/ 1459263 w 1932288"/>
                  <a:gd name="csY755" fmla="*/ 1092431 h 2553338"/>
                  <a:gd name="csX756" fmla="*/ 1461172 w 1932288"/>
                  <a:gd name="csY756" fmla="*/ 1060709 h 2553338"/>
                  <a:gd name="csX757" fmla="*/ 1463127 w 1932288"/>
                  <a:gd name="csY757" fmla="*/ 1029125 h 2553338"/>
                  <a:gd name="csX758" fmla="*/ 1465037 w 1932288"/>
                  <a:gd name="csY758" fmla="*/ 997694 h 2553338"/>
                  <a:gd name="csX759" fmla="*/ 1466992 w 1932288"/>
                  <a:gd name="csY759" fmla="*/ 966444 h 2553338"/>
                  <a:gd name="csX760" fmla="*/ 1468948 w 1932288"/>
                  <a:gd name="csY760" fmla="*/ 935389 h 2553338"/>
                  <a:gd name="csX761" fmla="*/ 1470857 w 1932288"/>
                  <a:gd name="csY761" fmla="*/ 904549 h 2553338"/>
                  <a:gd name="csX762" fmla="*/ 1472813 w 1932288"/>
                  <a:gd name="csY762" fmla="*/ 873942 h 2553338"/>
                  <a:gd name="csX763" fmla="*/ 1474721 w 1932288"/>
                  <a:gd name="csY763" fmla="*/ 843593 h 2553338"/>
                  <a:gd name="csX764" fmla="*/ 1476677 w 1932288"/>
                  <a:gd name="csY764" fmla="*/ 813520 h 2553338"/>
                  <a:gd name="csX765" fmla="*/ 1478586 w 1932288"/>
                  <a:gd name="csY765" fmla="*/ 783737 h 2553338"/>
                  <a:gd name="csX766" fmla="*/ 1480541 w 1932288"/>
                  <a:gd name="csY766" fmla="*/ 754265 h 2553338"/>
                  <a:gd name="csX767" fmla="*/ 1482450 w 1932288"/>
                  <a:gd name="csY767" fmla="*/ 725126 h 2553338"/>
                  <a:gd name="csX768" fmla="*/ 1484406 w 1932288"/>
                  <a:gd name="csY768" fmla="*/ 696334 h 2553338"/>
                  <a:gd name="csX769" fmla="*/ 1486315 w 1932288"/>
                  <a:gd name="csY769" fmla="*/ 667910 h 2553338"/>
                  <a:gd name="csX770" fmla="*/ 1488271 w 1932288"/>
                  <a:gd name="csY770" fmla="*/ 639872 h 2553338"/>
                  <a:gd name="csX771" fmla="*/ 1490226 w 1932288"/>
                  <a:gd name="csY771" fmla="*/ 612234 h 2553338"/>
                  <a:gd name="csX772" fmla="*/ 1492135 w 1932288"/>
                  <a:gd name="csY772" fmla="*/ 585020 h 2553338"/>
                  <a:gd name="csX773" fmla="*/ 1494091 w 1932288"/>
                  <a:gd name="csY773" fmla="*/ 558239 h 2553338"/>
                  <a:gd name="csX774" fmla="*/ 1496000 w 1932288"/>
                  <a:gd name="csY774" fmla="*/ 531916 h 2553338"/>
                  <a:gd name="csX775" fmla="*/ 1497955 w 1932288"/>
                  <a:gd name="csY775" fmla="*/ 506065 h 2553338"/>
                  <a:gd name="csX776" fmla="*/ 1499864 w 1932288"/>
                  <a:gd name="csY776" fmla="*/ 480700 h 2553338"/>
                  <a:gd name="csX777" fmla="*/ 1501820 w 1932288"/>
                  <a:gd name="csY777" fmla="*/ 455835 h 2553338"/>
                  <a:gd name="csX778" fmla="*/ 1503729 w 1932288"/>
                  <a:gd name="csY778" fmla="*/ 431495 h 2553338"/>
                  <a:gd name="csX779" fmla="*/ 1505684 w 1932288"/>
                  <a:gd name="csY779" fmla="*/ 407688 h 2553338"/>
                  <a:gd name="csX780" fmla="*/ 1507594 w 1932288"/>
                  <a:gd name="csY780" fmla="*/ 384434 h 2553338"/>
                  <a:gd name="csX781" fmla="*/ 1509549 w 1932288"/>
                  <a:gd name="csY781" fmla="*/ 361737 h 2553338"/>
                  <a:gd name="csX782" fmla="*/ 1511458 w 1932288"/>
                  <a:gd name="csY782" fmla="*/ 339627 h 2553338"/>
                  <a:gd name="csX783" fmla="*/ 1513414 w 1932288"/>
                  <a:gd name="csY783" fmla="*/ 318103 h 2553338"/>
                  <a:gd name="csX784" fmla="*/ 1515369 w 1932288"/>
                  <a:gd name="csY784" fmla="*/ 297188 h 2553338"/>
                  <a:gd name="csX785" fmla="*/ 1517278 w 1932288"/>
                  <a:gd name="csY785" fmla="*/ 276893 h 2553338"/>
                  <a:gd name="csX786" fmla="*/ 1519234 w 1932288"/>
                  <a:gd name="csY786" fmla="*/ 257232 h 2553338"/>
                  <a:gd name="csX787" fmla="*/ 1521143 w 1932288"/>
                  <a:gd name="csY787" fmla="*/ 238219 h 2553338"/>
                  <a:gd name="csX788" fmla="*/ 1523098 w 1932288"/>
                  <a:gd name="csY788" fmla="*/ 219859 h 2553338"/>
                  <a:gd name="csX789" fmla="*/ 1525007 w 1932288"/>
                  <a:gd name="csY789" fmla="*/ 202166 h 2553338"/>
                  <a:gd name="csX790" fmla="*/ 1526963 w 1932288"/>
                  <a:gd name="csY790" fmla="*/ 185154 h 2553338"/>
                  <a:gd name="csX791" fmla="*/ 1528872 w 1932288"/>
                  <a:gd name="csY791" fmla="*/ 168833 h 2553338"/>
                  <a:gd name="csX792" fmla="*/ 1530828 w 1932288"/>
                  <a:gd name="csY792" fmla="*/ 153213 h 2553338"/>
                  <a:gd name="csX793" fmla="*/ 1532737 w 1932288"/>
                  <a:gd name="csY793" fmla="*/ 138307 h 2553338"/>
                  <a:gd name="csX794" fmla="*/ 1534692 w 1932288"/>
                  <a:gd name="csY794" fmla="*/ 124117 h 2553338"/>
                  <a:gd name="csX795" fmla="*/ 1536648 w 1932288"/>
                  <a:gd name="csY795" fmla="*/ 110660 h 2553338"/>
                  <a:gd name="csX796" fmla="*/ 1538557 w 1932288"/>
                  <a:gd name="csY796" fmla="*/ 97937 h 2553338"/>
                  <a:gd name="csX797" fmla="*/ 1540512 w 1932288"/>
                  <a:gd name="csY797" fmla="*/ 85962 h 2553338"/>
                  <a:gd name="csX798" fmla="*/ 1542421 w 1932288"/>
                  <a:gd name="csY798" fmla="*/ 74740 h 2553338"/>
                  <a:gd name="csX799" fmla="*/ 1544377 w 1932288"/>
                  <a:gd name="csY799" fmla="*/ 64280 h 2553338"/>
                  <a:gd name="csX800" fmla="*/ 1546286 w 1932288"/>
                  <a:gd name="csY800" fmla="*/ 54588 h 2553338"/>
                  <a:gd name="csX801" fmla="*/ 1548241 w 1932288"/>
                  <a:gd name="csY801" fmla="*/ 45663 h 2553338"/>
                  <a:gd name="csX802" fmla="*/ 1550151 w 1932288"/>
                  <a:gd name="csY802" fmla="*/ 37524 h 2553338"/>
                  <a:gd name="csX803" fmla="*/ 1552106 w 1932288"/>
                  <a:gd name="csY803" fmla="*/ 30166 h 2553338"/>
                  <a:gd name="csX804" fmla="*/ 1554015 w 1932288"/>
                  <a:gd name="csY804" fmla="*/ 23595 h 2553338"/>
                  <a:gd name="csX805" fmla="*/ 1555971 w 1932288"/>
                  <a:gd name="csY805" fmla="*/ 17820 h 2553338"/>
                  <a:gd name="csX806" fmla="*/ 1557879 w 1932288"/>
                  <a:gd name="csY806" fmla="*/ 12840 h 2553338"/>
                  <a:gd name="csX807" fmla="*/ 1559835 w 1932288"/>
                  <a:gd name="csY807" fmla="*/ 8661 h 2553338"/>
                  <a:gd name="csX808" fmla="*/ 1561791 w 1932288"/>
                  <a:gd name="csY808" fmla="*/ 5282 h 2553338"/>
                  <a:gd name="csX809" fmla="*/ 1563699 w 1932288"/>
                  <a:gd name="csY809" fmla="*/ 2709 h 2553338"/>
                  <a:gd name="csX810" fmla="*/ 1565655 w 1932288"/>
                  <a:gd name="csY810" fmla="*/ 946 h 2553338"/>
                  <a:gd name="csX811" fmla="*/ 1567564 w 1932288"/>
                  <a:gd name="csY811" fmla="*/ -16 h 2553338"/>
                  <a:gd name="csX812" fmla="*/ 1569520 w 1932288"/>
                  <a:gd name="csY812" fmla="*/ -164 h 2553338"/>
                  <a:gd name="csX813" fmla="*/ 1571429 w 1932288"/>
                  <a:gd name="csY813" fmla="*/ 489 h 2553338"/>
                  <a:gd name="csX814" fmla="*/ 1573385 w 1932288"/>
                  <a:gd name="csY814" fmla="*/ 1956 h 2553338"/>
                  <a:gd name="csX815" fmla="*/ 1575294 w 1932288"/>
                  <a:gd name="csY815" fmla="*/ 4225 h 2553338"/>
                  <a:gd name="csX816" fmla="*/ 1577249 w 1932288"/>
                  <a:gd name="csY816" fmla="*/ 7303 h 2553338"/>
                  <a:gd name="csX817" fmla="*/ 1579158 w 1932288"/>
                  <a:gd name="csY817" fmla="*/ 11182 h 2553338"/>
                  <a:gd name="csX818" fmla="*/ 1581114 w 1932288"/>
                  <a:gd name="csY818" fmla="*/ 15861 h 2553338"/>
                  <a:gd name="csX819" fmla="*/ 1583069 w 1932288"/>
                  <a:gd name="csY819" fmla="*/ 21336 h 2553338"/>
                  <a:gd name="csX820" fmla="*/ 1584978 w 1932288"/>
                  <a:gd name="csY820" fmla="*/ 27607 h 2553338"/>
                  <a:gd name="csX821" fmla="*/ 1586934 w 1932288"/>
                  <a:gd name="csY821" fmla="*/ 34674 h 2553338"/>
                  <a:gd name="csX822" fmla="*/ 1588843 w 1932288"/>
                  <a:gd name="csY822" fmla="*/ 42522 h 2553338"/>
                  <a:gd name="csX823" fmla="*/ 1590798 w 1932288"/>
                  <a:gd name="csY823" fmla="*/ 51147 h 2553338"/>
                  <a:gd name="csX824" fmla="*/ 1592708 w 1932288"/>
                  <a:gd name="csY824" fmla="*/ 60554 h 2553338"/>
                  <a:gd name="csX825" fmla="*/ 1594663 w 1932288"/>
                  <a:gd name="csY825" fmla="*/ 70728 h 2553338"/>
                  <a:gd name="csX826" fmla="*/ 1596572 w 1932288"/>
                  <a:gd name="csY826" fmla="*/ 81664 h 2553338"/>
                  <a:gd name="csX827" fmla="*/ 1598528 w 1932288"/>
                  <a:gd name="csY827" fmla="*/ 93357 h 2553338"/>
                  <a:gd name="csX828" fmla="*/ 1600436 w 1932288"/>
                  <a:gd name="csY828" fmla="*/ 105804 h 2553338"/>
                  <a:gd name="csX829" fmla="*/ 1602392 w 1932288"/>
                  <a:gd name="csY829" fmla="*/ 118985 h 2553338"/>
                  <a:gd name="csX830" fmla="*/ 1604301 w 1932288"/>
                  <a:gd name="csY830" fmla="*/ 132899 h 2553338"/>
                  <a:gd name="csX831" fmla="*/ 1606256 w 1932288"/>
                  <a:gd name="csY831" fmla="*/ 147542 h 2553338"/>
                  <a:gd name="csX832" fmla="*/ 1608212 w 1932288"/>
                  <a:gd name="csY832" fmla="*/ 162896 h 2553338"/>
                  <a:gd name="csX833" fmla="*/ 1610121 w 1932288"/>
                  <a:gd name="csY833" fmla="*/ 178954 h 2553338"/>
                  <a:gd name="csX834" fmla="*/ 1612077 w 1932288"/>
                  <a:gd name="csY834" fmla="*/ 195709 h 2553338"/>
                  <a:gd name="csX835" fmla="*/ 1613986 w 1932288"/>
                  <a:gd name="csY835" fmla="*/ 213145 h 2553338"/>
                  <a:gd name="csX836" fmla="*/ 1615942 w 1932288"/>
                  <a:gd name="csY836" fmla="*/ 231252 h 2553338"/>
                  <a:gd name="csX837" fmla="*/ 1617850 w 1932288"/>
                  <a:gd name="csY837" fmla="*/ 250027 h 2553338"/>
                  <a:gd name="csX838" fmla="*/ 1619806 w 1932288"/>
                  <a:gd name="csY838" fmla="*/ 269445 h 2553338"/>
                  <a:gd name="csX839" fmla="*/ 1621715 w 1932288"/>
                  <a:gd name="csY839" fmla="*/ 289507 h 2553338"/>
                  <a:gd name="csX840" fmla="*/ 1623670 w 1932288"/>
                  <a:gd name="csY840" fmla="*/ 310188 h 2553338"/>
                  <a:gd name="csX841" fmla="*/ 1625579 w 1932288"/>
                  <a:gd name="csY841" fmla="*/ 331483 h 2553338"/>
                  <a:gd name="csX842" fmla="*/ 1627535 w 1932288"/>
                  <a:gd name="csY842" fmla="*/ 353379 h 2553338"/>
                  <a:gd name="csX843" fmla="*/ 1629490 w 1932288"/>
                  <a:gd name="csY843" fmla="*/ 375857 h 2553338"/>
                  <a:gd name="csX844" fmla="*/ 1631400 w 1932288"/>
                  <a:gd name="csY844" fmla="*/ 398901 h 2553338"/>
                  <a:gd name="csX845" fmla="*/ 1633355 w 1932288"/>
                  <a:gd name="csY845" fmla="*/ 422503 h 2553338"/>
                  <a:gd name="csX846" fmla="*/ 1635264 w 1932288"/>
                  <a:gd name="csY846" fmla="*/ 446648 h 2553338"/>
                  <a:gd name="csX847" fmla="*/ 1637220 w 1932288"/>
                  <a:gd name="csY847" fmla="*/ 471318 h 2553338"/>
                  <a:gd name="csX848" fmla="*/ 1639129 w 1932288"/>
                  <a:gd name="csY848" fmla="*/ 496492 h 2553338"/>
                  <a:gd name="csX849" fmla="*/ 1641084 w 1932288"/>
                  <a:gd name="csY849" fmla="*/ 522167 h 2553338"/>
                  <a:gd name="csX850" fmla="*/ 1642993 w 1932288"/>
                  <a:gd name="csY850" fmla="*/ 548313 h 2553338"/>
                  <a:gd name="csX851" fmla="*/ 1644949 w 1932288"/>
                  <a:gd name="csY851" fmla="*/ 574922 h 2553338"/>
                  <a:gd name="csX852" fmla="*/ 1646858 w 1932288"/>
                  <a:gd name="csY852" fmla="*/ 601979 h 2553338"/>
                  <a:gd name="csX853" fmla="*/ 1648813 w 1932288"/>
                  <a:gd name="csY853" fmla="*/ 629460 h 2553338"/>
                  <a:gd name="csX854" fmla="*/ 1650723 w 1932288"/>
                  <a:gd name="csY854" fmla="*/ 657350 h 2553338"/>
                  <a:gd name="csX855" fmla="*/ 1652678 w 1932288"/>
                  <a:gd name="csY855" fmla="*/ 685632 h 2553338"/>
                  <a:gd name="csX856" fmla="*/ 1654634 w 1932288"/>
                  <a:gd name="csY856" fmla="*/ 714285 h 2553338"/>
                  <a:gd name="csX857" fmla="*/ 1656543 w 1932288"/>
                  <a:gd name="csY857" fmla="*/ 743300 h 2553338"/>
                  <a:gd name="csX858" fmla="*/ 1658499 w 1932288"/>
                  <a:gd name="csY858" fmla="*/ 772649 h 2553338"/>
                  <a:gd name="csX859" fmla="*/ 1660407 w 1932288"/>
                  <a:gd name="csY859" fmla="*/ 802317 h 2553338"/>
                  <a:gd name="csX860" fmla="*/ 1662363 w 1932288"/>
                  <a:gd name="csY860" fmla="*/ 832280 h 2553338"/>
                  <a:gd name="csX861" fmla="*/ 1664272 w 1932288"/>
                  <a:gd name="csY861" fmla="*/ 862530 h 2553338"/>
                  <a:gd name="csX862" fmla="*/ 1666227 w 1932288"/>
                  <a:gd name="csY862" fmla="*/ 893041 h 2553338"/>
                  <a:gd name="csX863" fmla="*/ 1668136 w 1932288"/>
                  <a:gd name="csY863" fmla="*/ 923796 h 2553338"/>
                  <a:gd name="csX864" fmla="*/ 1670092 w 1932288"/>
                  <a:gd name="csY864" fmla="*/ 954774 h 2553338"/>
                  <a:gd name="csX865" fmla="*/ 1672001 w 1932288"/>
                  <a:gd name="csY865" fmla="*/ 985953 h 2553338"/>
                  <a:gd name="csX866" fmla="*/ 1673957 w 1932288"/>
                  <a:gd name="csY866" fmla="*/ 1017317 h 2553338"/>
                  <a:gd name="csX867" fmla="*/ 1675912 w 1932288"/>
                  <a:gd name="csY867" fmla="*/ 1048848 h 2553338"/>
                  <a:gd name="csX868" fmla="*/ 1677821 w 1932288"/>
                  <a:gd name="csY868" fmla="*/ 1080518 h 2553338"/>
                  <a:gd name="csX869" fmla="*/ 1679777 w 1932288"/>
                  <a:gd name="csY869" fmla="*/ 1112316 h 2553338"/>
                  <a:gd name="csX870" fmla="*/ 1681686 w 1932288"/>
                  <a:gd name="csY870" fmla="*/ 1144214 h 2553338"/>
                  <a:gd name="csX871" fmla="*/ 1683641 w 1932288"/>
                  <a:gd name="csY871" fmla="*/ 1176198 h 2553338"/>
                  <a:gd name="csX872" fmla="*/ 1685550 w 1932288"/>
                  <a:gd name="csY872" fmla="*/ 1208249 h 2553338"/>
                  <a:gd name="csX873" fmla="*/ 1687506 w 1932288"/>
                  <a:gd name="csY873" fmla="*/ 1240337 h 2553338"/>
                  <a:gd name="csX874" fmla="*/ 1689415 w 1932288"/>
                  <a:gd name="csY874" fmla="*/ 1272450 h 2553338"/>
                  <a:gd name="csX875" fmla="*/ 1691370 w 1932288"/>
                  <a:gd name="csY875" fmla="*/ 1304567 h 2553338"/>
                  <a:gd name="csX876" fmla="*/ 1693280 w 1932288"/>
                  <a:gd name="csY876" fmla="*/ 1336666 h 2553338"/>
                  <a:gd name="csX877" fmla="*/ 1695235 w 1932288"/>
                  <a:gd name="csY877" fmla="*/ 1368726 h 2553338"/>
                  <a:gd name="csX878" fmla="*/ 1697144 w 1932288"/>
                  <a:gd name="csY878" fmla="*/ 1400729 h 2553338"/>
                  <a:gd name="csX879" fmla="*/ 1699100 w 1932288"/>
                  <a:gd name="csY879" fmla="*/ 1432651 h 2553338"/>
                  <a:gd name="csX880" fmla="*/ 1701055 w 1932288"/>
                  <a:gd name="csY880" fmla="*/ 1464477 h 2553338"/>
                  <a:gd name="csX881" fmla="*/ 1702964 w 1932288"/>
                  <a:gd name="csY881" fmla="*/ 1496180 h 2553338"/>
                  <a:gd name="csX882" fmla="*/ 1704920 w 1932288"/>
                  <a:gd name="csY882" fmla="*/ 1527750 h 2553338"/>
                  <a:gd name="csX883" fmla="*/ 1706829 w 1932288"/>
                  <a:gd name="csY883" fmla="*/ 1559157 h 2553338"/>
                  <a:gd name="csX884" fmla="*/ 1708784 w 1932288"/>
                  <a:gd name="csY884" fmla="*/ 1590383 h 2553338"/>
                  <a:gd name="csX885" fmla="*/ 1710693 w 1932288"/>
                  <a:gd name="csY885" fmla="*/ 1621414 h 2553338"/>
                  <a:gd name="csX886" fmla="*/ 1712649 w 1932288"/>
                  <a:gd name="csY886" fmla="*/ 1652226 h 2553338"/>
                  <a:gd name="csX887" fmla="*/ 1714558 w 1932288"/>
                  <a:gd name="csY887" fmla="*/ 1682799 h 2553338"/>
                  <a:gd name="csX888" fmla="*/ 1716514 w 1932288"/>
                  <a:gd name="csY888" fmla="*/ 1713115 h 2553338"/>
                  <a:gd name="csX889" fmla="*/ 1718423 w 1932288"/>
                  <a:gd name="csY889" fmla="*/ 1743155 h 2553338"/>
                  <a:gd name="csX890" fmla="*/ 1720378 w 1932288"/>
                  <a:gd name="csY890" fmla="*/ 1772899 h 2553338"/>
                  <a:gd name="csX891" fmla="*/ 1722334 w 1932288"/>
                  <a:gd name="csY891" fmla="*/ 1802329 h 2553338"/>
                  <a:gd name="csX892" fmla="*/ 1724243 w 1932288"/>
                  <a:gd name="csY892" fmla="*/ 1831430 h 2553338"/>
                  <a:gd name="csX893" fmla="*/ 1726198 w 1932288"/>
                  <a:gd name="csY893" fmla="*/ 1860173 h 2553338"/>
                  <a:gd name="csX894" fmla="*/ 1728107 w 1932288"/>
                  <a:gd name="csY894" fmla="*/ 1888550 h 2553338"/>
                  <a:gd name="csX895" fmla="*/ 1730063 w 1932288"/>
                  <a:gd name="csY895" fmla="*/ 1916541 h 2553338"/>
                  <a:gd name="csX896" fmla="*/ 1731972 w 1932288"/>
                  <a:gd name="csY896" fmla="*/ 1944127 h 2553338"/>
                  <a:gd name="csX897" fmla="*/ 1733927 w 1932288"/>
                  <a:gd name="csY897" fmla="*/ 1971288 h 2553338"/>
                  <a:gd name="csX898" fmla="*/ 1735837 w 1932288"/>
                  <a:gd name="csY898" fmla="*/ 1998011 h 2553338"/>
                  <a:gd name="csX899" fmla="*/ 1737792 w 1932288"/>
                  <a:gd name="csY899" fmla="*/ 2024277 h 2553338"/>
                  <a:gd name="csX900" fmla="*/ 1739701 w 1932288"/>
                  <a:gd name="csY900" fmla="*/ 2050066 h 2553338"/>
                  <a:gd name="csX901" fmla="*/ 1741657 w 1932288"/>
                  <a:gd name="csY901" fmla="*/ 2075369 h 2553338"/>
                  <a:gd name="csX902" fmla="*/ 1743565 w 1932288"/>
                  <a:gd name="csY902" fmla="*/ 2100167 h 2553338"/>
                  <a:gd name="csX903" fmla="*/ 1745521 w 1932288"/>
                  <a:gd name="csY903" fmla="*/ 2124446 h 2553338"/>
                  <a:gd name="csX904" fmla="*/ 1747477 w 1932288"/>
                  <a:gd name="csY904" fmla="*/ 2148181 h 2553338"/>
                  <a:gd name="csX905" fmla="*/ 1749385 w 1932288"/>
                  <a:gd name="csY905" fmla="*/ 2171369 h 2553338"/>
                  <a:gd name="csX906" fmla="*/ 1751341 w 1932288"/>
                  <a:gd name="csY906" fmla="*/ 2193989 h 2553338"/>
                  <a:gd name="csX907" fmla="*/ 1753250 w 1932288"/>
                  <a:gd name="csY907" fmla="*/ 2216033 h 2553338"/>
                  <a:gd name="csX908" fmla="*/ 1755206 w 1932288"/>
                  <a:gd name="csY908" fmla="*/ 2237476 h 2553338"/>
                  <a:gd name="csX909" fmla="*/ 1757115 w 1932288"/>
                  <a:gd name="csY909" fmla="*/ 2258314 h 2553338"/>
                  <a:gd name="csX910" fmla="*/ 1759071 w 1932288"/>
                  <a:gd name="csY910" fmla="*/ 2278533 h 2553338"/>
                  <a:gd name="csX911" fmla="*/ 1760979 w 1932288"/>
                  <a:gd name="csY911" fmla="*/ 2298113 h 2553338"/>
                  <a:gd name="csX912" fmla="*/ 1762935 w 1932288"/>
                  <a:gd name="csY912" fmla="*/ 2317050 h 2553338"/>
                  <a:gd name="csX913" fmla="*/ 1764844 w 1932288"/>
                  <a:gd name="csY913" fmla="*/ 2335324 h 2553338"/>
                  <a:gd name="csX914" fmla="*/ 1766799 w 1932288"/>
                  <a:gd name="csY914" fmla="*/ 2352932 h 2553338"/>
                  <a:gd name="csX915" fmla="*/ 1768755 w 1932288"/>
                  <a:gd name="csY915" fmla="*/ 2369858 h 2553338"/>
                  <a:gd name="csX916" fmla="*/ 1770664 w 1932288"/>
                  <a:gd name="csY916" fmla="*/ 2386093 h 2553338"/>
                  <a:gd name="csX917" fmla="*/ 1772619 w 1932288"/>
                  <a:gd name="csY917" fmla="*/ 2401622 h 2553338"/>
                  <a:gd name="csX918" fmla="*/ 1774529 w 1932288"/>
                  <a:gd name="csY918" fmla="*/ 2416442 h 2553338"/>
                  <a:gd name="csX919" fmla="*/ 1776484 w 1932288"/>
                  <a:gd name="csY919" fmla="*/ 2430538 h 2553338"/>
                  <a:gd name="csX920" fmla="*/ 1778394 w 1932288"/>
                  <a:gd name="csY920" fmla="*/ 2443904 h 2553338"/>
                  <a:gd name="csX921" fmla="*/ 1780349 w 1932288"/>
                  <a:gd name="csY921" fmla="*/ 2456532 h 2553338"/>
                  <a:gd name="csX922" fmla="*/ 1782258 w 1932288"/>
                  <a:gd name="csY922" fmla="*/ 2468416 h 2553338"/>
                  <a:gd name="csX923" fmla="*/ 1784214 w 1932288"/>
                  <a:gd name="csY923" fmla="*/ 2479543 h 2553338"/>
                  <a:gd name="csX924" fmla="*/ 1786122 w 1932288"/>
                  <a:gd name="csY924" fmla="*/ 2489907 h 2553338"/>
                  <a:gd name="csX925" fmla="*/ 1788078 w 1932288"/>
                  <a:gd name="csY925" fmla="*/ 2499504 h 2553338"/>
                  <a:gd name="csX926" fmla="*/ 1789987 w 1932288"/>
                  <a:gd name="csY926" fmla="*/ 2508329 h 2553338"/>
                  <a:gd name="csX927" fmla="*/ 1791942 w 1932288"/>
                  <a:gd name="csY927" fmla="*/ 2516373 h 2553338"/>
                  <a:gd name="csX928" fmla="*/ 1793898 w 1932288"/>
                  <a:gd name="csY928" fmla="*/ 2523635 h 2553338"/>
                  <a:gd name="csX929" fmla="*/ 1795807 w 1932288"/>
                  <a:gd name="csY929" fmla="*/ 2530101 h 2553338"/>
                  <a:gd name="csX930" fmla="*/ 1797763 w 1932288"/>
                  <a:gd name="csY930" fmla="*/ 2535781 h 2553338"/>
                  <a:gd name="csX931" fmla="*/ 1799672 w 1932288"/>
                  <a:gd name="csY931" fmla="*/ 2540661 h 2553338"/>
                  <a:gd name="csX932" fmla="*/ 1801627 w 1932288"/>
                  <a:gd name="csY932" fmla="*/ 2544740 h 2553338"/>
                  <a:gd name="csX933" fmla="*/ 1803536 w 1932288"/>
                  <a:gd name="csY933" fmla="*/ 2548014 h 2553338"/>
                  <a:gd name="csX934" fmla="*/ 1805492 w 1932288"/>
                  <a:gd name="csY934" fmla="*/ 2550487 h 2553338"/>
                  <a:gd name="csX935" fmla="*/ 1807401 w 1932288"/>
                  <a:gd name="csY935" fmla="*/ 2552155 h 2553338"/>
                  <a:gd name="csX936" fmla="*/ 1809356 w 1932288"/>
                  <a:gd name="csY936" fmla="*/ 2553012 h 2553338"/>
                  <a:gd name="csX937" fmla="*/ 1811265 w 1932288"/>
                  <a:gd name="csY937" fmla="*/ 2553060 h 2553338"/>
                  <a:gd name="csX938" fmla="*/ 1813221 w 1932288"/>
                  <a:gd name="csY938" fmla="*/ 2552307 h 2553338"/>
                  <a:gd name="csX939" fmla="*/ 1815176 w 1932288"/>
                  <a:gd name="csY939" fmla="*/ 2550740 h 2553338"/>
                  <a:gd name="csX940" fmla="*/ 1817086 w 1932288"/>
                  <a:gd name="csY940" fmla="*/ 2548366 h 2553338"/>
                  <a:gd name="csX941" fmla="*/ 1819041 w 1932288"/>
                  <a:gd name="csY941" fmla="*/ 2545193 h 2553338"/>
                  <a:gd name="csX942" fmla="*/ 1820950 w 1932288"/>
                  <a:gd name="csY942" fmla="*/ 2541214 h 2553338"/>
                  <a:gd name="csX943" fmla="*/ 1822906 w 1932288"/>
                  <a:gd name="csY943" fmla="*/ 2536434 h 2553338"/>
                  <a:gd name="csX944" fmla="*/ 1824815 w 1932288"/>
                  <a:gd name="csY944" fmla="*/ 2530854 h 2553338"/>
                  <a:gd name="csX945" fmla="*/ 1826770 w 1932288"/>
                  <a:gd name="csY945" fmla="*/ 2524483 h 2553338"/>
                  <a:gd name="csX946" fmla="*/ 1828679 w 1932288"/>
                  <a:gd name="csY946" fmla="*/ 2517326 h 2553338"/>
                  <a:gd name="csX947" fmla="*/ 1830635 w 1932288"/>
                  <a:gd name="csY947" fmla="*/ 2509377 h 2553338"/>
                  <a:gd name="csX948" fmla="*/ 1832544 w 1932288"/>
                  <a:gd name="csY948" fmla="*/ 2500652 h 2553338"/>
                  <a:gd name="csX949" fmla="*/ 1834499 w 1932288"/>
                  <a:gd name="csY949" fmla="*/ 2491151 h 2553338"/>
                  <a:gd name="csX950" fmla="*/ 1836409 w 1932288"/>
                  <a:gd name="csY950" fmla="*/ 2480882 h 2553338"/>
                  <a:gd name="csX951" fmla="*/ 1838364 w 1932288"/>
                  <a:gd name="csY951" fmla="*/ 2469846 h 2553338"/>
                  <a:gd name="csX952" fmla="*/ 1840320 w 1932288"/>
                  <a:gd name="csY952" fmla="*/ 2458061 h 2553338"/>
                  <a:gd name="csX953" fmla="*/ 1842229 w 1932288"/>
                  <a:gd name="csY953" fmla="*/ 2445524 h 2553338"/>
                  <a:gd name="csX954" fmla="*/ 1844184 w 1932288"/>
                  <a:gd name="csY954" fmla="*/ 2432248 h 2553338"/>
                  <a:gd name="csX955" fmla="*/ 1846093 w 1932288"/>
                  <a:gd name="csY955" fmla="*/ 2418243 h 2553338"/>
                  <a:gd name="csX956" fmla="*/ 1848049 w 1932288"/>
                  <a:gd name="csY956" fmla="*/ 2403514 h 2553338"/>
                  <a:gd name="csX957" fmla="*/ 1849958 w 1932288"/>
                  <a:gd name="csY957" fmla="*/ 2388070 h 2553338"/>
                  <a:gd name="csX958" fmla="*/ 1851913 w 1932288"/>
                  <a:gd name="csY958" fmla="*/ 2371926 h 2553338"/>
                  <a:gd name="csX959" fmla="*/ 1853822 w 1932288"/>
                  <a:gd name="csY959" fmla="*/ 2355086 h 2553338"/>
                  <a:gd name="csX960" fmla="*/ 1855778 w 1932288"/>
                  <a:gd name="csY960" fmla="*/ 2337564 h 2553338"/>
                  <a:gd name="csX961" fmla="*/ 1857687 w 1932288"/>
                  <a:gd name="csY961" fmla="*/ 2319371 h 2553338"/>
                  <a:gd name="csX962" fmla="*/ 1859643 w 1932288"/>
                  <a:gd name="csY962" fmla="*/ 2300515 h 2553338"/>
                  <a:gd name="csX963" fmla="*/ 1861598 w 1932288"/>
                  <a:gd name="csY963" fmla="*/ 2281016 h 2553338"/>
                  <a:gd name="csX964" fmla="*/ 1863507 w 1932288"/>
                  <a:gd name="csY964" fmla="*/ 2260878 h 2553338"/>
                  <a:gd name="csX965" fmla="*/ 1865463 w 1932288"/>
                  <a:gd name="csY965" fmla="*/ 2240116 h 2553338"/>
                  <a:gd name="csX966" fmla="*/ 1867372 w 1932288"/>
                  <a:gd name="csY966" fmla="*/ 2218744 h 2553338"/>
                  <a:gd name="csX967" fmla="*/ 1869327 w 1932288"/>
                  <a:gd name="csY967" fmla="*/ 2196777 h 2553338"/>
                  <a:gd name="csX968" fmla="*/ 1871236 w 1932288"/>
                  <a:gd name="csY968" fmla="*/ 2174228 h 2553338"/>
                  <a:gd name="csX969" fmla="*/ 1873192 w 1932288"/>
                  <a:gd name="csY969" fmla="*/ 2151112 h 2553338"/>
                  <a:gd name="csX970" fmla="*/ 1875101 w 1932288"/>
                  <a:gd name="csY970" fmla="*/ 2127438 h 2553338"/>
                  <a:gd name="csX971" fmla="*/ 1877056 w 1932288"/>
                  <a:gd name="csY971" fmla="*/ 2103231 h 2553338"/>
                  <a:gd name="csX972" fmla="*/ 1878966 w 1932288"/>
                  <a:gd name="csY972" fmla="*/ 2078500 h 2553338"/>
                  <a:gd name="csX973" fmla="*/ 1880921 w 1932288"/>
                  <a:gd name="csY973" fmla="*/ 2053259 h 2553338"/>
                  <a:gd name="csX974" fmla="*/ 1882830 w 1932288"/>
                  <a:gd name="csY974" fmla="*/ 2027527 h 2553338"/>
                  <a:gd name="csX975" fmla="*/ 1884786 w 1932288"/>
                  <a:gd name="csY975" fmla="*/ 2001318 h 2553338"/>
                  <a:gd name="csX976" fmla="*/ 1886741 w 1932288"/>
                  <a:gd name="csY976" fmla="*/ 1974652 h 2553338"/>
                  <a:gd name="csX977" fmla="*/ 1888650 w 1932288"/>
                  <a:gd name="csY977" fmla="*/ 1947543 h 2553338"/>
                  <a:gd name="csX978" fmla="*/ 1890606 w 1932288"/>
                  <a:gd name="csY978" fmla="*/ 1920010 h 2553338"/>
                  <a:gd name="csX979" fmla="*/ 1892514 w 1932288"/>
                  <a:gd name="csY979" fmla="*/ 1892072 h 2553338"/>
                  <a:gd name="csX980" fmla="*/ 1894470 w 1932288"/>
                  <a:gd name="csY980" fmla="*/ 1863743 h 2553338"/>
                  <a:gd name="csX981" fmla="*/ 1896379 w 1932288"/>
                  <a:gd name="csY981" fmla="*/ 1835042 h 2553338"/>
                  <a:gd name="csX982" fmla="*/ 1898335 w 1932288"/>
                  <a:gd name="csY982" fmla="*/ 1805984 h 2553338"/>
                  <a:gd name="csX983" fmla="*/ 1900244 w 1932288"/>
                  <a:gd name="csY983" fmla="*/ 1776597 h 2553338"/>
                  <a:gd name="csX984" fmla="*/ 1902199 w 1932288"/>
                  <a:gd name="csY984" fmla="*/ 1746891 h 2553338"/>
                  <a:gd name="csX985" fmla="*/ 1904109 w 1932288"/>
                  <a:gd name="csY985" fmla="*/ 1716884 h 2553338"/>
                  <a:gd name="csX986" fmla="*/ 1906064 w 1932288"/>
                  <a:gd name="csY986" fmla="*/ 1686602 h 2553338"/>
                  <a:gd name="csX987" fmla="*/ 1908020 w 1932288"/>
                  <a:gd name="csY987" fmla="*/ 1656062 h 2553338"/>
                  <a:gd name="csX988" fmla="*/ 1909929 w 1932288"/>
                  <a:gd name="csY988" fmla="*/ 1625279 h 2553338"/>
                  <a:gd name="csX989" fmla="*/ 1911884 w 1932288"/>
                  <a:gd name="csY989" fmla="*/ 1594271 h 2553338"/>
                  <a:gd name="csX990" fmla="*/ 1913793 w 1932288"/>
                  <a:gd name="csY990" fmla="*/ 1563069 h 2553338"/>
                  <a:gd name="csX991" fmla="*/ 1915749 w 1932288"/>
                  <a:gd name="csY991" fmla="*/ 1531681 h 2553338"/>
                  <a:gd name="csX992" fmla="*/ 1917658 w 1932288"/>
                  <a:gd name="csY992" fmla="*/ 1500135 h 2553338"/>
                  <a:gd name="csX993" fmla="*/ 1919613 w 1932288"/>
                  <a:gd name="csY993" fmla="*/ 1468447 h 2553338"/>
                  <a:gd name="csX994" fmla="*/ 1921522 w 1932288"/>
                  <a:gd name="csY994" fmla="*/ 1436634 h 2553338"/>
                  <a:gd name="csX995" fmla="*/ 1923478 w 1932288"/>
                  <a:gd name="csY995" fmla="*/ 1404722 h 2553338"/>
                  <a:gd name="csX996" fmla="*/ 1925387 w 1932288"/>
                  <a:gd name="csY996" fmla="*/ 1372728 h 2553338"/>
                  <a:gd name="csX997" fmla="*/ 1927343 w 1932288"/>
                  <a:gd name="csY997" fmla="*/ 1340678 h 2553338"/>
                  <a:gd name="csX998" fmla="*/ 1929251 w 1932288"/>
                  <a:gd name="csY998" fmla="*/ 1308584 h 2553338"/>
                  <a:gd name="csX999" fmla="*/ 1931207 w 1932288"/>
                  <a:gd name="csY999" fmla="*/ 1276467 h 2553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  <a:cxn ang="0">
                    <a:pos x="csX572" y="csY572"/>
                  </a:cxn>
                  <a:cxn ang="0">
                    <a:pos x="csX573" y="csY573"/>
                  </a:cxn>
                  <a:cxn ang="0">
                    <a:pos x="csX574" y="csY574"/>
                  </a:cxn>
                  <a:cxn ang="0">
                    <a:pos x="csX575" y="csY575"/>
                  </a:cxn>
                  <a:cxn ang="0">
                    <a:pos x="csX576" y="csY576"/>
                  </a:cxn>
                  <a:cxn ang="0">
                    <a:pos x="csX577" y="csY577"/>
                  </a:cxn>
                  <a:cxn ang="0">
                    <a:pos x="csX578" y="csY578"/>
                  </a:cxn>
                  <a:cxn ang="0">
                    <a:pos x="csX579" y="csY579"/>
                  </a:cxn>
                  <a:cxn ang="0">
                    <a:pos x="csX580" y="csY580"/>
                  </a:cxn>
                  <a:cxn ang="0">
                    <a:pos x="csX581" y="csY581"/>
                  </a:cxn>
                  <a:cxn ang="0">
                    <a:pos x="csX582" y="csY582"/>
                  </a:cxn>
                  <a:cxn ang="0">
                    <a:pos x="csX583" y="csY583"/>
                  </a:cxn>
                  <a:cxn ang="0">
                    <a:pos x="csX584" y="csY584"/>
                  </a:cxn>
                  <a:cxn ang="0">
                    <a:pos x="csX585" y="csY585"/>
                  </a:cxn>
                  <a:cxn ang="0">
                    <a:pos x="csX586" y="csY586"/>
                  </a:cxn>
                  <a:cxn ang="0">
                    <a:pos x="csX587" y="csY587"/>
                  </a:cxn>
                  <a:cxn ang="0">
                    <a:pos x="csX588" y="csY588"/>
                  </a:cxn>
                  <a:cxn ang="0">
                    <a:pos x="csX589" y="csY589"/>
                  </a:cxn>
                  <a:cxn ang="0">
                    <a:pos x="csX590" y="csY590"/>
                  </a:cxn>
                  <a:cxn ang="0">
                    <a:pos x="csX591" y="csY591"/>
                  </a:cxn>
                  <a:cxn ang="0">
                    <a:pos x="csX592" y="csY592"/>
                  </a:cxn>
                  <a:cxn ang="0">
                    <a:pos x="csX593" y="csY593"/>
                  </a:cxn>
                  <a:cxn ang="0">
                    <a:pos x="csX594" y="csY594"/>
                  </a:cxn>
                  <a:cxn ang="0">
                    <a:pos x="csX595" y="csY595"/>
                  </a:cxn>
                  <a:cxn ang="0">
                    <a:pos x="csX596" y="csY596"/>
                  </a:cxn>
                  <a:cxn ang="0">
                    <a:pos x="csX597" y="csY597"/>
                  </a:cxn>
                  <a:cxn ang="0">
                    <a:pos x="csX598" y="csY598"/>
                  </a:cxn>
                  <a:cxn ang="0">
                    <a:pos x="csX599" y="csY599"/>
                  </a:cxn>
                  <a:cxn ang="0">
                    <a:pos x="csX600" y="csY600"/>
                  </a:cxn>
                  <a:cxn ang="0">
                    <a:pos x="csX601" y="csY601"/>
                  </a:cxn>
                  <a:cxn ang="0">
                    <a:pos x="csX602" y="csY602"/>
                  </a:cxn>
                  <a:cxn ang="0">
                    <a:pos x="csX603" y="csY603"/>
                  </a:cxn>
                  <a:cxn ang="0">
                    <a:pos x="csX604" y="csY604"/>
                  </a:cxn>
                  <a:cxn ang="0">
                    <a:pos x="csX605" y="csY605"/>
                  </a:cxn>
                  <a:cxn ang="0">
                    <a:pos x="csX606" y="csY606"/>
                  </a:cxn>
                  <a:cxn ang="0">
                    <a:pos x="csX607" y="csY607"/>
                  </a:cxn>
                  <a:cxn ang="0">
                    <a:pos x="csX608" y="csY608"/>
                  </a:cxn>
                  <a:cxn ang="0">
                    <a:pos x="csX609" y="csY609"/>
                  </a:cxn>
                  <a:cxn ang="0">
                    <a:pos x="csX610" y="csY610"/>
                  </a:cxn>
                  <a:cxn ang="0">
                    <a:pos x="csX611" y="csY611"/>
                  </a:cxn>
                  <a:cxn ang="0">
                    <a:pos x="csX612" y="csY612"/>
                  </a:cxn>
                  <a:cxn ang="0">
                    <a:pos x="csX613" y="csY613"/>
                  </a:cxn>
                  <a:cxn ang="0">
                    <a:pos x="csX614" y="csY614"/>
                  </a:cxn>
                  <a:cxn ang="0">
                    <a:pos x="csX615" y="csY615"/>
                  </a:cxn>
                  <a:cxn ang="0">
                    <a:pos x="csX616" y="csY616"/>
                  </a:cxn>
                  <a:cxn ang="0">
                    <a:pos x="csX617" y="csY617"/>
                  </a:cxn>
                  <a:cxn ang="0">
                    <a:pos x="csX618" y="csY618"/>
                  </a:cxn>
                  <a:cxn ang="0">
                    <a:pos x="csX619" y="csY619"/>
                  </a:cxn>
                  <a:cxn ang="0">
                    <a:pos x="csX620" y="csY620"/>
                  </a:cxn>
                  <a:cxn ang="0">
                    <a:pos x="csX621" y="csY621"/>
                  </a:cxn>
                  <a:cxn ang="0">
                    <a:pos x="csX622" y="csY622"/>
                  </a:cxn>
                  <a:cxn ang="0">
                    <a:pos x="csX623" y="csY623"/>
                  </a:cxn>
                  <a:cxn ang="0">
                    <a:pos x="csX624" y="csY624"/>
                  </a:cxn>
                  <a:cxn ang="0">
                    <a:pos x="csX625" y="csY625"/>
                  </a:cxn>
                  <a:cxn ang="0">
                    <a:pos x="csX626" y="csY626"/>
                  </a:cxn>
                  <a:cxn ang="0">
                    <a:pos x="csX627" y="csY627"/>
                  </a:cxn>
                  <a:cxn ang="0">
                    <a:pos x="csX628" y="csY628"/>
                  </a:cxn>
                  <a:cxn ang="0">
                    <a:pos x="csX629" y="csY629"/>
                  </a:cxn>
                  <a:cxn ang="0">
                    <a:pos x="csX630" y="csY630"/>
                  </a:cxn>
                  <a:cxn ang="0">
                    <a:pos x="csX631" y="csY631"/>
                  </a:cxn>
                  <a:cxn ang="0">
                    <a:pos x="csX632" y="csY632"/>
                  </a:cxn>
                  <a:cxn ang="0">
                    <a:pos x="csX633" y="csY633"/>
                  </a:cxn>
                  <a:cxn ang="0">
                    <a:pos x="csX634" y="csY634"/>
                  </a:cxn>
                  <a:cxn ang="0">
                    <a:pos x="csX635" y="csY635"/>
                  </a:cxn>
                  <a:cxn ang="0">
                    <a:pos x="csX636" y="csY636"/>
                  </a:cxn>
                  <a:cxn ang="0">
                    <a:pos x="csX637" y="csY637"/>
                  </a:cxn>
                  <a:cxn ang="0">
                    <a:pos x="csX638" y="csY638"/>
                  </a:cxn>
                  <a:cxn ang="0">
                    <a:pos x="csX639" y="csY639"/>
                  </a:cxn>
                  <a:cxn ang="0">
                    <a:pos x="csX640" y="csY640"/>
                  </a:cxn>
                  <a:cxn ang="0">
                    <a:pos x="csX641" y="csY641"/>
                  </a:cxn>
                  <a:cxn ang="0">
                    <a:pos x="csX642" y="csY642"/>
                  </a:cxn>
                  <a:cxn ang="0">
                    <a:pos x="csX643" y="csY643"/>
                  </a:cxn>
                  <a:cxn ang="0">
                    <a:pos x="csX644" y="csY644"/>
                  </a:cxn>
                  <a:cxn ang="0">
                    <a:pos x="csX645" y="csY645"/>
                  </a:cxn>
                  <a:cxn ang="0">
                    <a:pos x="csX646" y="csY646"/>
                  </a:cxn>
                  <a:cxn ang="0">
                    <a:pos x="csX647" y="csY647"/>
                  </a:cxn>
                  <a:cxn ang="0">
                    <a:pos x="csX648" y="csY648"/>
                  </a:cxn>
                  <a:cxn ang="0">
                    <a:pos x="csX649" y="csY649"/>
                  </a:cxn>
                  <a:cxn ang="0">
                    <a:pos x="csX650" y="csY650"/>
                  </a:cxn>
                  <a:cxn ang="0">
                    <a:pos x="csX651" y="csY651"/>
                  </a:cxn>
                  <a:cxn ang="0">
                    <a:pos x="csX652" y="csY652"/>
                  </a:cxn>
                  <a:cxn ang="0">
                    <a:pos x="csX653" y="csY653"/>
                  </a:cxn>
                  <a:cxn ang="0">
                    <a:pos x="csX654" y="csY654"/>
                  </a:cxn>
                  <a:cxn ang="0">
                    <a:pos x="csX655" y="csY655"/>
                  </a:cxn>
                  <a:cxn ang="0">
                    <a:pos x="csX656" y="csY656"/>
                  </a:cxn>
                  <a:cxn ang="0">
                    <a:pos x="csX657" y="csY657"/>
                  </a:cxn>
                  <a:cxn ang="0">
                    <a:pos x="csX658" y="csY658"/>
                  </a:cxn>
                  <a:cxn ang="0">
                    <a:pos x="csX659" y="csY659"/>
                  </a:cxn>
                  <a:cxn ang="0">
                    <a:pos x="csX660" y="csY660"/>
                  </a:cxn>
                  <a:cxn ang="0">
                    <a:pos x="csX661" y="csY661"/>
                  </a:cxn>
                  <a:cxn ang="0">
                    <a:pos x="csX662" y="csY662"/>
                  </a:cxn>
                  <a:cxn ang="0">
                    <a:pos x="csX663" y="csY663"/>
                  </a:cxn>
                  <a:cxn ang="0">
                    <a:pos x="csX664" y="csY664"/>
                  </a:cxn>
                  <a:cxn ang="0">
                    <a:pos x="csX665" y="csY665"/>
                  </a:cxn>
                  <a:cxn ang="0">
                    <a:pos x="csX666" y="csY666"/>
                  </a:cxn>
                  <a:cxn ang="0">
                    <a:pos x="csX667" y="csY667"/>
                  </a:cxn>
                  <a:cxn ang="0">
                    <a:pos x="csX668" y="csY668"/>
                  </a:cxn>
                  <a:cxn ang="0">
                    <a:pos x="csX669" y="csY669"/>
                  </a:cxn>
                  <a:cxn ang="0">
                    <a:pos x="csX670" y="csY670"/>
                  </a:cxn>
                  <a:cxn ang="0">
                    <a:pos x="csX671" y="csY671"/>
                  </a:cxn>
                  <a:cxn ang="0">
                    <a:pos x="csX672" y="csY672"/>
                  </a:cxn>
                  <a:cxn ang="0">
                    <a:pos x="csX673" y="csY673"/>
                  </a:cxn>
                  <a:cxn ang="0">
                    <a:pos x="csX674" y="csY674"/>
                  </a:cxn>
                  <a:cxn ang="0">
                    <a:pos x="csX675" y="csY675"/>
                  </a:cxn>
                  <a:cxn ang="0">
                    <a:pos x="csX676" y="csY676"/>
                  </a:cxn>
                  <a:cxn ang="0">
                    <a:pos x="csX677" y="csY677"/>
                  </a:cxn>
                  <a:cxn ang="0">
                    <a:pos x="csX678" y="csY678"/>
                  </a:cxn>
                  <a:cxn ang="0">
                    <a:pos x="csX679" y="csY679"/>
                  </a:cxn>
                  <a:cxn ang="0">
                    <a:pos x="csX680" y="csY680"/>
                  </a:cxn>
                  <a:cxn ang="0">
                    <a:pos x="csX681" y="csY681"/>
                  </a:cxn>
                  <a:cxn ang="0">
                    <a:pos x="csX682" y="csY682"/>
                  </a:cxn>
                  <a:cxn ang="0">
                    <a:pos x="csX683" y="csY683"/>
                  </a:cxn>
                  <a:cxn ang="0">
                    <a:pos x="csX684" y="csY684"/>
                  </a:cxn>
                  <a:cxn ang="0">
                    <a:pos x="csX685" y="csY685"/>
                  </a:cxn>
                  <a:cxn ang="0">
                    <a:pos x="csX686" y="csY686"/>
                  </a:cxn>
                  <a:cxn ang="0">
                    <a:pos x="csX687" y="csY687"/>
                  </a:cxn>
                  <a:cxn ang="0">
                    <a:pos x="csX688" y="csY688"/>
                  </a:cxn>
                  <a:cxn ang="0">
                    <a:pos x="csX689" y="csY689"/>
                  </a:cxn>
                  <a:cxn ang="0">
                    <a:pos x="csX690" y="csY690"/>
                  </a:cxn>
                  <a:cxn ang="0">
                    <a:pos x="csX691" y="csY691"/>
                  </a:cxn>
                  <a:cxn ang="0">
                    <a:pos x="csX692" y="csY692"/>
                  </a:cxn>
                  <a:cxn ang="0">
                    <a:pos x="csX693" y="csY693"/>
                  </a:cxn>
                  <a:cxn ang="0">
                    <a:pos x="csX694" y="csY694"/>
                  </a:cxn>
                  <a:cxn ang="0">
                    <a:pos x="csX695" y="csY695"/>
                  </a:cxn>
                  <a:cxn ang="0">
                    <a:pos x="csX696" y="csY696"/>
                  </a:cxn>
                  <a:cxn ang="0">
                    <a:pos x="csX697" y="csY697"/>
                  </a:cxn>
                  <a:cxn ang="0">
                    <a:pos x="csX698" y="csY698"/>
                  </a:cxn>
                  <a:cxn ang="0">
                    <a:pos x="csX699" y="csY699"/>
                  </a:cxn>
                  <a:cxn ang="0">
                    <a:pos x="csX700" y="csY700"/>
                  </a:cxn>
                  <a:cxn ang="0">
                    <a:pos x="csX701" y="csY701"/>
                  </a:cxn>
                  <a:cxn ang="0">
                    <a:pos x="csX702" y="csY702"/>
                  </a:cxn>
                  <a:cxn ang="0">
                    <a:pos x="csX703" y="csY703"/>
                  </a:cxn>
                  <a:cxn ang="0">
                    <a:pos x="csX704" y="csY704"/>
                  </a:cxn>
                  <a:cxn ang="0">
                    <a:pos x="csX705" y="csY705"/>
                  </a:cxn>
                  <a:cxn ang="0">
                    <a:pos x="csX706" y="csY706"/>
                  </a:cxn>
                  <a:cxn ang="0">
                    <a:pos x="csX707" y="csY707"/>
                  </a:cxn>
                  <a:cxn ang="0">
                    <a:pos x="csX708" y="csY708"/>
                  </a:cxn>
                  <a:cxn ang="0">
                    <a:pos x="csX709" y="csY709"/>
                  </a:cxn>
                  <a:cxn ang="0">
                    <a:pos x="csX710" y="csY710"/>
                  </a:cxn>
                  <a:cxn ang="0">
                    <a:pos x="csX711" y="csY711"/>
                  </a:cxn>
                  <a:cxn ang="0">
                    <a:pos x="csX712" y="csY712"/>
                  </a:cxn>
                  <a:cxn ang="0">
                    <a:pos x="csX713" y="csY713"/>
                  </a:cxn>
                  <a:cxn ang="0">
                    <a:pos x="csX714" y="csY714"/>
                  </a:cxn>
                  <a:cxn ang="0">
                    <a:pos x="csX715" y="csY715"/>
                  </a:cxn>
                  <a:cxn ang="0">
                    <a:pos x="csX716" y="csY716"/>
                  </a:cxn>
                  <a:cxn ang="0">
                    <a:pos x="csX717" y="csY717"/>
                  </a:cxn>
                  <a:cxn ang="0">
                    <a:pos x="csX718" y="csY718"/>
                  </a:cxn>
                  <a:cxn ang="0">
                    <a:pos x="csX719" y="csY719"/>
                  </a:cxn>
                  <a:cxn ang="0">
                    <a:pos x="csX720" y="csY720"/>
                  </a:cxn>
                  <a:cxn ang="0">
                    <a:pos x="csX721" y="csY721"/>
                  </a:cxn>
                  <a:cxn ang="0">
                    <a:pos x="csX722" y="csY722"/>
                  </a:cxn>
                  <a:cxn ang="0">
                    <a:pos x="csX723" y="csY723"/>
                  </a:cxn>
                  <a:cxn ang="0">
                    <a:pos x="csX724" y="csY724"/>
                  </a:cxn>
                  <a:cxn ang="0">
                    <a:pos x="csX725" y="csY725"/>
                  </a:cxn>
                  <a:cxn ang="0">
                    <a:pos x="csX726" y="csY726"/>
                  </a:cxn>
                  <a:cxn ang="0">
                    <a:pos x="csX727" y="csY727"/>
                  </a:cxn>
                  <a:cxn ang="0">
                    <a:pos x="csX728" y="csY728"/>
                  </a:cxn>
                  <a:cxn ang="0">
                    <a:pos x="csX729" y="csY729"/>
                  </a:cxn>
                  <a:cxn ang="0">
                    <a:pos x="csX730" y="csY730"/>
                  </a:cxn>
                  <a:cxn ang="0">
                    <a:pos x="csX731" y="csY731"/>
                  </a:cxn>
                  <a:cxn ang="0">
                    <a:pos x="csX732" y="csY732"/>
                  </a:cxn>
                  <a:cxn ang="0">
                    <a:pos x="csX733" y="csY733"/>
                  </a:cxn>
                  <a:cxn ang="0">
                    <a:pos x="csX734" y="csY734"/>
                  </a:cxn>
                  <a:cxn ang="0">
                    <a:pos x="csX735" y="csY735"/>
                  </a:cxn>
                  <a:cxn ang="0">
                    <a:pos x="csX736" y="csY736"/>
                  </a:cxn>
                  <a:cxn ang="0">
                    <a:pos x="csX737" y="csY737"/>
                  </a:cxn>
                  <a:cxn ang="0">
                    <a:pos x="csX738" y="csY738"/>
                  </a:cxn>
                  <a:cxn ang="0">
                    <a:pos x="csX739" y="csY739"/>
                  </a:cxn>
                  <a:cxn ang="0">
                    <a:pos x="csX740" y="csY740"/>
                  </a:cxn>
                  <a:cxn ang="0">
                    <a:pos x="csX741" y="csY741"/>
                  </a:cxn>
                  <a:cxn ang="0">
                    <a:pos x="csX742" y="csY742"/>
                  </a:cxn>
                  <a:cxn ang="0">
                    <a:pos x="csX743" y="csY743"/>
                  </a:cxn>
                  <a:cxn ang="0">
                    <a:pos x="csX744" y="csY744"/>
                  </a:cxn>
                  <a:cxn ang="0">
                    <a:pos x="csX745" y="csY745"/>
                  </a:cxn>
                  <a:cxn ang="0">
                    <a:pos x="csX746" y="csY746"/>
                  </a:cxn>
                  <a:cxn ang="0">
                    <a:pos x="csX747" y="csY747"/>
                  </a:cxn>
                  <a:cxn ang="0">
                    <a:pos x="csX748" y="csY748"/>
                  </a:cxn>
                  <a:cxn ang="0">
                    <a:pos x="csX749" y="csY749"/>
                  </a:cxn>
                  <a:cxn ang="0">
                    <a:pos x="csX750" y="csY750"/>
                  </a:cxn>
                  <a:cxn ang="0">
                    <a:pos x="csX751" y="csY751"/>
                  </a:cxn>
                  <a:cxn ang="0">
                    <a:pos x="csX752" y="csY752"/>
                  </a:cxn>
                  <a:cxn ang="0">
                    <a:pos x="csX753" y="csY753"/>
                  </a:cxn>
                  <a:cxn ang="0">
                    <a:pos x="csX754" y="csY754"/>
                  </a:cxn>
                  <a:cxn ang="0">
                    <a:pos x="csX755" y="csY755"/>
                  </a:cxn>
                  <a:cxn ang="0">
                    <a:pos x="csX756" y="csY756"/>
                  </a:cxn>
                  <a:cxn ang="0">
                    <a:pos x="csX757" y="csY757"/>
                  </a:cxn>
                  <a:cxn ang="0">
                    <a:pos x="csX758" y="csY758"/>
                  </a:cxn>
                  <a:cxn ang="0">
                    <a:pos x="csX759" y="csY759"/>
                  </a:cxn>
                  <a:cxn ang="0">
                    <a:pos x="csX760" y="csY760"/>
                  </a:cxn>
                  <a:cxn ang="0">
                    <a:pos x="csX761" y="csY761"/>
                  </a:cxn>
                  <a:cxn ang="0">
                    <a:pos x="csX762" y="csY762"/>
                  </a:cxn>
                  <a:cxn ang="0">
                    <a:pos x="csX763" y="csY763"/>
                  </a:cxn>
                  <a:cxn ang="0">
                    <a:pos x="csX764" y="csY764"/>
                  </a:cxn>
                  <a:cxn ang="0">
                    <a:pos x="csX765" y="csY765"/>
                  </a:cxn>
                  <a:cxn ang="0">
                    <a:pos x="csX766" y="csY766"/>
                  </a:cxn>
                  <a:cxn ang="0">
                    <a:pos x="csX767" y="csY767"/>
                  </a:cxn>
                  <a:cxn ang="0">
                    <a:pos x="csX768" y="csY768"/>
                  </a:cxn>
                  <a:cxn ang="0">
                    <a:pos x="csX769" y="csY769"/>
                  </a:cxn>
                  <a:cxn ang="0">
                    <a:pos x="csX770" y="csY770"/>
                  </a:cxn>
                  <a:cxn ang="0">
                    <a:pos x="csX771" y="csY771"/>
                  </a:cxn>
                  <a:cxn ang="0">
                    <a:pos x="csX772" y="csY772"/>
                  </a:cxn>
                  <a:cxn ang="0">
                    <a:pos x="csX773" y="csY773"/>
                  </a:cxn>
                  <a:cxn ang="0">
                    <a:pos x="csX774" y="csY774"/>
                  </a:cxn>
                  <a:cxn ang="0">
                    <a:pos x="csX775" y="csY775"/>
                  </a:cxn>
                  <a:cxn ang="0">
                    <a:pos x="csX776" y="csY776"/>
                  </a:cxn>
                  <a:cxn ang="0">
                    <a:pos x="csX777" y="csY777"/>
                  </a:cxn>
                  <a:cxn ang="0">
                    <a:pos x="csX778" y="csY778"/>
                  </a:cxn>
                  <a:cxn ang="0">
                    <a:pos x="csX779" y="csY779"/>
                  </a:cxn>
                  <a:cxn ang="0">
                    <a:pos x="csX780" y="csY780"/>
                  </a:cxn>
                  <a:cxn ang="0">
                    <a:pos x="csX781" y="csY781"/>
                  </a:cxn>
                  <a:cxn ang="0">
                    <a:pos x="csX782" y="csY782"/>
                  </a:cxn>
                  <a:cxn ang="0">
                    <a:pos x="csX783" y="csY783"/>
                  </a:cxn>
                  <a:cxn ang="0">
                    <a:pos x="csX784" y="csY784"/>
                  </a:cxn>
                  <a:cxn ang="0">
                    <a:pos x="csX785" y="csY785"/>
                  </a:cxn>
                  <a:cxn ang="0">
                    <a:pos x="csX786" y="csY786"/>
                  </a:cxn>
                  <a:cxn ang="0">
                    <a:pos x="csX787" y="csY787"/>
                  </a:cxn>
                  <a:cxn ang="0">
                    <a:pos x="csX788" y="csY788"/>
                  </a:cxn>
                  <a:cxn ang="0">
                    <a:pos x="csX789" y="csY789"/>
                  </a:cxn>
                  <a:cxn ang="0">
                    <a:pos x="csX790" y="csY790"/>
                  </a:cxn>
                  <a:cxn ang="0">
                    <a:pos x="csX791" y="csY791"/>
                  </a:cxn>
                  <a:cxn ang="0">
                    <a:pos x="csX792" y="csY792"/>
                  </a:cxn>
                  <a:cxn ang="0">
                    <a:pos x="csX793" y="csY793"/>
                  </a:cxn>
                  <a:cxn ang="0">
                    <a:pos x="csX794" y="csY794"/>
                  </a:cxn>
                  <a:cxn ang="0">
                    <a:pos x="csX795" y="csY795"/>
                  </a:cxn>
                  <a:cxn ang="0">
                    <a:pos x="csX796" y="csY796"/>
                  </a:cxn>
                  <a:cxn ang="0">
                    <a:pos x="csX797" y="csY797"/>
                  </a:cxn>
                  <a:cxn ang="0">
                    <a:pos x="csX798" y="csY798"/>
                  </a:cxn>
                  <a:cxn ang="0">
                    <a:pos x="csX799" y="csY799"/>
                  </a:cxn>
                  <a:cxn ang="0">
                    <a:pos x="csX800" y="csY800"/>
                  </a:cxn>
                  <a:cxn ang="0">
                    <a:pos x="csX801" y="csY801"/>
                  </a:cxn>
                  <a:cxn ang="0">
                    <a:pos x="csX802" y="csY802"/>
                  </a:cxn>
                  <a:cxn ang="0">
                    <a:pos x="csX803" y="csY803"/>
                  </a:cxn>
                  <a:cxn ang="0">
                    <a:pos x="csX804" y="csY804"/>
                  </a:cxn>
                  <a:cxn ang="0">
                    <a:pos x="csX805" y="csY805"/>
                  </a:cxn>
                  <a:cxn ang="0">
                    <a:pos x="csX806" y="csY806"/>
                  </a:cxn>
                  <a:cxn ang="0">
                    <a:pos x="csX807" y="csY807"/>
                  </a:cxn>
                  <a:cxn ang="0">
                    <a:pos x="csX808" y="csY808"/>
                  </a:cxn>
                  <a:cxn ang="0">
                    <a:pos x="csX809" y="csY809"/>
                  </a:cxn>
                  <a:cxn ang="0">
                    <a:pos x="csX810" y="csY810"/>
                  </a:cxn>
                  <a:cxn ang="0">
                    <a:pos x="csX811" y="csY811"/>
                  </a:cxn>
                  <a:cxn ang="0">
                    <a:pos x="csX812" y="csY812"/>
                  </a:cxn>
                  <a:cxn ang="0">
                    <a:pos x="csX813" y="csY813"/>
                  </a:cxn>
                  <a:cxn ang="0">
                    <a:pos x="csX814" y="csY814"/>
                  </a:cxn>
                  <a:cxn ang="0">
                    <a:pos x="csX815" y="csY815"/>
                  </a:cxn>
                  <a:cxn ang="0">
                    <a:pos x="csX816" y="csY816"/>
                  </a:cxn>
                  <a:cxn ang="0">
                    <a:pos x="csX817" y="csY817"/>
                  </a:cxn>
                  <a:cxn ang="0">
                    <a:pos x="csX818" y="csY818"/>
                  </a:cxn>
                  <a:cxn ang="0">
                    <a:pos x="csX819" y="csY819"/>
                  </a:cxn>
                  <a:cxn ang="0">
                    <a:pos x="csX820" y="csY820"/>
                  </a:cxn>
                  <a:cxn ang="0">
                    <a:pos x="csX821" y="csY821"/>
                  </a:cxn>
                  <a:cxn ang="0">
                    <a:pos x="csX822" y="csY822"/>
                  </a:cxn>
                  <a:cxn ang="0">
                    <a:pos x="csX823" y="csY823"/>
                  </a:cxn>
                  <a:cxn ang="0">
                    <a:pos x="csX824" y="csY824"/>
                  </a:cxn>
                  <a:cxn ang="0">
                    <a:pos x="csX825" y="csY825"/>
                  </a:cxn>
                  <a:cxn ang="0">
                    <a:pos x="csX826" y="csY826"/>
                  </a:cxn>
                  <a:cxn ang="0">
                    <a:pos x="csX827" y="csY827"/>
                  </a:cxn>
                  <a:cxn ang="0">
                    <a:pos x="csX828" y="csY828"/>
                  </a:cxn>
                  <a:cxn ang="0">
                    <a:pos x="csX829" y="csY829"/>
                  </a:cxn>
                  <a:cxn ang="0">
                    <a:pos x="csX830" y="csY830"/>
                  </a:cxn>
                  <a:cxn ang="0">
                    <a:pos x="csX831" y="csY831"/>
                  </a:cxn>
                  <a:cxn ang="0">
                    <a:pos x="csX832" y="csY832"/>
                  </a:cxn>
                  <a:cxn ang="0">
                    <a:pos x="csX833" y="csY833"/>
                  </a:cxn>
                  <a:cxn ang="0">
                    <a:pos x="csX834" y="csY834"/>
                  </a:cxn>
                  <a:cxn ang="0">
                    <a:pos x="csX835" y="csY835"/>
                  </a:cxn>
                  <a:cxn ang="0">
                    <a:pos x="csX836" y="csY836"/>
                  </a:cxn>
                  <a:cxn ang="0">
                    <a:pos x="csX837" y="csY837"/>
                  </a:cxn>
                  <a:cxn ang="0">
                    <a:pos x="csX838" y="csY838"/>
                  </a:cxn>
                  <a:cxn ang="0">
                    <a:pos x="csX839" y="csY839"/>
                  </a:cxn>
                  <a:cxn ang="0">
                    <a:pos x="csX840" y="csY840"/>
                  </a:cxn>
                  <a:cxn ang="0">
                    <a:pos x="csX841" y="csY841"/>
                  </a:cxn>
                  <a:cxn ang="0">
                    <a:pos x="csX842" y="csY842"/>
                  </a:cxn>
                  <a:cxn ang="0">
                    <a:pos x="csX843" y="csY843"/>
                  </a:cxn>
                  <a:cxn ang="0">
                    <a:pos x="csX844" y="csY844"/>
                  </a:cxn>
                  <a:cxn ang="0">
                    <a:pos x="csX845" y="csY845"/>
                  </a:cxn>
                  <a:cxn ang="0">
                    <a:pos x="csX846" y="csY846"/>
                  </a:cxn>
                  <a:cxn ang="0">
                    <a:pos x="csX847" y="csY847"/>
                  </a:cxn>
                  <a:cxn ang="0">
                    <a:pos x="csX848" y="csY848"/>
                  </a:cxn>
                  <a:cxn ang="0">
                    <a:pos x="csX849" y="csY849"/>
                  </a:cxn>
                  <a:cxn ang="0">
                    <a:pos x="csX850" y="csY850"/>
                  </a:cxn>
                  <a:cxn ang="0">
                    <a:pos x="csX851" y="csY851"/>
                  </a:cxn>
                  <a:cxn ang="0">
                    <a:pos x="csX852" y="csY852"/>
                  </a:cxn>
                  <a:cxn ang="0">
                    <a:pos x="csX853" y="csY853"/>
                  </a:cxn>
                  <a:cxn ang="0">
                    <a:pos x="csX854" y="csY854"/>
                  </a:cxn>
                  <a:cxn ang="0">
                    <a:pos x="csX855" y="csY855"/>
                  </a:cxn>
                  <a:cxn ang="0">
                    <a:pos x="csX856" y="csY856"/>
                  </a:cxn>
                  <a:cxn ang="0">
                    <a:pos x="csX857" y="csY857"/>
                  </a:cxn>
                  <a:cxn ang="0">
                    <a:pos x="csX858" y="csY858"/>
                  </a:cxn>
                  <a:cxn ang="0">
                    <a:pos x="csX859" y="csY859"/>
                  </a:cxn>
                  <a:cxn ang="0">
                    <a:pos x="csX860" y="csY860"/>
                  </a:cxn>
                  <a:cxn ang="0">
                    <a:pos x="csX861" y="csY861"/>
                  </a:cxn>
                  <a:cxn ang="0">
                    <a:pos x="csX862" y="csY862"/>
                  </a:cxn>
                  <a:cxn ang="0">
                    <a:pos x="csX863" y="csY863"/>
                  </a:cxn>
                  <a:cxn ang="0">
                    <a:pos x="csX864" y="csY864"/>
                  </a:cxn>
                  <a:cxn ang="0">
                    <a:pos x="csX865" y="csY865"/>
                  </a:cxn>
                  <a:cxn ang="0">
                    <a:pos x="csX866" y="csY866"/>
                  </a:cxn>
                  <a:cxn ang="0">
                    <a:pos x="csX867" y="csY867"/>
                  </a:cxn>
                  <a:cxn ang="0">
                    <a:pos x="csX868" y="csY868"/>
                  </a:cxn>
                  <a:cxn ang="0">
                    <a:pos x="csX869" y="csY869"/>
                  </a:cxn>
                  <a:cxn ang="0">
                    <a:pos x="csX870" y="csY870"/>
                  </a:cxn>
                  <a:cxn ang="0">
                    <a:pos x="csX871" y="csY871"/>
                  </a:cxn>
                  <a:cxn ang="0">
                    <a:pos x="csX872" y="csY872"/>
                  </a:cxn>
                  <a:cxn ang="0">
                    <a:pos x="csX873" y="csY873"/>
                  </a:cxn>
                  <a:cxn ang="0">
                    <a:pos x="csX874" y="csY874"/>
                  </a:cxn>
                  <a:cxn ang="0">
                    <a:pos x="csX875" y="csY875"/>
                  </a:cxn>
                  <a:cxn ang="0">
                    <a:pos x="csX876" y="csY876"/>
                  </a:cxn>
                  <a:cxn ang="0">
                    <a:pos x="csX877" y="csY877"/>
                  </a:cxn>
                  <a:cxn ang="0">
                    <a:pos x="csX878" y="csY878"/>
                  </a:cxn>
                  <a:cxn ang="0">
                    <a:pos x="csX879" y="csY879"/>
                  </a:cxn>
                  <a:cxn ang="0">
                    <a:pos x="csX880" y="csY880"/>
                  </a:cxn>
                  <a:cxn ang="0">
                    <a:pos x="csX881" y="csY881"/>
                  </a:cxn>
                  <a:cxn ang="0">
                    <a:pos x="csX882" y="csY882"/>
                  </a:cxn>
                  <a:cxn ang="0">
                    <a:pos x="csX883" y="csY883"/>
                  </a:cxn>
                  <a:cxn ang="0">
                    <a:pos x="csX884" y="csY884"/>
                  </a:cxn>
                  <a:cxn ang="0">
                    <a:pos x="csX885" y="csY885"/>
                  </a:cxn>
                  <a:cxn ang="0">
                    <a:pos x="csX886" y="csY886"/>
                  </a:cxn>
                  <a:cxn ang="0">
                    <a:pos x="csX887" y="csY887"/>
                  </a:cxn>
                  <a:cxn ang="0">
                    <a:pos x="csX888" y="csY888"/>
                  </a:cxn>
                  <a:cxn ang="0">
                    <a:pos x="csX889" y="csY889"/>
                  </a:cxn>
                  <a:cxn ang="0">
                    <a:pos x="csX890" y="csY890"/>
                  </a:cxn>
                  <a:cxn ang="0">
                    <a:pos x="csX891" y="csY891"/>
                  </a:cxn>
                  <a:cxn ang="0">
                    <a:pos x="csX892" y="csY892"/>
                  </a:cxn>
                  <a:cxn ang="0">
                    <a:pos x="csX893" y="csY893"/>
                  </a:cxn>
                  <a:cxn ang="0">
                    <a:pos x="csX894" y="csY894"/>
                  </a:cxn>
                  <a:cxn ang="0">
                    <a:pos x="csX895" y="csY895"/>
                  </a:cxn>
                  <a:cxn ang="0">
                    <a:pos x="csX896" y="csY896"/>
                  </a:cxn>
                  <a:cxn ang="0">
                    <a:pos x="csX897" y="csY897"/>
                  </a:cxn>
                  <a:cxn ang="0">
                    <a:pos x="csX898" y="csY898"/>
                  </a:cxn>
                  <a:cxn ang="0">
                    <a:pos x="csX899" y="csY899"/>
                  </a:cxn>
                  <a:cxn ang="0">
                    <a:pos x="csX900" y="csY900"/>
                  </a:cxn>
                  <a:cxn ang="0">
                    <a:pos x="csX901" y="csY901"/>
                  </a:cxn>
                  <a:cxn ang="0">
                    <a:pos x="csX902" y="csY902"/>
                  </a:cxn>
                  <a:cxn ang="0">
                    <a:pos x="csX903" y="csY903"/>
                  </a:cxn>
                  <a:cxn ang="0">
                    <a:pos x="csX904" y="csY904"/>
                  </a:cxn>
                  <a:cxn ang="0">
                    <a:pos x="csX905" y="csY905"/>
                  </a:cxn>
                  <a:cxn ang="0">
                    <a:pos x="csX906" y="csY906"/>
                  </a:cxn>
                  <a:cxn ang="0">
                    <a:pos x="csX907" y="csY907"/>
                  </a:cxn>
                  <a:cxn ang="0">
                    <a:pos x="csX908" y="csY908"/>
                  </a:cxn>
                  <a:cxn ang="0">
                    <a:pos x="csX909" y="csY909"/>
                  </a:cxn>
                  <a:cxn ang="0">
                    <a:pos x="csX910" y="csY910"/>
                  </a:cxn>
                  <a:cxn ang="0">
                    <a:pos x="csX911" y="csY911"/>
                  </a:cxn>
                  <a:cxn ang="0">
                    <a:pos x="csX912" y="csY912"/>
                  </a:cxn>
                  <a:cxn ang="0">
                    <a:pos x="csX913" y="csY913"/>
                  </a:cxn>
                  <a:cxn ang="0">
                    <a:pos x="csX914" y="csY914"/>
                  </a:cxn>
                  <a:cxn ang="0">
                    <a:pos x="csX915" y="csY915"/>
                  </a:cxn>
                  <a:cxn ang="0">
                    <a:pos x="csX916" y="csY916"/>
                  </a:cxn>
                  <a:cxn ang="0">
                    <a:pos x="csX917" y="csY917"/>
                  </a:cxn>
                  <a:cxn ang="0">
                    <a:pos x="csX918" y="csY918"/>
                  </a:cxn>
                  <a:cxn ang="0">
                    <a:pos x="csX919" y="csY919"/>
                  </a:cxn>
                  <a:cxn ang="0">
                    <a:pos x="csX920" y="csY920"/>
                  </a:cxn>
                  <a:cxn ang="0">
                    <a:pos x="csX921" y="csY921"/>
                  </a:cxn>
                  <a:cxn ang="0">
                    <a:pos x="csX922" y="csY922"/>
                  </a:cxn>
                  <a:cxn ang="0">
                    <a:pos x="csX923" y="csY923"/>
                  </a:cxn>
                  <a:cxn ang="0">
                    <a:pos x="csX924" y="csY924"/>
                  </a:cxn>
                  <a:cxn ang="0">
                    <a:pos x="csX925" y="csY925"/>
                  </a:cxn>
                  <a:cxn ang="0">
                    <a:pos x="csX926" y="csY926"/>
                  </a:cxn>
                  <a:cxn ang="0">
                    <a:pos x="csX927" y="csY927"/>
                  </a:cxn>
                  <a:cxn ang="0">
                    <a:pos x="csX928" y="csY928"/>
                  </a:cxn>
                  <a:cxn ang="0">
                    <a:pos x="csX929" y="csY929"/>
                  </a:cxn>
                  <a:cxn ang="0">
                    <a:pos x="csX930" y="csY930"/>
                  </a:cxn>
                  <a:cxn ang="0">
                    <a:pos x="csX931" y="csY931"/>
                  </a:cxn>
                  <a:cxn ang="0">
                    <a:pos x="csX932" y="csY932"/>
                  </a:cxn>
                  <a:cxn ang="0">
                    <a:pos x="csX933" y="csY933"/>
                  </a:cxn>
                  <a:cxn ang="0">
                    <a:pos x="csX934" y="csY934"/>
                  </a:cxn>
                  <a:cxn ang="0">
                    <a:pos x="csX935" y="csY935"/>
                  </a:cxn>
                  <a:cxn ang="0">
                    <a:pos x="csX936" y="csY936"/>
                  </a:cxn>
                  <a:cxn ang="0">
                    <a:pos x="csX937" y="csY937"/>
                  </a:cxn>
                  <a:cxn ang="0">
                    <a:pos x="csX938" y="csY938"/>
                  </a:cxn>
                  <a:cxn ang="0">
                    <a:pos x="csX939" y="csY939"/>
                  </a:cxn>
                  <a:cxn ang="0">
                    <a:pos x="csX940" y="csY940"/>
                  </a:cxn>
                  <a:cxn ang="0">
                    <a:pos x="csX941" y="csY941"/>
                  </a:cxn>
                  <a:cxn ang="0">
                    <a:pos x="csX942" y="csY942"/>
                  </a:cxn>
                  <a:cxn ang="0">
                    <a:pos x="csX943" y="csY943"/>
                  </a:cxn>
                  <a:cxn ang="0">
                    <a:pos x="csX944" y="csY944"/>
                  </a:cxn>
                  <a:cxn ang="0">
                    <a:pos x="csX945" y="csY945"/>
                  </a:cxn>
                  <a:cxn ang="0">
                    <a:pos x="csX946" y="csY946"/>
                  </a:cxn>
                  <a:cxn ang="0">
                    <a:pos x="csX947" y="csY947"/>
                  </a:cxn>
                  <a:cxn ang="0">
                    <a:pos x="csX948" y="csY948"/>
                  </a:cxn>
                  <a:cxn ang="0">
                    <a:pos x="csX949" y="csY949"/>
                  </a:cxn>
                  <a:cxn ang="0">
                    <a:pos x="csX950" y="csY950"/>
                  </a:cxn>
                  <a:cxn ang="0">
                    <a:pos x="csX951" y="csY951"/>
                  </a:cxn>
                  <a:cxn ang="0">
                    <a:pos x="csX952" y="csY952"/>
                  </a:cxn>
                  <a:cxn ang="0">
                    <a:pos x="csX953" y="csY953"/>
                  </a:cxn>
                  <a:cxn ang="0">
                    <a:pos x="csX954" y="csY954"/>
                  </a:cxn>
                  <a:cxn ang="0">
                    <a:pos x="csX955" y="csY955"/>
                  </a:cxn>
                  <a:cxn ang="0">
                    <a:pos x="csX956" y="csY956"/>
                  </a:cxn>
                  <a:cxn ang="0">
                    <a:pos x="csX957" y="csY957"/>
                  </a:cxn>
                  <a:cxn ang="0">
                    <a:pos x="csX958" y="csY958"/>
                  </a:cxn>
                  <a:cxn ang="0">
                    <a:pos x="csX959" y="csY959"/>
                  </a:cxn>
                  <a:cxn ang="0">
                    <a:pos x="csX960" y="csY960"/>
                  </a:cxn>
                  <a:cxn ang="0">
                    <a:pos x="csX961" y="csY961"/>
                  </a:cxn>
                  <a:cxn ang="0">
                    <a:pos x="csX962" y="csY962"/>
                  </a:cxn>
                  <a:cxn ang="0">
                    <a:pos x="csX963" y="csY963"/>
                  </a:cxn>
                  <a:cxn ang="0">
                    <a:pos x="csX964" y="csY964"/>
                  </a:cxn>
                  <a:cxn ang="0">
                    <a:pos x="csX965" y="csY965"/>
                  </a:cxn>
                  <a:cxn ang="0">
                    <a:pos x="csX966" y="csY966"/>
                  </a:cxn>
                  <a:cxn ang="0">
                    <a:pos x="csX967" y="csY967"/>
                  </a:cxn>
                  <a:cxn ang="0">
                    <a:pos x="csX968" y="csY968"/>
                  </a:cxn>
                  <a:cxn ang="0">
                    <a:pos x="csX969" y="csY969"/>
                  </a:cxn>
                  <a:cxn ang="0">
                    <a:pos x="csX970" y="csY970"/>
                  </a:cxn>
                  <a:cxn ang="0">
                    <a:pos x="csX971" y="csY971"/>
                  </a:cxn>
                  <a:cxn ang="0">
                    <a:pos x="csX972" y="csY972"/>
                  </a:cxn>
                  <a:cxn ang="0">
                    <a:pos x="csX973" y="csY973"/>
                  </a:cxn>
                  <a:cxn ang="0">
                    <a:pos x="csX974" y="csY974"/>
                  </a:cxn>
                  <a:cxn ang="0">
                    <a:pos x="csX975" y="csY975"/>
                  </a:cxn>
                  <a:cxn ang="0">
                    <a:pos x="csX976" y="csY976"/>
                  </a:cxn>
                  <a:cxn ang="0">
                    <a:pos x="csX977" y="csY977"/>
                  </a:cxn>
                  <a:cxn ang="0">
                    <a:pos x="csX978" y="csY978"/>
                  </a:cxn>
                  <a:cxn ang="0">
                    <a:pos x="csX979" y="csY979"/>
                  </a:cxn>
                  <a:cxn ang="0">
                    <a:pos x="csX980" y="csY980"/>
                  </a:cxn>
                  <a:cxn ang="0">
                    <a:pos x="csX981" y="csY981"/>
                  </a:cxn>
                  <a:cxn ang="0">
                    <a:pos x="csX982" y="csY982"/>
                  </a:cxn>
                  <a:cxn ang="0">
                    <a:pos x="csX983" y="csY983"/>
                  </a:cxn>
                  <a:cxn ang="0">
                    <a:pos x="csX984" y="csY984"/>
                  </a:cxn>
                  <a:cxn ang="0">
                    <a:pos x="csX985" y="csY985"/>
                  </a:cxn>
                  <a:cxn ang="0">
                    <a:pos x="csX986" y="csY986"/>
                  </a:cxn>
                  <a:cxn ang="0">
                    <a:pos x="csX987" y="csY987"/>
                  </a:cxn>
                  <a:cxn ang="0">
                    <a:pos x="csX988" y="csY988"/>
                  </a:cxn>
                  <a:cxn ang="0">
                    <a:pos x="csX989" y="csY989"/>
                  </a:cxn>
                  <a:cxn ang="0">
                    <a:pos x="csX990" y="csY990"/>
                  </a:cxn>
                  <a:cxn ang="0">
                    <a:pos x="csX991" y="csY991"/>
                  </a:cxn>
                  <a:cxn ang="0">
                    <a:pos x="csX992" y="csY992"/>
                  </a:cxn>
                  <a:cxn ang="0">
                    <a:pos x="csX993" y="csY993"/>
                  </a:cxn>
                  <a:cxn ang="0">
                    <a:pos x="csX994" y="csY994"/>
                  </a:cxn>
                  <a:cxn ang="0">
                    <a:pos x="csX995" y="csY995"/>
                  </a:cxn>
                  <a:cxn ang="0">
                    <a:pos x="csX996" y="csY996"/>
                  </a:cxn>
                  <a:cxn ang="0">
                    <a:pos x="csX997" y="csY997"/>
                  </a:cxn>
                  <a:cxn ang="0">
                    <a:pos x="csX998" y="csY998"/>
                  </a:cxn>
                  <a:cxn ang="0">
                    <a:pos x="csX999" y="csY999"/>
                  </a:cxn>
                </a:cxnLst>
                <a:rect l="l" t="t" r="r" b="b"/>
                <a:pathLst>
                  <a:path w="1932288" h="2553338">
                    <a:moveTo>
                      <a:pt x="-1081" y="1276467"/>
                    </a:moveTo>
                    <a:lnTo>
                      <a:pt x="874" y="1244350"/>
                    </a:lnTo>
                    <a:lnTo>
                      <a:pt x="2783" y="1212256"/>
                    </a:lnTo>
                    <a:lnTo>
                      <a:pt x="4739" y="1180206"/>
                    </a:lnTo>
                    <a:lnTo>
                      <a:pt x="6648" y="1148212"/>
                    </a:lnTo>
                    <a:lnTo>
                      <a:pt x="8603" y="1116300"/>
                    </a:lnTo>
                    <a:lnTo>
                      <a:pt x="10512" y="1084487"/>
                    </a:lnTo>
                    <a:lnTo>
                      <a:pt x="12468" y="1052799"/>
                    </a:lnTo>
                    <a:lnTo>
                      <a:pt x="14377" y="1021253"/>
                    </a:lnTo>
                    <a:lnTo>
                      <a:pt x="16332" y="989865"/>
                    </a:lnTo>
                    <a:lnTo>
                      <a:pt x="18242" y="958663"/>
                    </a:lnTo>
                    <a:lnTo>
                      <a:pt x="20197" y="927655"/>
                    </a:lnTo>
                    <a:lnTo>
                      <a:pt x="22106" y="896872"/>
                    </a:lnTo>
                    <a:lnTo>
                      <a:pt x="24062" y="866332"/>
                    </a:lnTo>
                    <a:lnTo>
                      <a:pt x="26017" y="836050"/>
                    </a:lnTo>
                    <a:lnTo>
                      <a:pt x="27926" y="806043"/>
                    </a:lnTo>
                    <a:lnTo>
                      <a:pt x="29882" y="776337"/>
                    </a:lnTo>
                    <a:lnTo>
                      <a:pt x="31791" y="746950"/>
                    </a:lnTo>
                    <a:lnTo>
                      <a:pt x="33746" y="717892"/>
                    </a:lnTo>
                    <a:lnTo>
                      <a:pt x="35655" y="689191"/>
                    </a:lnTo>
                    <a:lnTo>
                      <a:pt x="37611" y="660862"/>
                    </a:lnTo>
                    <a:lnTo>
                      <a:pt x="39520" y="632924"/>
                    </a:lnTo>
                    <a:lnTo>
                      <a:pt x="41476" y="605391"/>
                    </a:lnTo>
                    <a:lnTo>
                      <a:pt x="43385" y="578282"/>
                    </a:lnTo>
                    <a:lnTo>
                      <a:pt x="45340" y="551616"/>
                    </a:lnTo>
                    <a:lnTo>
                      <a:pt x="47296" y="525407"/>
                    </a:lnTo>
                    <a:lnTo>
                      <a:pt x="49205" y="499675"/>
                    </a:lnTo>
                    <a:lnTo>
                      <a:pt x="51160" y="474434"/>
                    </a:lnTo>
                    <a:lnTo>
                      <a:pt x="53069" y="449703"/>
                    </a:lnTo>
                    <a:lnTo>
                      <a:pt x="55025" y="425496"/>
                    </a:lnTo>
                    <a:lnTo>
                      <a:pt x="56934" y="401822"/>
                    </a:lnTo>
                    <a:lnTo>
                      <a:pt x="58889" y="378706"/>
                    </a:lnTo>
                    <a:lnTo>
                      <a:pt x="60799" y="356157"/>
                    </a:lnTo>
                    <a:lnTo>
                      <a:pt x="62754" y="334190"/>
                    </a:lnTo>
                    <a:lnTo>
                      <a:pt x="64663" y="312818"/>
                    </a:lnTo>
                    <a:lnTo>
                      <a:pt x="66619" y="292056"/>
                    </a:lnTo>
                    <a:lnTo>
                      <a:pt x="68527" y="271918"/>
                    </a:lnTo>
                    <a:lnTo>
                      <a:pt x="70483" y="252419"/>
                    </a:lnTo>
                    <a:lnTo>
                      <a:pt x="72439" y="233563"/>
                    </a:lnTo>
                    <a:lnTo>
                      <a:pt x="74347" y="215370"/>
                    </a:lnTo>
                    <a:lnTo>
                      <a:pt x="76303" y="197848"/>
                    </a:lnTo>
                    <a:lnTo>
                      <a:pt x="78212" y="181008"/>
                    </a:lnTo>
                    <a:lnTo>
                      <a:pt x="80168" y="164864"/>
                    </a:lnTo>
                    <a:lnTo>
                      <a:pt x="82077" y="149420"/>
                    </a:lnTo>
                    <a:lnTo>
                      <a:pt x="84033" y="134691"/>
                    </a:lnTo>
                    <a:lnTo>
                      <a:pt x="85941" y="120686"/>
                    </a:lnTo>
                    <a:lnTo>
                      <a:pt x="87897" y="107410"/>
                    </a:lnTo>
                    <a:lnTo>
                      <a:pt x="89806" y="94873"/>
                    </a:lnTo>
                    <a:lnTo>
                      <a:pt x="91761" y="83088"/>
                    </a:lnTo>
                    <a:lnTo>
                      <a:pt x="93717" y="72052"/>
                    </a:lnTo>
                    <a:lnTo>
                      <a:pt x="95626" y="61783"/>
                    </a:lnTo>
                    <a:lnTo>
                      <a:pt x="97581" y="52282"/>
                    </a:lnTo>
                    <a:lnTo>
                      <a:pt x="99491" y="43556"/>
                    </a:lnTo>
                    <a:lnTo>
                      <a:pt x="101446" y="35608"/>
                    </a:lnTo>
                    <a:lnTo>
                      <a:pt x="103356" y="28451"/>
                    </a:lnTo>
                    <a:lnTo>
                      <a:pt x="105311" y="22080"/>
                    </a:lnTo>
                    <a:lnTo>
                      <a:pt x="107220" y="16500"/>
                    </a:lnTo>
                    <a:lnTo>
                      <a:pt x="109176" y="11720"/>
                    </a:lnTo>
                    <a:lnTo>
                      <a:pt x="111084" y="7741"/>
                    </a:lnTo>
                    <a:lnTo>
                      <a:pt x="113040" y="4568"/>
                    </a:lnTo>
                    <a:lnTo>
                      <a:pt x="114949" y="2195"/>
                    </a:lnTo>
                    <a:lnTo>
                      <a:pt x="116904" y="632"/>
                    </a:lnTo>
                    <a:lnTo>
                      <a:pt x="118860" y="-126"/>
                    </a:lnTo>
                    <a:lnTo>
                      <a:pt x="120769" y="-78"/>
                    </a:lnTo>
                    <a:lnTo>
                      <a:pt x="122725" y="779"/>
                    </a:lnTo>
                    <a:lnTo>
                      <a:pt x="124634" y="2447"/>
                    </a:lnTo>
                    <a:lnTo>
                      <a:pt x="126590" y="4920"/>
                    </a:lnTo>
                    <a:lnTo>
                      <a:pt x="128498" y="8194"/>
                    </a:lnTo>
                    <a:lnTo>
                      <a:pt x="130454" y="12273"/>
                    </a:lnTo>
                    <a:lnTo>
                      <a:pt x="132363" y="17153"/>
                    </a:lnTo>
                    <a:lnTo>
                      <a:pt x="134318" y="22833"/>
                    </a:lnTo>
                    <a:lnTo>
                      <a:pt x="136227" y="29299"/>
                    </a:lnTo>
                    <a:lnTo>
                      <a:pt x="138183" y="36561"/>
                    </a:lnTo>
                    <a:lnTo>
                      <a:pt x="140138" y="44605"/>
                    </a:lnTo>
                    <a:lnTo>
                      <a:pt x="142048" y="53430"/>
                    </a:lnTo>
                    <a:lnTo>
                      <a:pt x="144003" y="63027"/>
                    </a:lnTo>
                    <a:lnTo>
                      <a:pt x="145912" y="73391"/>
                    </a:lnTo>
                    <a:lnTo>
                      <a:pt x="147868" y="84518"/>
                    </a:lnTo>
                    <a:lnTo>
                      <a:pt x="149777" y="96402"/>
                    </a:lnTo>
                    <a:lnTo>
                      <a:pt x="151732" y="109030"/>
                    </a:lnTo>
                    <a:lnTo>
                      <a:pt x="153641" y="122396"/>
                    </a:lnTo>
                    <a:lnTo>
                      <a:pt x="155597" y="136492"/>
                    </a:lnTo>
                    <a:lnTo>
                      <a:pt x="157506" y="151312"/>
                    </a:lnTo>
                    <a:lnTo>
                      <a:pt x="159461" y="166841"/>
                    </a:lnTo>
                    <a:lnTo>
                      <a:pt x="161371" y="183076"/>
                    </a:lnTo>
                    <a:lnTo>
                      <a:pt x="163326" y="200002"/>
                    </a:lnTo>
                    <a:lnTo>
                      <a:pt x="165282" y="217610"/>
                    </a:lnTo>
                    <a:lnTo>
                      <a:pt x="167191" y="235884"/>
                    </a:lnTo>
                    <a:lnTo>
                      <a:pt x="169147" y="254821"/>
                    </a:lnTo>
                    <a:lnTo>
                      <a:pt x="171055" y="274401"/>
                    </a:lnTo>
                    <a:lnTo>
                      <a:pt x="173011" y="294620"/>
                    </a:lnTo>
                    <a:lnTo>
                      <a:pt x="174920" y="315458"/>
                    </a:lnTo>
                    <a:lnTo>
                      <a:pt x="176875" y="336901"/>
                    </a:lnTo>
                    <a:lnTo>
                      <a:pt x="178784" y="358945"/>
                    </a:lnTo>
                    <a:lnTo>
                      <a:pt x="180740" y="381565"/>
                    </a:lnTo>
                    <a:lnTo>
                      <a:pt x="182649" y="404753"/>
                    </a:lnTo>
                    <a:lnTo>
                      <a:pt x="184605" y="428493"/>
                    </a:lnTo>
                    <a:lnTo>
                      <a:pt x="186560" y="452767"/>
                    </a:lnTo>
                    <a:lnTo>
                      <a:pt x="188469" y="477565"/>
                    </a:lnTo>
                    <a:lnTo>
                      <a:pt x="190425" y="502868"/>
                    </a:lnTo>
                    <a:lnTo>
                      <a:pt x="192334" y="528657"/>
                    </a:lnTo>
                    <a:lnTo>
                      <a:pt x="194289" y="554923"/>
                    </a:lnTo>
                    <a:lnTo>
                      <a:pt x="196198" y="581646"/>
                    </a:lnTo>
                    <a:lnTo>
                      <a:pt x="198154" y="608807"/>
                    </a:lnTo>
                    <a:lnTo>
                      <a:pt x="200063" y="636393"/>
                    </a:lnTo>
                    <a:lnTo>
                      <a:pt x="202018" y="664384"/>
                    </a:lnTo>
                    <a:lnTo>
                      <a:pt x="203928" y="692761"/>
                    </a:lnTo>
                    <a:lnTo>
                      <a:pt x="205883" y="721504"/>
                    </a:lnTo>
                    <a:lnTo>
                      <a:pt x="207792" y="750605"/>
                    </a:lnTo>
                    <a:lnTo>
                      <a:pt x="209748" y="780035"/>
                    </a:lnTo>
                    <a:lnTo>
                      <a:pt x="211703" y="809779"/>
                    </a:lnTo>
                    <a:lnTo>
                      <a:pt x="213612" y="839819"/>
                    </a:lnTo>
                    <a:lnTo>
                      <a:pt x="215568" y="870135"/>
                    </a:lnTo>
                    <a:lnTo>
                      <a:pt x="217476" y="900708"/>
                    </a:lnTo>
                    <a:lnTo>
                      <a:pt x="219432" y="931520"/>
                    </a:lnTo>
                    <a:lnTo>
                      <a:pt x="221341" y="962551"/>
                    </a:lnTo>
                    <a:lnTo>
                      <a:pt x="223297" y="993777"/>
                    </a:lnTo>
                    <a:lnTo>
                      <a:pt x="225206" y="1025185"/>
                    </a:lnTo>
                    <a:lnTo>
                      <a:pt x="227162" y="1056754"/>
                    </a:lnTo>
                    <a:lnTo>
                      <a:pt x="229071" y="1088457"/>
                    </a:lnTo>
                    <a:lnTo>
                      <a:pt x="231026" y="1120283"/>
                    </a:lnTo>
                    <a:lnTo>
                      <a:pt x="232982" y="1152205"/>
                    </a:lnTo>
                    <a:lnTo>
                      <a:pt x="234891" y="1184208"/>
                    </a:lnTo>
                    <a:lnTo>
                      <a:pt x="236846" y="1216268"/>
                    </a:lnTo>
                    <a:lnTo>
                      <a:pt x="238755" y="1248367"/>
                    </a:lnTo>
                    <a:lnTo>
                      <a:pt x="240711" y="1280484"/>
                    </a:lnTo>
                    <a:lnTo>
                      <a:pt x="242620" y="1312597"/>
                    </a:lnTo>
                    <a:lnTo>
                      <a:pt x="244575" y="1344685"/>
                    </a:lnTo>
                    <a:lnTo>
                      <a:pt x="246485" y="1376736"/>
                    </a:lnTo>
                    <a:lnTo>
                      <a:pt x="248440" y="1408720"/>
                    </a:lnTo>
                    <a:lnTo>
                      <a:pt x="250349" y="1440618"/>
                    </a:lnTo>
                    <a:lnTo>
                      <a:pt x="252305" y="1472416"/>
                    </a:lnTo>
                    <a:lnTo>
                      <a:pt x="254213" y="1504086"/>
                    </a:lnTo>
                    <a:lnTo>
                      <a:pt x="256169" y="1535617"/>
                    </a:lnTo>
                    <a:lnTo>
                      <a:pt x="258125" y="1566981"/>
                    </a:lnTo>
                    <a:lnTo>
                      <a:pt x="260033" y="1598160"/>
                    </a:lnTo>
                    <a:lnTo>
                      <a:pt x="261989" y="1629138"/>
                    </a:lnTo>
                    <a:lnTo>
                      <a:pt x="263898" y="1659893"/>
                    </a:lnTo>
                    <a:lnTo>
                      <a:pt x="265854" y="1690404"/>
                    </a:lnTo>
                    <a:lnTo>
                      <a:pt x="267763" y="1720654"/>
                    </a:lnTo>
                    <a:lnTo>
                      <a:pt x="269719" y="1750617"/>
                    </a:lnTo>
                    <a:lnTo>
                      <a:pt x="271627" y="1780285"/>
                    </a:lnTo>
                    <a:lnTo>
                      <a:pt x="273583" y="1809634"/>
                    </a:lnTo>
                    <a:lnTo>
                      <a:pt x="275492" y="1838649"/>
                    </a:lnTo>
                    <a:lnTo>
                      <a:pt x="277447" y="1867302"/>
                    </a:lnTo>
                    <a:lnTo>
                      <a:pt x="279403" y="1895584"/>
                    </a:lnTo>
                    <a:lnTo>
                      <a:pt x="281312" y="1923474"/>
                    </a:lnTo>
                    <a:lnTo>
                      <a:pt x="283267" y="1950955"/>
                    </a:lnTo>
                    <a:lnTo>
                      <a:pt x="285177" y="1978012"/>
                    </a:lnTo>
                    <a:lnTo>
                      <a:pt x="287132" y="2004621"/>
                    </a:lnTo>
                    <a:lnTo>
                      <a:pt x="289042" y="2030767"/>
                    </a:lnTo>
                    <a:lnTo>
                      <a:pt x="290997" y="2056442"/>
                    </a:lnTo>
                    <a:lnTo>
                      <a:pt x="292906" y="2081617"/>
                    </a:lnTo>
                    <a:lnTo>
                      <a:pt x="294862" y="2106286"/>
                    </a:lnTo>
                    <a:lnTo>
                      <a:pt x="296770" y="2130431"/>
                    </a:lnTo>
                    <a:lnTo>
                      <a:pt x="298726" y="2154033"/>
                    </a:lnTo>
                    <a:lnTo>
                      <a:pt x="300635" y="2177077"/>
                    </a:lnTo>
                    <a:lnTo>
                      <a:pt x="302590" y="2199555"/>
                    </a:lnTo>
                    <a:lnTo>
                      <a:pt x="304546" y="2221451"/>
                    </a:lnTo>
                    <a:lnTo>
                      <a:pt x="306455" y="2242746"/>
                    </a:lnTo>
                    <a:lnTo>
                      <a:pt x="308411" y="2263427"/>
                    </a:lnTo>
                    <a:lnTo>
                      <a:pt x="310320" y="2283489"/>
                    </a:lnTo>
                    <a:lnTo>
                      <a:pt x="312276" y="2302907"/>
                    </a:lnTo>
                    <a:lnTo>
                      <a:pt x="314184" y="2321682"/>
                    </a:lnTo>
                    <a:lnTo>
                      <a:pt x="316140" y="2339789"/>
                    </a:lnTo>
                    <a:lnTo>
                      <a:pt x="318049" y="2357225"/>
                    </a:lnTo>
                    <a:lnTo>
                      <a:pt x="320004" y="2373979"/>
                    </a:lnTo>
                    <a:lnTo>
                      <a:pt x="321913" y="2390038"/>
                    </a:lnTo>
                    <a:lnTo>
                      <a:pt x="323869" y="2405392"/>
                    </a:lnTo>
                    <a:lnTo>
                      <a:pt x="325824" y="2420035"/>
                    </a:lnTo>
                    <a:lnTo>
                      <a:pt x="327734" y="2433949"/>
                    </a:lnTo>
                    <a:lnTo>
                      <a:pt x="329689" y="2447130"/>
                    </a:lnTo>
                    <a:lnTo>
                      <a:pt x="331598" y="2459577"/>
                    </a:lnTo>
                    <a:lnTo>
                      <a:pt x="333554" y="2471271"/>
                    </a:lnTo>
                    <a:lnTo>
                      <a:pt x="335463" y="2482207"/>
                    </a:lnTo>
                    <a:lnTo>
                      <a:pt x="337418" y="2492380"/>
                    </a:lnTo>
                    <a:lnTo>
                      <a:pt x="339327" y="2501787"/>
                    </a:lnTo>
                    <a:lnTo>
                      <a:pt x="341283" y="2510412"/>
                    </a:lnTo>
                    <a:lnTo>
                      <a:pt x="343192" y="2518260"/>
                    </a:lnTo>
                    <a:lnTo>
                      <a:pt x="345147" y="2525327"/>
                    </a:lnTo>
                    <a:lnTo>
                      <a:pt x="347057" y="2531598"/>
                    </a:lnTo>
                    <a:lnTo>
                      <a:pt x="349012" y="2537073"/>
                    </a:lnTo>
                    <a:lnTo>
                      <a:pt x="350968" y="2541752"/>
                    </a:lnTo>
                    <a:lnTo>
                      <a:pt x="352877" y="2545631"/>
                    </a:lnTo>
                    <a:lnTo>
                      <a:pt x="354832" y="2548709"/>
                    </a:lnTo>
                    <a:lnTo>
                      <a:pt x="356741" y="2550978"/>
                    </a:lnTo>
                    <a:lnTo>
                      <a:pt x="358697" y="2552445"/>
                    </a:lnTo>
                    <a:lnTo>
                      <a:pt x="360606" y="2553098"/>
                    </a:lnTo>
                    <a:lnTo>
                      <a:pt x="362561" y="2552951"/>
                    </a:lnTo>
                    <a:lnTo>
                      <a:pt x="364470" y="2551988"/>
                    </a:lnTo>
                    <a:lnTo>
                      <a:pt x="366426" y="2550225"/>
                    </a:lnTo>
                    <a:lnTo>
                      <a:pt x="368335" y="2547652"/>
                    </a:lnTo>
                    <a:lnTo>
                      <a:pt x="370291" y="2544273"/>
                    </a:lnTo>
                    <a:lnTo>
                      <a:pt x="372246" y="2540094"/>
                    </a:lnTo>
                    <a:lnTo>
                      <a:pt x="374155" y="2535114"/>
                    </a:lnTo>
                    <a:lnTo>
                      <a:pt x="376111" y="2529339"/>
                    </a:lnTo>
                    <a:lnTo>
                      <a:pt x="378020" y="2522768"/>
                    </a:lnTo>
                    <a:lnTo>
                      <a:pt x="379975" y="2515410"/>
                    </a:lnTo>
                    <a:lnTo>
                      <a:pt x="381884" y="2507271"/>
                    </a:lnTo>
                    <a:lnTo>
                      <a:pt x="383840" y="2498346"/>
                    </a:lnTo>
                    <a:lnTo>
                      <a:pt x="385749" y="2488654"/>
                    </a:lnTo>
                    <a:lnTo>
                      <a:pt x="387704" y="2478194"/>
                    </a:lnTo>
                    <a:lnTo>
                      <a:pt x="389614" y="2466972"/>
                    </a:lnTo>
                    <a:lnTo>
                      <a:pt x="391569" y="2454997"/>
                    </a:lnTo>
                    <a:lnTo>
                      <a:pt x="393478" y="2442274"/>
                    </a:lnTo>
                    <a:lnTo>
                      <a:pt x="395434" y="2428818"/>
                    </a:lnTo>
                    <a:lnTo>
                      <a:pt x="397389" y="2414627"/>
                    </a:lnTo>
                    <a:lnTo>
                      <a:pt x="399298" y="2399721"/>
                    </a:lnTo>
                    <a:lnTo>
                      <a:pt x="401254" y="2384101"/>
                    </a:lnTo>
                    <a:lnTo>
                      <a:pt x="403162" y="2367780"/>
                    </a:lnTo>
                    <a:lnTo>
                      <a:pt x="405118" y="2350768"/>
                    </a:lnTo>
                    <a:lnTo>
                      <a:pt x="407027" y="2333075"/>
                    </a:lnTo>
                    <a:lnTo>
                      <a:pt x="408983" y="2314720"/>
                    </a:lnTo>
                    <a:lnTo>
                      <a:pt x="410892" y="2295702"/>
                    </a:lnTo>
                    <a:lnTo>
                      <a:pt x="412848" y="2276041"/>
                    </a:lnTo>
                    <a:lnTo>
                      <a:pt x="414757" y="2255746"/>
                    </a:lnTo>
                    <a:lnTo>
                      <a:pt x="416712" y="2234831"/>
                    </a:lnTo>
                    <a:lnTo>
                      <a:pt x="418668" y="2213307"/>
                    </a:lnTo>
                    <a:lnTo>
                      <a:pt x="420577" y="2191197"/>
                    </a:lnTo>
                    <a:lnTo>
                      <a:pt x="422532" y="2168500"/>
                    </a:lnTo>
                    <a:lnTo>
                      <a:pt x="424441" y="2145246"/>
                    </a:lnTo>
                    <a:lnTo>
                      <a:pt x="426397" y="2121439"/>
                    </a:lnTo>
                    <a:lnTo>
                      <a:pt x="428306" y="2097098"/>
                    </a:lnTo>
                    <a:lnTo>
                      <a:pt x="430261" y="2072234"/>
                    </a:lnTo>
                    <a:lnTo>
                      <a:pt x="432171" y="2046869"/>
                    </a:lnTo>
                    <a:lnTo>
                      <a:pt x="434126" y="2021018"/>
                    </a:lnTo>
                    <a:lnTo>
                      <a:pt x="436035" y="1994695"/>
                    </a:lnTo>
                    <a:lnTo>
                      <a:pt x="437991" y="1967914"/>
                    </a:lnTo>
                    <a:lnTo>
                      <a:pt x="439899" y="1940700"/>
                    </a:lnTo>
                    <a:lnTo>
                      <a:pt x="441855" y="1913062"/>
                    </a:lnTo>
                    <a:lnTo>
                      <a:pt x="443811" y="1885024"/>
                    </a:lnTo>
                    <a:lnTo>
                      <a:pt x="445719" y="1856600"/>
                    </a:lnTo>
                    <a:lnTo>
                      <a:pt x="447675" y="1827808"/>
                    </a:lnTo>
                    <a:lnTo>
                      <a:pt x="449584" y="1798669"/>
                    </a:lnTo>
                    <a:lnTo>
                      <a:pt x="451540" y="1769197"/>
                    </a:lnTo>
                    <a:lnTo>
                      <a:pt x="453449" y="1739414"/>
                    </a:lnTo>
                    <a:lnTo>
                      <a:pt x="455404" y="1709341"/>
                    </a:lnTo>
                    <a:lnTo>
                      <a:pt x="457313" y="1678992"/>
                    </a:lnTo>
                    <a:lnTo>
                      <a:pt x="459269" y="1648385"/>
                    </a:lnTo>
                    <a:lnTo>
                      <a:pt x="461178" y="1617545"/>
                    </a:lnTo>
                    <a:lnTo>
                      <a:pt x="463133" y="1586490"/>
                    </a:lnTo>
                    <a:lnTo>
                      <a:pt x="465089" y="1555240"/>
                    </a:lnTo>
                    <a:lnTo>
                      <a:pt x="466998" y="1523809"/>
                    </a:lnTo>
                    <a:lnTo>
                      <a:pt x="468953" y="1492225"/>
                    </a:lnTo>
                    <a:lnTo>
                      <a:pt x="470863" y="1460503"/>
                    </a:lnTo>
                    <a:lnTo>
                      <a:pt x="472818" y="1428667"/>
                    </a:lnTo>
                    <a:lnTo>
                      <a:pt x="474727" y="1396731"/>
                    </a:lnTo>
                    <a:lnTo>
                      <a:pt x="476683" y="1364723"/>
                    </a:lnTo>
                    <a:lnTo>
                      <a:pt x="478592" y="1332658"/>
                    </a:lnTo>
                    <a:lnTo>
                      <a:pt x="480547" y="1300555"/>
                    </a:lnTo>
                    <a:lnTo>
                      <a:pt x="482456" y="1268438"/>
                    </a:lnTo>
                    <a:lnTo>
                      <a:pt x="484412" y="1236325"/>
                    </a:lnTo>
                    <a:lnTo>
                      <a:pt x="486321" y="1204241"/>
                    </a:lnTo>
                    <a:lnTo>
                      <a:pt x="488276" y="1172200"/>
                    </a:lnTo>
                    <a:lnTo>
                      <a:pt x="490232" y="1140226"/>
                    </a:lnTo>
                    <a:lnTo>
                      <a:pt x="492141" y="1108337"/>
                    </a:lnTo>
                    <a:lnTo>
                      <a:pt x="494097" y="1076553"/>
                    </a:lnTo>
                    <a:lnTo>
                      <a:pt x="496006" y="1044898"/>
                    </a:lnTo>
                    <a:lnTo>
                      <a:pt x="497961" y="1013391"/>
                    </a:lnTo>
                    <a:lnTo>
                      <a:pt x="499870" y="982045"/>
                    </a:lnTo>
                    <a:lnTo>
                      <a:pt x="501826" y="950890"/>
                    </a:lnTo>
                    <a:lnTo>
                      <a:pt x="503735" y="919941"/>
                    </a:lnTo>
                    <a:lnTo>
                      <a:pt x="505690" y="889215"/>
                    </a:lnTo>
                    <a:lnTo>
                      <a:pt x="507599" y="858737"/>
                    </a:lnTo>
                    <a:lnTo>
                      <a:pt x="509555" y="828521"/>
                    </a:lnTo>
                    <a:lnTo>
                      <a:pt x="511510" y="798590"/>
                    </a:lnTo>
                    <a:lnTo>
                      <a:pt x="513420" y="768961"/>
                    </a:lnTo>
                    <a:lnTo>
                      <a:pt x="515375" y="739655"/>
                    </a:lnTo>
                    <a:lnTo>
                      <a:pt x="517284" y="710682"/>
                    </a:lnTo>
                    <a:lnTo>
                      <a:pt x="519240" y="682072"/>
                    </a:lnTo>
                    <a:lnTo>
                      <a:pt x="521149" y="653838"/>
                    </a:lnTo>
                    <a:lnTo>
                      <a:pt x="523104" y="626000"/>
                    </a:lnTo>
                    <a:lnTo>
                      <a:pt x="525013" y="598572"/>
                    </a:lnTo>
                    <a:lnTo>
                      <a:pt x="526969" y="571572"/>
                    </a:lnTo>
                    <a:lnTo>
                      <a:pt x="528878" y="545021"/>
                    </a:lnTo>
                    <a:lnTo>
                      <a:pt x="530833" y="518931"/>
                    </a:lnTo>
                    <a:lnTo>
                      <a:pt x="532743" y="493318"/>
                    </a:lnTo>
                    <a:lnTo>
                      <a:pt x="534698" y="468206"/>
                    </a:lnTo>
                    <a:lnTo>
                      <a:pt x="536653" y="443603"/>
                    </a:lnTo>
                    <a:lnTo>
                      <a:pt x="538563" y="419525"/>
                    </a:lnTo>
                    <a:lnTo>
                      <a:pt x="540518" y="395990"/>
                    </a:lnTo>
                    <a:lnTo>
                      <a:pt x="542427" y="373012"/>
                    </a:lnTo>
                    <a:lnTo>
                      <a:pt x="544383" y="350611"/>
                    </a:lnTo>
                    <a:lnTo>
                      <a:pt x="546292" y="328791"/>
                    </a:lnTo>
                    <a:lnTo>
                      <a:pt x="548247" y="307572"/>
                    </a:lnTo>
                    <a:lnTo>
                      <a:pt x="550156" y="286967"/>
                    </a:lnTo>
                    <a:lnTo>
                      <a:pt x="552112" y="266986"/>
                    </a:lnTo>
                    <a:lnTo>
                      <a:pt x="554021" y="247645"/>
                    </a:lnTo>
                    <a:lnTo>
                      <a:pt x="555976" y="228955"/>
                    </a:lnTo>
                    <a:lnTo>
                      <a:pt x="557932" y="210929"/>
                    </a:lnTo>
                    <a:lnTo>
                      <a:pt x="559841" y="193574"/>
                    </a:lnTo>
                    <a:lnTo>
                      <a:pt x="561797" y="176905"/>
                    </a:lnTo>
                    <a:lnTo>
                      <a:pt x="563706" y="160937"/>
                    </a:lnTo>
                    <a:lnTo>
                      <a:pt x="565661" y="145670"/>
                    </a:lnTo>
                    <a:lnTo>
                      <a:pt x="567570" y="131122"/>
                    </a:lnTo>
                    <a:lnTo>
                      <a:pt x="569526" y="117298"/>
                    </a:lnTo>
                    <a:lnTo>
                      <a:pt x="571435" y="104208"/>
                    </a:lnTo>
                    <a:lnTo>
                      <a:pt x="573390" y="91856"/>
                    </a:lnTo>
                    <a:lnTo>
                      <a:pt x="575299" y="80258"/>
                    </a:lnTo>
                    <a:lnTo>
                      <a:pt x="577255" y="69417"/>
                    </a:lnTo>
                    <a:lnTo>
                      <a:pt x="579164" y="59339"/>
                    </a:lnTo>
                    <a:lnTo>
                      <a:pt x="581120" y="50028"/>
                    </a:lnTo>
                    <a:lnTo>
                      <a:pt x="583075" y="41498"/>
                    </a:lnTo>
                    <a:lnTo>
                      <a:pt x="584984" y="33745"/>
                    </a:lnTo>
                    <a:lnTo>
                      <a:pt x="586940" y="26783"/>
                    </a:lnTo>
                    <a:lnTo>
                      <a:pt x="588848" y="20607"/>
                    </a:lnTo>
                    <a:lnTo>
                      <a:pt x="590804" y="15232"/>
                    </a:lnTo>
                    <a:lnTo>
                      <a:pt x="592713" y="10653"/>
                    </a:lnTo>
                    <a:lnTo>
                      <a:pt x="594669" y="6874"/>
                    </a:lnTo>
                    <a:lnTo>
                      <a:pt x="596578" y="3896"/>
                    </a:lnTo>
                    <a:lnTo>
                      <a:pt x="598533" y="1728"/>
                    </a:lnTo>
                    <a:lnTo>
                      <a:pt x="600442" y="365"/>
                    </a:lnTo>
                    <a:lnTo>
                      <a:pt x="602398" y="-193"/>
                    </a:lnTo>
                    <a:lnTo>
                      <a:pt x="604354" y="60"/>
                    </a:lnTo>
                    <a:lnTo>
                      <a:pt x="606262" y="1122"/>
                    </a:lnTo>
                    <a:lnTo>
                      <a:pt x="608218" y="2990"/>
                    </a:lnTo>
                    <a:lnTo>
                      <a:pt x="610127" y="5664"/>
                    </a:lnTo>
                    <a:lnTo>
                      <a:pt x="612082" y="9142"/>
                    </a:lnTo>
                    <a:lnTo>
                      <a:pt x="613992" y="13421"/>
                    </a:lnTo>
                    <a:lnTo>
                      <a:pt x="615947" y="18501"/>
                    </a:lnTo>
                    <a:lnTo>
                      <a:pt x="617856" y="24377"/>
                    </a:lnTo>
                    <a:lnTo>
                      <a:pt x="619812" y="31043"/>
                    </a:lnTo>
                    <a:lnTo>
                      <a:pt x="621721" y="38496"/>
                    </a:lnTo>
                    <a:lnTo>
                      <a:pt x="623677" y="46740"/>
                    </a:lnTo>
                    <a:lnTo>
                      <a:pt x="625585" y="55755"/>
                    </a:lnTo>
                    <a:lnTo>
                      <a:pt x="627541" y="65548"/>
                    </a:lnTo>
                    <a:lnTo>
                      <a:pt x="629497" y="76103"/>
                    </a:lnTo>
                    <a:lnTo>
                      <a:pt x="631405" y="87420"/>
                    </a:lnTo>
                    <a:lnTo>
                      <a:pt x="633361" y="99485"/>
                    </a:lnTo>
                    <a:lnTo>
                      <a:pt x="635270" y="112299"/>
                    </a:lnTo>
                    <a:lnTo>
                      <a:pt x="637225" y="125851"/>
                    </a:lnTo>
                    <a:lnTo>
                      <a:pt x="639135" y="140132"/>
                    </a:lnTo>
                    <a:lnTo>
                      <a:pt x="641090" y="155128"/>
                    </a:lnTo>
                    <a:lnTo>
                      <a:pt x="642999" y="170835"/>
                    </a:lnTo>
                    <a:lnTo>
                      <a:pt x="644955" y="187246"/>
                    </a:lnTo>
                    <a:lnTo>
                      <a:pt x="646864" y="204339"/>
                    </a:lnTo>
                    <a:lnTo>
                      <a:pt x="648819" y="222117"/>
                    </a:lnTo>
                    <a:lnTo>
                      <a:pt x="650728" y="240559"/>
                    </a:lnTo>
                    <a:lnTo>
                      <a:pt x="652684" y="259658"/>
                    </a:lnTo>
                    <a:lnTo>
                      <a:pt x="654639" y="279400"/>
                    </a:lnTo>
                    <a:lnTo>
                      <a:pt x="656548" y="299771"/>
                    </a:lnTo>
                    <a:lnTo>
                      <a:pt x="658504" y="320762"/>
                    </a:lnTo>
                    <a:lnTo>
                      <a:pt x="660413" y="342357"/>
                    </a:lnTo>
                    <a:lnTo>
                      <a:pt x="662369" y="364544"/>
                    </a:lnTo>
                    <a:lnTo>
                      <a:pt x="664278" y="387307"/>
                    </a:lnTo>
                    <a:lnTo>
                      <a:pt x="666233" y="410633"/>
                    </a:lnTo>
                    <a:lnTo>
                      <a:pt x="668142" y="434511"/>
                    </a:lnTo>
                    <a:lnTo>
                      <a:pt x="670098" y="458919"/>
                    </a:lnTo>
                    <a:lnTo>
                      <a:pt x="672007" y="483840"/>
                    </a:lnTo>
                    <a:lnTo>
                      <a:pt x="673962" y="509267"/>
                    </a:lnTo>
                    <a:lnTo>
                      <a:pt x="675918" y="535181"/>
                    </a:lnTo>
                    <a:lnTo>
                      <a:pt x="677827" y="561561"/>
                    </a:lnTo>
                    <a:lnTo>
                      <a:pt x="679782" y="588398"/>
                    </a:lnTo>
                    <a:lnTo>
                      <a:pt x="681692" y="615665"/>
                    </a:lnTo>
                    <a:lnTo>
                      <a:pt x="683647" y="643355"/>
                    </a:lnTo>
                    <a:lnTo>
                      <a:pt x="685556" y="671441"/>
                    </a:lnTo>
                    <a:lnTo>
                      <a:pt x="687512" y="699913"/>
                    </a:lnTo>
                    <a:lnTo>
                      <a:pt x="689421" y="728747"/>
                    </a:lnTo>
                    <a:lnTo>
                      <a:pt x="691376" y="757929"/>
                    </a:lnTo>
                    <a:lnTo>
                      <a:pt x="693285" y="787440"/>
                    </a:lnTo>
                    <a:lnTo>
                      <a:pt x="695241" y="817260"/>
                    </a:lnTo>
                    <a:lnTo>
                      <a:pt x="697150" y="847372"/>
                    </a:lnTo>
                    <a:lnTo>
                      <a:pt x="699105" y="877754"/>
                    </a:lnTo>
                    <a:lnTo>
                      <a:pt x="701061" y="908390"/>
                    </a:lnTo>
                    <a:lnTo>
                      <a:pt x="702970" y="939259"/>
                    </a:lnTo>
                    <a:lnTo>
                      <a:pt x="704926" y="970342"/>
                    </a:lnTo>
                    <a:lnTo>
                      <a:pt x="706835" y="1001616"/>
                    </a:lnTo>
                    <a:lnTo>
                      <a:pt x="708790" y="1033061"/>
                    </a:lnTo>
                    <a:lnTo>
                      <a:pt x="710699" y="1064664"/>
                    </a:lnTo>
                    <a:lnTo>
                      <a:pt x="712655" y="1096405"/>
                    </a:lnTo>
                    <a:lnTo>
                      <a:pt x="714564" y="1128256"/>
                    </a:lnTo>
                    <a:lnTo>
                      <a:pt x="716519" y="1160201"/>
                    </a:lnTo>
                    <a:lnTo>
                      <a:pt x="718428" y="1192219"/>
                    </a:lnTo>
                    <a:lnTo>
                      <a:pt x="720384" y="1224288"/>
                    </a:lnTo>
                    <a:lnTo>
                      <a:pt x="722339" y="1256396"/>
                    </a:lnTo>
                    <a:lnTo>
                      <a:pt x="724249" y="1288513"/>
                    </a:lnTo>
                    <a:lnTo>
                      <a:pt x="726204" y="1320621"/>
                    </a:lnTo>
                    <a:lnTo>
                      <a:pt x="728113" y="1352705"/>
                    </a:lnTo>
                    <a:lnTo>
                      <a:pt x="730069" y="1384737"/>
                    </a:lnTo>
                    <a:lnTo>
                      <a:pt x="731977" y="1416702"/>
                    </a:lnTo>
                    <a:lnTo>
                      <a:pt x="733933" y="1448576"/>
                    </a:lnTo>
                    <a:lnTo>
                      <a:pt x="735842" y="1480345"/>
                    </a:lnTo>
                    <a:lnTo>
                      <a:pt x="737797" y="1511982"/>
                    </a:lnTo>
                    <a:lnTo>
                      <a:pt x="739707" y="1543475"/>
                    </a:lnTo>
                    <a:lnTo>
                      <a:pt x="741662" y="1574791"/>
                    </a:lnTo>
                    <a:lnTo>
                      <a:pt x="743572" y="1605922"/>
                    </a:lnTo>
                    <a:lnTo>
                      <a:pt x="745527" y="1636848"/>
                    </a:lnTo>
                    <a:lnTo>
                      <a:pt x="747483" y="1667541"/>
                    </a:lnTo>
                    <a:lnTo>
                      <a:pt x="749392" y="1697991"/>
                    </a:lnTo>
                    <a:lnTo>
                      <a:pt x="751347" y="1728168"/>
                    </a:lnTo>
                    <a:lnTo>
                      <a:pt x="753256" y="1758065"/>
                    </a:lnTo>
                    <a:lnTo>
                      <a:pt x="755212" y="1787657"/>
                    </a:lnTo>
                    <a:lnTo>
                      <a:pt x="757120" y="1816920"/>
                    </a:lnTo>
                    <a:lnTo>
                      <a:pt x="759076" y="1845845"/>
                    </a:lnTo>
                    <a:lnTo>
                      <a:pt x="760985" y="1874412"/>
                    </a:lnTo>
                    <a:lnTo>
                      <a:pt x="762941" y="1902593"/>
                    </a:lnTo>
                    <a:lnTo>
                      <a:pt x="764850" y="1930384"/>
                    </a:lnTo>
                    <a:lnTo>
                      <a:pt x="766806" y="1957760"/>
                    </a:lnTo>
                    <a:lnTo>
                      <a:pt x="768761" y="1984707"/>
                    </a:lnTo>
                    <a:lnTo>
                      <a:pt x="770670" y="2011201"/>
                    </a:lnTo>
                    <a:lnTo>
                      <a:pt x="772626" y="2037234"/>
                    </a:lnTo>
                    <a:lnTo>
                      <a:pt x="774534" y="2062780"/>
                    </a:lnTo>
                    <a:lnTo>
                      <a:pt x="776490" y="2087835"/>
                    </a:lnTo>
                    <a:lnTo>
                      <a:pt x="778399" y="2112371"/>
                    </a:lnTo>
                    <a:lnTo>
                      <a:pt x="780354" y="2136383"/>
                    </a:lnTo>
                    <a:lnTo>
                      <a:pt x="782264" y="2159847"/>
                    </a:lnTo>
                    <a:lnTo>
                      <a:pt x="784219" y="2182753"/>
                    </a:lnTo>
                    <a:lnTo>
                      <a:pt x="786128" y="2205087"/>
                    </a:lnTo>
                    <a:lnTo>
                      <a:pt x="788084" y="2226831"/>
                    </a:lnTo>
                    <a:lnTo>
                      <a:pt x="789993" y="2247974"/>
                    </a:lnTo>
                    <a:lnTo>
                      <a:pt x="791948" y="2268502"/>
                    </a:lnTo>
                    <a:lnTo>
                      <a:pt x="793904" y="2288402"/>
                    </a:lnTo>
                    <a:lnTo>
                      <a:pt x="795813" y="2307662"/>
                    </a:lnTo>
                    <a:lnTo>
                      <a:pt x="797768" y="2326271"/>
                    </a:lnTo>
                    <a:lnTo>
                      <a:pt x="799677" y="2344212"/>
                    </a:lnTo>
                    <a:lnTo>
                      <a:pt x="801633" y="2361480"/>
                    </a:lnTo>
                    <a:lnTo>
                      <a:pt x="803542" y="2378064"/>
                    </a:lnTo>
                    <a:lnTo>
                      <a:pt x="805498" y="2393946"/>
                    </a:lnTo>
                    <a:lnTo>
                      <a:pt x="807407" y="2409123"/>
                    </a:lnTo>
                    <a:lnTo>
                      <a:pt x="809363" y="2423581"/>
                    </a:lnTo>
                    <a:lnTo>
                      <a:pt x="811271" y="2437314"/>
                    </a:lnTo>
                    <a:lnTo>
                      <a:pt x="813227" y="2450313"/>
                    </a:lnTo>
                    <a:lnTo>
                      <a:pt x="815183" y="2462569"/>
                    </a:lnTo>
                    <a:lnTo>
                      <a:pt x="817091" y="2474072"/>
                    </a:lnTo>
                    <a:lnTo>
                      <a:pt x="819047" y="2484823"/>
                    </a:lnTo>
                    <a:lnTo>
                      <a:pt x="820956" y="2494801"/>
                    </a:lnTo>
                    <a:lnTo>
                      <a:pt x="822911" y="2504017"/>
                    </a:lnTo>
                    <a:lnTo>
                      <a:pt x="824821" y="2512451"/>
                    </a:lnTo>
                    <a:lnTo>
                      <a:pt x="826776" y="2520099"/>
                    </a:lnTo>
                    <a:lnTo>
                      <a:pt x="828685" y="2526966"/>
                    </a:lnTo>
                    <a:lnTo>
                      <a:pt x="830641" y="2533041"/>
                    </a:lnTo>
                    <a:lnTo>
                      <a:pt x="832550" y="2538321"/>
                    </a:lnTo>
                    <a:lnTo>
                      <a:pt x="834505" y="2542801"/>
                    </a:lnTo>
                    <a:lnTo>
                      <a:pt x="836414" y="2546479"/>
                    </a:lnTo>
                    <a:lnTo>
                      <a:pt x="838370" y="2549353"/>
                    </a:lnTo>
                    <a:lnTo>
                      <a:pt x="840325" y="2551421"/>
                    </a:lnTo>
                    <a:lnTo>
                      <a:pt x="842234" y="2552684"/>
                    </a:lnTo>
                    <a:lnTo>
                      <a:pt x="844190" y="2553136"/>
                    </a:lnTo>
                    <a:lnTo>
                      <a:pt x="846099" y="2552784"/>
                    </a:lnTo>
                    <a:lnTo>
                      <a:pt x="848055" y="2551621"/>
                    </a:lnTo>
                    <a:lnTo>
                      <a:pt x="849964" y="2549653"/>
                    </a:lnTo>
                    <a:lnTo>
                      <a:pt x="851919" y="2546880"/>
                    </a:lnTo>
                    <a:lnTo>
                      <a:pt x="853828" y="2543301"/>
                    </a:lnTo>
                    <a:lnTo>
                      <a:pt x="855784" y="2538922"/>
                    </a:lnTo>
                    <a:lnTo>
                      <a:pt x="857692" y="2533742"/>
                    </a:lnTo>
                    <a:lnTo>
                      <a:pt x="859648" y="2527771"/>
                    </a:lnTo>
                    <a:lnTo>
                      <a:pt x="861604" y="2521005"/>
                    </a:lnTo>
                    <a:lnTo>
                      <a:pt x="863513" y="2513447"/>
                    </a:lnTo>
                    <a:lnTo>
                      <a:pt x="865468" y="2505113"/>
                    </a:lnTo>
                    <a:lnTo>
                      <a:pt x="867378" y="2495997"/>
                    </a:lnTo>
                    <a:lnTo>
                      <a:pt x="869333" y="2486109"/>
                    </a:lnTo>
                    <a:lnTo>
                      <a:pt x="871242" y="2475459"/>
                    </a:lnTo>
                    <a:lnTo>
                      <a:pt x="873198" y="2464046"/>
                    </a:lnTo>
                    <a:lnTo>
                      <a:pt x="875107" y="2451886"/>
                    </a:lnTo>
                    <a:lnTo>
                      <a:pt x="877062" y="2438977"/>
                    </a:lnTo>
                    <a:lnTo>
                      <a:pt x="878971" y="2425339"/>
                    </a:lnTo>
                    <a:lnTo>
                      <a:pt x="880927" y="2410967"/>
                    </a:lnTo>
                    <a:lnTo>
                      <a:pt x="882836" y="2395880"/>
                    </a:lnTo>
                    <a:lnTo>
                      <a:pt x="884791" y="2380084"/>
                    </a:lnTo>
                    <a:lnTo>
                      <a:pt x="886747" y="2363591"/>
                    </a:lnTo>
                    <a:lnTo>
                      <a:pt x="888656" y="2346408"/>
                    </a:lnTo>
                    <a:lnTo>
                      <a:pt x="890612" y="2328548"/>
                    </a:lnTo>
                    <a:lnTo>
                      <a:pt x="892521" y="2310026"/>
                    </a:lnTo>
                    <a:lnTo>
                      <a:pt x="894476" y="2290846"/>
                    </a:lnTo>
                    <a:lnTo>
                      <a:pt x="896385" y="2271023"/>
                    </a:lnTo>
                    <a:lnTo>
                      <a:pt x="898341" y="2250571"/>
                    </a:lnTo>
                    <a:lnTo>
                      <a:pt x="900249" y="2229504"/>
                    </a:lnTo>
                    <a:lnTo>
                      <a:pt x="902205" y="2207837"/>
                    </a:lnTo>
                    <a:lnTo>
                      <a:pt x="904114" y="2185574"/>
                    </a:lnTo>
                    <a:lnTo>
                      <a:pt x="906070" y="2162739"/>
                    </a:lnTo>
                    <a:lnTo>
                      <a:pt x="908025" y="2139347"/>
                    </a:lnTo>
                    <a:lnTo>
                      <a:pt x="909935" y="2115402"/>
                    </a:lnTo>
                    <a:lnTo>
                      <a:pt x="911890" y="2090928"/>
                    </a:lnTo>
                    <a:lnTo>
                      <a:pt x="913799" y="2065939"/>
                    </a:lnTo>
                    <a:lnTo>
                      <a:pt x="915755" y="2040450"/>
                    </a:lnTo>
                    <a:lnTo>
                      <a:pt x="917663" y="2014480"/>
                    </a:lnTo>
                    <a:lnTo>
                      <a:pt x="919619" y="1988043"/>
                    </a:lnTo>
                    <a:lnTo>
                      <a:pt x="921528" y="1961153"/>
                    </a:lnTo>
                    <a:lnTo>
                      <a:pt x="923483" y="1933829"/>
                    </a:lnTo>
                    <a:lnTo>
                      <a:pt x="925393" y="1906091"/>
                    </a:lnTo>
                    <a:lnTo>
                      <a:pt x="927348" y="1877952"/>
                    </a:lnTo>
                    <a:lnTo>
                      <a:pt x="929258" y="1849438"/>
                    </a:lnTo>
                    <a:lnTo>
                      <a:pt x="931213" y="1820556"/>
                    </a:lnTo>
                    <a:lnTo>
                      <a:pt x="933169" y="1791331"/>
                    </a:lnTo>
                    <a:lnTo>
                      <a:pt x="935078" y="1761782"/>
                    </a:lnTo>
                    <a:lnTo>
                      <a:pt x="937033" y="1731923"/>
                    </a:lnTo>
                    <a:lnTo>
                      <a:pt x="938942" y="1701779"/>
                    </a:lnTo>
                    <a:lnTo>
                      <a:pt x="940898" y="1671363"/>
                    </a:lnTo>
                    <a:lnTo>
                      <a:pt x="942806" y="1640699"/>
                    </a:lnTo>
                    <a:lnTo>
                      <a:pt x="944762" y="1609801"/>
                    </a:lnTo>
                    <a:lnTo>
                      <a:pt x="946671" y="1578694"/>
                    </a:lnTo>
                    <a:lnTo>
                      <a:pt x="948627" y="1547396"/>
                    </a:lnTo>
                    <a:lnTo>
                      <a:pt x="950536" y="1515927"/>
                    </a:lnTo>
                    <a:lnTo>
                      <a:pt x="952492" y="1484305"/>
                    </a:lnTo>
                    <a:lnTo>
                      <a:pt x="954447" y="1452555"/>
                    </a:lnTo>
                    <a:lnTo>
                      <a:pt x="956356" y="1420690"/>
                    </a:lnTo>
                    <a:lnTo>
                      <a:pt x="958312" y="1388735"/>
                    </a:lnTo>
                    <a:lnTo>
                      <a:pt x="960220" y="1356708"/>
                    </a:lnTo>
                    <a:lnTo>
                      <a:pt x="962176" y="1324634"/>
                    </a:lnTo>
                    <a:lnTo>
                      <a:pt x="964085" y="1292526"/>
                    </a:lnTo>
                    <a:lnTo>
                      <a:pt x="966040" y="1260408"/>
                    </a:lnTo>
                    <a:lnTo>
                      <a:pt x="967950" y="1228301"/>
                    </a:lnTo>
                    <a:lnTo>
                      <a:pt x="969905" y="1196226"/>
                    </a:lnTo>
                    <a:lnTo>
                      <a:pt x="971814" y="1164199"/>
                    </a:lnTo>
                    <a:lnTo>
                      <a:pt x="973770" y="1132244"/>
                    </a:lnTo>
                    <a:lnTo>
                      <a:pt x="975679" y="1100379"/>
                    </a:lnTo>
                    <a:lnTo>
                      <a:pt x="977634" y="1068629"/>
                    </a:lnTo>
                    <a:lnTo>
                      <a:pt x="979590" y="1037007"/>
                    </a:lnTo>
                    <a:lnTo>
                      <a:pt x="981499" y="1005538"/>
                    </a:lnTo>
                    <a:lnTo>
                      <a:pt x="983454" y="974240"/>
                    </a:lnTo>
                    <a:lnTo>
                      <a:pt x="985363" y="943133"/>
                    </a:lnTo>
                    <a:lnTo>
                      <a:pt x="987319" y="912235"/>
                    </a:lnTo>
                    <a:lnTo>
                      <a:pt x="989228" y="881571"/>
                    </a:lnTo>
                    <a:lnTo>
                      <a:pt x="991184" y="851155"/>
                    </a:lnTo>
                    <a:lnTo>
                      <a:pt x="993093" y="821011"/>
                    </a:lnTo>
                    <a:lnTo>
                      <a:pt x="995048" y="791152"/>
                    </a:lnTo>
                    <a:lnTo>
                      <a:pt x="996957" y="761603"/>
                    </a:lnTo>
                    <a:lnTo>
                      <a:pt x="998913" y="732378"/>
                    </a:lnTo>
                    <a:lnTo>
                      <a:pt x="1000868" y="703496"/>
                    </a:lnTo>
                    <a:lnTo>
                      <a:pt x="1002777" y="674982"/>
                    </a:lnTo>
                    <a:lnTo>
                      <a:pt x="1004733" y="646843"/>
                    </a:lnTo>
                    <a:lnTo>
                      <a:pt x="1006642" y="619105"/>
                    </a:lnTo>
                    <a:lnTo>
                      <a:pt x="1008597" y="591781"/>
                    </a:lnTo>
                    <a:lnTo>
                      <a:pt x="1010507" y="564891"/>
                    </a:lnTo>
                    <a:lnTo>
                      <a:pt x="1012462" y="538454"/>
                    </a:lnTo>
                    <a:lnTo>
                      <a:pt x="1014371" y="512484"/>
                    </a:lnTo>
                    <a:lnTo>
                      <a:pt x="1016327" y="486995"/>
                    </a:lnTo>
                    <a:lnTo>
                      <a:pt x="1018236" y="462006"/>
                    </a:lnTo>
                    <a:lnTo>
                      <a:pt x="1020191" y="437532"/>
                    </a:lnTo>
                    <a:lnTo>
                      <a:pt x="1022100" y="413592"/>
                    </a:lnTo>
                    <a:lnTo>
                      <a:pt x="1024056" y="390195"/>
                    </a:lnTo>
                    <a:lnTo>
                      <a:pt x="1026011" y="367360"/>
                    </a:lnTo>
                    <a:lnTo>
                      <a:pt x="1027920" y="345097"/>
                    </a:lnTo>
                    <a:lnTo>
                      <a:pt x="1029876" y="323430"/>
                    </a:lnTo>
                    <a:lnTo>
                      <a:pt x="1031785" y="302363"/>
                    </a:lnTo>
                    <a:lnTo>
                      <a:pt x="1033741" y="281911"/>
                    </a:lnTo>
                    <a:lnTo>
                      <a:pt x="1035650" y="262088"/>
                    </a:lnTo>
                    <a:lnTo>
                      <a:pt x="1037605" y="242908"/>
                    </a:lnTo>
                    <a:lnTo>
                      <a:pt x="1039514" y="224386"/>
                    </a:lnTo>
                    <a:lnTo>
                      <a:pt x="1041470" y="206526"/>
                    </a:lnTo>
                    <a:lnTo>
                      <a:pt x="1043378" y="189342"/>
                    </a:lnTo>
                    <a:lnTo>
                      <a:pt x="1045334" y="172850"/>
                    </a:lnTo>
                    <a:lnTo>
                      <a:pt x="1047290" y="157054"/>
                    </a:lnTo>
                    <a:lnTo>
                      <a:pt x="1049199" y="141967"/>
                    </a:lnTo>
                    <a:lnTo>
                      <a:pt x="1051154" y="127595"/>
                    </a:lnTo>
                    <a:lnTo>
                      <a:pt x="1053064" y="113957"/>
                    </a:lnTo>
                    <a:lnTo>
                      <a:pt x="1055019" y="101048"/>
                    </a:lnTo>
                    <a:lnTo>
                      <a:pt x="1056928" y="88888"/>
                    </a:lnTo>
                    <a:lnTo>
                      <a:pt x="1058884" y="77475"/>
                    </a:lnTo>
                    <a:lnTo>
                      <a:pt x="1060793" y="66825"/>
                    </a:lnTo>
                    <a:lnTo>
                      <a:pt x="1062748" y="56937"/>
                    </a:lnTo>
                    <a:lnTo>
                      <a:pt x="1064657" y="47821"/>
                    </a:lnTo>
                    <a:lnTo>
                      <a:pt x="1066613" y="39487"/>
                    </a:lnTo>
                    <a:lnTo>
                      <a:pt x="1068522" y="31929"/>
                    </a:lnTo>
                    <a:lnTo>
                      <a:pt x="1070477" y="25163"/>
                    </a:lnTo>
                    <a:lnTo>
                      <a:pt x="1072433" y="19192"/>
                    </a:lnTo>
                    <a:lnTo>
                      <a:pt x="1074342" y="14012"/>
                    </a:lnTo>
                    <a:lnTo>
                      <a:pt x="1076298" y="9633"/>
                    </a:lnTo>
                    <a:lnTo>
                      <a:pt x="1078207" y="6054"/>
                    </a:lnTo>
                    <a:lnTo>
                      <a:pt x="1080162" y="3281"/>
                    </a:lnTo>
                    <a:lnTo>
                      <a:pt x="1082071" y="1313"/>
                    </a:lnTo>
                    <a:lnTo>
                      <a:pt x="1084027" y="150"/>
                    </a:lnTo>
                    <a:lnTo>
                      <a:pt x="1085935" y="-202"/>
                    </a:lnTo>
                    <a:lnTo>
                      <a:pt x="1087891" y="250"/>
                    </a:lnTo>
                    <a:lnTo>
                      <a:pt x="1089800" y="1513"/>
                    </a:lnTo>
                    <a:lnTo>
                      <a:pt x="1091756" y="3581"/>
                    </a:lnTo>
                    <a:lnTo>
                      <a:pt x="1093711" y="6455"/>
                    </a:lnTo>
                    <a:lnTo>
                      <a:pt x="1095621" y="10133"/>
                    </a:lnTo>
                    <a:lnTo>
                      <a:pt x="1097576" y="14613"/>
                    </a:lnTo>
                    <a:lnTo>
                      <a:pt x="1099485" y="19893"/>
                    </a:lnTo>
                    <a:lnTo>
                      <a:pt x="1101441" y="25968"/>
                    </a:lnTo>
                    <a:lnTo>
                      <a:pt x="1103349" y="32835"/>
                    </a:lnTo>
                    <a:lnTo>
                      <a:pt x="1105305" y="40483"/>
                    </a:lnTo>
                    <a:lnTo>
                      <a:pt x="1107214" y="48917"/>
                    </a:lnTo>
                    <a:lnTo>
                      <a:pt x="1109169" y="58128"/>
                    </a:lnTo>
                    <a:lnTo>
                      <a:pt x="1111079" y="68111"/>
                    </a:lnTo>
                    <a:lnTo>
                      <a:pt x="1113034" y="78862"/>
                    </a:lnTo>
                    <a:lnTo>
                      <a:pt x="1114943" y="90365"/>
                    </a:lnTo>
                    <a:lnTo>
                      <a:pt x="1116899" y="102621"/>
                    </a:lnTo>
                    <a:lnTo>
                      <a:pt x="1118855" y="115620"/>
                    </a:lnTo>
                    <a:lnTo>
                      <a:pt x="1120763" y="129354"/>
                    </a:lnTo>
                    <a:lnTo>
                      <a:pt x="1122719" y="143811"/>
                    </a:lnTo>
                    <a:lnTo>
                      <a:pt x="1124628" y="158988"/>
                    </a:lnTo>
                    <a:lnTo>
                      <a:pt x="1126583" y="174871"/>
                    </a:lnTo>
                    <a:lnTo>
                      <a:pt x="1128492" y="191454"/>
                    </a:lnTo>
                    <a:lnTo>
                      <a:pt x="1130448" y="208723"/>
                    </a:lnTo>
                    <a:lnTo>
                      <a:pt x="1132357" y="226663"/>
                    </a:lnTo>
                    <a:lnTo>
                      <a:pt x="1134313" y="245272"/>
                    </a:lnTo>
                    <a:lnTo>
                      <a:pt x="1136222" y="264532"/>
                    </a:lnTo>
                    <a:lnTo>
                      <a:pt x="1138178" y="284432"/>
                    </a:lnTo>
                    <a:lnTo>
                      <a:pt x="1140133" y="304960"/>
                    </a:lnTo>
                    <a:lnTo>
                      <a:pt x="1142042" y="326103"/>
                    </a:lnTo>
                    <a:lnTo>
                      <a:pt x="1143998" y="347847"/>
                    </a:lnTo>
                    <a:lnTo>
                      <a:pt x="1145906" y="370181"/>
                    </a:lnTo>
                    <a:lnTo>
                      <a:pt x="1147862" y="393088"/>
                    </a:lnTo>
                    <a:lnTo>
                      <a:pt x="1149771" y="416551"/>
                    </a:lnTo>
                    <a:lnTo>
                      <a:pt x="1151726" y="440563"/>
                    </a:lnTo>
                    <a:lnTo>
                      <a:pt x="1153636" y="465099"/>
                    </a:lnTo>
                    <a:lnTo>
                      <a:pt x="1155591" y="490154"/>
                    </a:lnTo>
                    <a:lnTo>
                      <a:pt x="1157500" y="515700"/>
                    </a:lnTo>
                    <a:lnTo>
                      <a:pt x="1159456" y="541733"/>
                    </a:lnTo>
                    <a:lnTo>
                      <a:pt x="1161365" y="568227"/>
                    </a:lnTo>
                    <a:lnTo>
                      <a:pt x="1163320" y="595174"/>
                    </a:lnTo>
                    <a:lnTo>
                      <a:pt x="1165276" y="622550"/>
                    </a:lnTo>
                    <a:lnTo>
                      <a:pt x="1167185" y="650341"/>
                    </a:lnTo>
                    <a:lnTo>
                      <a:pt x="1169140" y="678522"/>
                    </a:lnTo>
                    <a:lnTo>
                      <a:pt x="1171049" y="707089"/>
                    </a:lnTo>
                    <a:lnTo>
                      <a:pt x="1173005" y="736014"/>
                    </a:lnTo>
                    <a:lnTo>
                      <a:pt x="1174914" y="765277"/>
                    </a:lnTo>
                    <a:lnTo>
                      <a:pt x="1176870" y="794869"/>
                    </a:lnTo>
                    <a:lnTo>
                      <a:pt x="1178779" y="824766"/>
                    </a:lnTo>
                    <a:lnTo>
                      <a:pt x="1180734" y="854943"/>
                    </a:lnTo>
                    <a:lnTo>
                      <a:pt x="1182643" y="885393"/>
                    </a:lnTo>
                    <a:lnTo>
                      <a:pt x="1184599" y="916086"/>
                    </a:lnTo>
                    <a:lnTo>
                      <a:pt x="1186554" y="947012"/>
                    </a:lnTo>
                    <a:lnTo>
                      <a:pt x="1188463" y="978143"/>
                    </a:lnTo>
                    <a:lnTo>
                      <a:pt x="1190419" y="1009459"/>
                    </a:lnTo>
                    <a:lnTo>
                      <a:pt x="1192328" y="1040952"/>
                    </a:lnTo>
                    <a:lnTo>
                      <a:pt x="1194283" y="1072589"/>
                    </a:lnTo>
                    <a:lnTo>
                      <a:pt x="1196193" y="1104358"/>
                    </a:lnTo>
                    <a:lnTo>
                      <a:pt x="1198148" y="1136232"/>
                    </a:lnTo>
                    <a:lnTo>
                      <a:pt x="1200057" y="1168197"/>
                    </a:lnTo>
                    <a:lnTo>
                      <a:pt x="1202013" y="1200229"/>
                    </a:lnTo>
                    <a:lnTo>
                      <a:pt x="1203922" y="1232313"/>
                    </a:lnTo>
                    <a:lnTo>
                      <a:pt x="1205877" y="1264421"/>
                    </a:lnTo>
                    <a:lnTo>
                      <a:pt x="1207786" y="1296538"/>
                    </a:lnTo>
                    <a:lnTo>
                      <a:pt x="1209742" y="1328646"/>
                    </a:lnTo>
                    <a:lnTo>
                      <a:pt x="1211697" y="1360715"/>
                    </a:lnTo>
                    <a:lnTo>
                      <a:pt x="1213606" y="1392733"/>
                    </a:lnTo>
                    <a:lnTo>
                      <a:pt x="1215562" y="1424679"/>
                    </a:lnTo>
                    <a:lnTo>
                      <a:pt x="1217471" y="1456529"/>
                    </a:lnTo>
                    <a:lnTo>
                      <a:pt x="1219427" y="1488270"/>
                    </a:lnTo>
                    <a:lnTo>
                      <a:pt x="1221336" y="1519873"/>
                    </a:lnTo>
                    <a:lnTo>
                      <a:pt x="1223291" y="1551318"/>
                    </a:lnTo>
                    <a:lnTo>
                      <a:pt x="1225200" y="1582592"/>
                    </a:lnTo>
                    <a:lnTo>
                      <a:pt x="1227156" y="1613675"/>
                    </a:lnTo>
                    <a:lnTo>
                      <a:pt x="1229064" y="1644544"/>
                    </a:lnTo>
                    <a:lnTo>
                      <a:pt x="1231020" y="1675180"/>
                    </a:lnTo>
                    <a:lnTo>
                      <a:pt x="1232976" y="1705562"/>
                    </a:lnTo>
                    <a:lnTo>
                      <a:pt x="1234885" y="1735674"/>
                    </a:lnTo>
                    <a:lnTo>
                      <a:pt x="1236840" y="1765494"/>
                    </a:lnTo>
                    <a:lnTo>
                      <a:pt x="1238750" y="1795005"/>
                    </a:lnTo>
                    <a:lnTo>
                      <a:pt x="1240705" y="1824187"/>
                    </a:lnTo>
                    <a:lnTo>
                      <a:pt x="1242614" y="1853021"/>
                    </a:lnTo>
                    <a:lnTo>
                      <a:pt x="1244570" y="1881493"/>
                    </a:lnTo>
                    <a:lnTo>
                      <a:pt x="1246478" y="1909579"/>
                    </a:lnTo>
                    <a:lnTo>
                      <a:pt x="1248434" y="1937269"/>
                    </a:lnTo>
                    <a:lnTo>
                      <a:pt x="1250343" y="1964536"/>
                    </a:lnTo>
                    <a:lnTo>
                      <a:pt x="1252298" y="1991373"/>
                    </a:lnTo>
                    <a:lnTo>
                      <a:pt x="1254208" y="2017753"/>
                    </a:lnTo>
                    <a:lnTo>
                      <a:pt x="1256163" y="2043666"/>
                    </a:lnTo>
                    <a:lnTo>
                      <a:pt x="1258119" y="2069093"/>
                    </a:lnTo>
                    <a:lnTo>
                      <a:pt x="1260028" y="2094016"/>
                    </a:lnTo>
                    <a:lnTo>
                      <a:pt x="1261983" y="2118423"/>
                    </a:lnTo>
                    <a:lnTo>
                      <a:pt x="1263893" y="2142301"/>
                    </a:lnTo>
                    <a:lnTo>
                      <a:pt x="1265848" y="2165627"/>
                    </a:lnTo>
                    <a:lnTo>
                      <a:pt x="1267757" y="2188390"/>
                    </a:lnTo>
                    <a:lnTo>
                      <a:pt x="1269713" y="2210577"/>
                    </a:lnTo>
                    <a:lnTo>
                      <a:pt x="1271621" y="2232172"/>
                    </a:lnTo>
                    <a:lnTo>
                      <a:pt x="1273577" y="2253163"/>
                    </a:lnTo>
                    <a:lnTo>
                      <a:pt x="1275486" y="2273534"/>
                    </a:lnTo>
                    <a:lnTo>
                      <a:pt x="1277442" y="2293276"/>
                    </a:lnTo>
                    <a:lnTo>
                      <a:pt x="1279397" y="2312375"/>
                    </a:lnTo>
                    <a:lnTo>
                      <a:pt x="1281306" y="2330817"/>
                    </a:lnTo>
                    <a:lnTo>
                      <a:pt x="1283262" y="2348596"/>
                    </a:lnTo>
                    <a:lnTo>
                      <a:pt x="1285171" y="2365688"/>
                    </a:lnTo>
                    <a:lnTo>
                      <a:pt x="1287127" y="2382100"/>
                    </a:lnTo>
                    <a:lnTo>
                      <a:pt x="1289035" y="2397805"/>
                    </a:lnTo>
                    <a:lnTo>
                      <a:pt x="1290991" y="2412802"/>
                    </a:lnTo>
                    <a:lnTo>
                      <a:pt x="1292900" y="2427083"/>
                    </a:lnTo>
                    <a:lnTo>
                      <a:pt x="1294855" y="2440635"/>
                    </a:lnTo>
                    <a:lnTo>
                      <a:pt x="1296765" y="2453448"/>
                    </a:lnTo>
                    <a:lnTo>
                      <a:pt x="1298720" y="2465514"/>
                    </a:lnTo>
                    <a:lnTo>
                      <a:pt x="1300629" y="2476831"/>
                    </a:lnTo>
                    <a:lnTo>
                      <a:pt x="1302585" y="2487386"/>
                    </a:lnTo>
                    <a:lnTo>
                      <a:pt x="1304540" y="2497179"/>
                    </a:lnTo>
                    <a:lnTo>
                      <a:pt x="1306449" y="2506194"/>
                    </a:lnTo>
                    <a:lnTo>
                      <a:pt x="1308405" y="2514433"/>
                    </a:lnTo>
                    <a:lnTo>
                      <a:pt x="1310314" y="2521891"/>
                    </a:lnTo>
                    <a:lnTo>
                      <a:pt x="1312269" y="2528557"/>
                    </a:lnTo>
                    <a:lnTo>
                      <a:pt x="1314178" y="2534433"/>
                    </a:lnTo>
                    <a:lnTo>
                      <a:pt x="1316134" y="2539513"/>
                    </a:lnTo>
                    <a:lnTo>
                      <a:pt x="1318043" y="2543792"/>
                    </a:lnTo>
                    <a:lnTo>
                      <a:pt x="1319999" y="2547270"/>
                    </a:lnTo>
                    <a:lnTo>
                      <a:pt x="1321908" y="2549943"/>
                    </a:lnTo>
                    <a:lnTo>
                      <a:pt x="1323863" y="2551812"/>
                    </a:lnTo>
                    <a:lnTo>
                      <a:pt x="1325772" y="2552874"/>
                    </a:lnTo>
                    <a:lnTo>
                      <a:pt x="1327728" y="2553127"/>
                    </a:lnTo>
                    <a:lnTo>
                      <a:pt x="1329684" y="2552569"/>
                    </a:lnTo>
                    <a:lnTo>
                      <a:pt x="1331592" y="2551206"/>
                    </a:lnTo>
                    <a:lnTo>
                      <a:pt x="1333548" y="2549038"/>
                    </a:lnTo>
                    <a:lnTo>
                      <a:pt x="1335457" y="2546060"/>
                    </a:lnTo>
                    <a:lnTo>
                      <a:pt x="1337412" y="2542281"/>
                    </a:lnTo>
                    <a:lnTo>
                      <a:pt x="1339322" y="2537702"/>
                    </a:lnTo>
                    <a:lnTo>
                      <a:pt x="1341277" y="2532327"/>
                    </a:lnTo>
                    <a:lnTo>
                      <a:pt x="1343186" y="2526151"/>
                    </a:lnTo>
                    <a:lnTo>
                      <a:pt x="1345142" y="2519189"/>
                    </a:lnTo>
                    <a:lnTo>
                      <a:pt x="1347051" y="2511436"/>
                    </a:lnTo>
                    <a:lnTo>
                      <a:pt x="1349006" y="2502906"/>
                    </a:lnTo>
                    <a:lnTo>
                      <a:pt x="1350962" y="2493600"/>
                    </a:lnTo>
                    <a:lnTo>
                      <a:pt x="1352871" y="2483517"/>
                    </a:lnTo>
                    <a:lnTo>
                      <a:pt x="1354826" y="2472676"/>
                    </a:lnTo>
                    <a:lnTo>
                      <a:pt x="1356735" y="2461078"/>
                    </a:lnTo>
                    <a:lnTo>
                      <a:pt x="1358691" y="2448726"/>
                    </a:lnTo>
                    <a:lnTo>
                      <a:pt x="1360600" y="2435636"/>
                    </a:lnTo>
                    <a:lnTo>
                      <a:pt x="1362555" y="2421813"/>
                    </a:lnTo>
                    <a:lnTo>
                      <a:pt x="1364465" y="2407265"/>
                    </a:lnTo>
                    <a:lnTo>
                      <a:pt x="1366420" y="2391997"/>
                    </a:lnTo>
                    <a:lnTo>
                      <a:pt x="1368329" y="2376029"/>
                    </a:lnTo>
                    <a:lnTo>
                      <a:pt x="1370285" y="2359360"/>
                    </a:lnTo>
                    <a:lnTo>
                      <a:pt x="1372193" y="2342005"/>
                    </a:lnTo>
                    <a:lnTo>
                      <a:pt x="1374149" y="2323979"/>
                    </a:lnTo>
                    <a:lnTo>
                      <a:pt x="1376105" y="2305289"/>
                    </a:lnTo>
                    <a:lnTo>
                      <a:pt x="1378014" y="2285947"/>
                    </a:lnTo>
                    <a:lnTo>
                      <a:pt x="1379969" y="2265972"/>
                    </a:lnTo>
                    <a:lnTo>
                      <a:pt x="1381878" y="2245363"/>
                    </a:lnTo>
                    <a:lnTo>
                      <a:pt x="1383834" y="2224143"/>
                    </a:lnTo>
                    <a:lnTo>
                      <a:pt x="1385743" y="2202323"/>
                    </a:lnTo>
                    <a:lnTo>
                      <a:pt x="1387699" y="2179922"/>
                    </a:lnTo>
                    <a:lnTo>
                      <a:pt x="1389608" y="2156945"/>
                    </a:lnTo>
                    <a:lnTo>
                      <a:pt x="1391563" y="2133409"/>
                    </a:lnTo>
                    <a:lnTo>
                      <a:pt x="1393472" y="2109331"/>
                    </a:lnTo>
                    <a:lnTo>
                      <a:pt x="1395428" y="2084728"/>
                    </a:lnTo>
                    <a:lnTo>
                      <a:pt x="1397383" y="2059616"/>
                    </a:lnTo>
                    <a:lnTo>
                      <a:pt x="1399292" y="2034003"/>
                    </a:lnTo>
                    <a:lnTo>
                      <a:pt x="1401248" y="2007913"/>
                    </a:lnTo>
                    <a:lnTo>
                      <a:pt x="1403157" y="1981362"/>
                    </a:lnTo>
                    <a:lnTo>
                      <a:pt x="1405112" y="1954362"/>
                    </a:lnTo>
                    <a:lnTo>
                      <a:pt x="1407022" y="1926934"/>
                    </a:lnTo>
                    <a:lnTo>
                      <a:pt x="1408977" y="1899096"/>
                    </a:lnTo>
                    <a:lnTo>
                      <a:pt x="1410886" y="1870862"/>
                    </a:lnTo>
                    <a:lnTo>
                      <a:pt x="1412842" y="1842252"/>
                    </a:lnTo>
                    <a:lnTo>
                      <a:pt x="1414750" y="1813279"/>
                    </a:lnTo>
                    <a:lnTo>
                      <a:pt x="1416706" y="1783973"/>
                    </a:lnTo>
                    <a:lnTo>
                      <a:pt x="1418615" y="1754344"/>
                    </a:lnTo>
                    <a:lnTo>
                      <a:pt x="1420571" y="1724413"/>
                    </a:lnTo>
                    <a:lnTo>
                      <a:pt x="1422526" y="1694197"/>
                    </a:lnTo>
                    <a:lnTo>
                      <a:pt x="1424435" y="1663719"/>
                    </a:lnTo>
                    <a:lnTo>
                      <a:pt x="1426391" y="1632993"/>
                    </a:lnTo>
                    <a:lnTo>
                      <a:pt x="1428300" y="1602044"/>
                    </a:lnTo>
                    <a:lnTo>
                      <a:pt x="1430256" y="1570889"/>
                    </a:lnTo>
                    <a:lnTo>
                      <a:pt x="1432164" y="1539543"/>
                    </a:lnTo>
                    <a:lnTo>
                      <a:pt x="1434120" y="1508036"/>
                    </a:lnTo>
                    <a:lnTo>
                      <a:pt x="1436029" y="1476381"/>
                    </a:lnTo>
                    <a:lnTo>
                      <a:pt x="1437984" y="1444597"/>
                    </a:lnTo>
                    <a:lnTo>
                      <a:pt x="1439894" y="1412708"/>
                    </a:lnTo>
                    <a:lnTo>
                      <a:pt x="1441849" y="1380734"/>
                    </a:lnTo>
                    <a:lnTo>
                      <a:pt x="1443804" y="1348693"/>
                    </a:lnTo>
                    <a:lnTo>
                      <a:pt x="1445714" y="1316609"/>
                    </a:lnTo>
                    <a:lnTo>
                      <a:pt x="1447669" y="1284496"/>
                    </a:lnTo>
                    <a:lnTo>
                      <a:pt x="1449579" y="1252379"/>
                    </a:lnTo>
                    <a:lnTo>
                      <a:pt x="1451534" y="1220276"/>
                    </a:lnTo>
                    <a:lnTo>
                      <a:pt x="1453443" y="1188211"/>
                    </a:lnTo>
                    <a:lnTo>
                      <a:pt x="1455399" y="1156203"/>
                    </a:lnTo>
                    <a:lnTo>
                      <a:pt x="1457307" y="1124267"/>
                    </a:lnTo>
                    <a:lnTo>
                      <a:pt x="1459263" y="1092431"/>
                    </a:lnTo>
                    <a:lnTo>
                      <a:pt x="1461172" y="1060709"/>
                    </a:lnTo>
                    <a:lnTo>
                      <a:pt x="1463127" y="1029125"/>
                    </a:lnTo>
                    <a:lnTo>
                      <a:pt x="1465037" y="997694"/>
                    </a:lnTo>
                    <a:lnTo>
                      <a:pt x="1466992" y="966444"/>
                    </a:lnTo>
                    <a:lnTo>
                      <a:pt x="1468948" y="935389"/>
                    </a:lnTo>
                    <a:lnTo>
                      <a:pt x="1470857" y="904549"/>
                    </a:lnTo>
                    <a:lnTo>
                      <a:pt x="1472813" y="873942"/>
                    </a:lnTo>
                    <a:lnTo>
                      <a:pt x="1474721" y="843593"/>
                    </a:lnTo>
                    <a:lnTo>
                      <a:pt x="1476677" y="813520"/>
                    </a:lnTo>
                    <a:lnTo>
                      <a:pt x="1478586" y="783737"/>
                    </a:lnTo>
                    <a:lnTo>
                      <a:pt x="1480541" y="754265"/>
                    </a:lnTo>
                    <a:lnTo>
                      <a:pt x="1482450" y="725126"/>
                    </a:lnTo>
                    <a:lnTo>
                      <a:pt x="1484406" y="696334"/>
                    </a:lnTo>
                    <a:lnTo>
                      <a:pt x="1486315" y="667910"/>
                    </a:lnTo>
                    <a:lnTo>
                      <a:pt x="1488271" y="639872"/>
                    </a:lnTo>
                    <a:lnTo>
                      <a:pt x="1490226" y="612234"/>
                    </a:lnTo>
                    <a:lnTo>
                      <a:pt x="1492135" y="585020"/>
                    </a:lnTo>
                    <a:lnTo>
                      <a:pt x="1494091" y="558239"/>
                    </a:lnTo>
                    <a:lnTo>
                      <a:pt x="1496000" y="531916"/>
                    </a:lnTo>
                    <a:lnTo>
                      <a:pt x="1497955" y="506065"/>
                    </a:lnTo>
                    <a:lnTo>
                      <a:pt x="1499864" y="480700"/>
                    </a:lnTo>
                    <a:lnTo>
                      <a:pt x="1501820" y="455835"/>
                    </a:lnTo>
                    <a:lnTo>
                      <a:pt x="1503729" y="431495"/>
                    </a:lnTo>
                    <a:lnTo>
                      <a:pt x="1505684" y="407688"/>
                    </a:lnTo>
                    <a:lnTo>
                      <a:pt x="1507594" y="384434"/>
                    </a:lnTo>
                    <a:lnTo>
                      <a:pt x="1509549" y="361737"/>
                    </a:lnTo>
                    <a:lnTo>
                      <a:pt x="1511458" y="339627"/>
                    </a:lnTo>
                    <a:lnTo>
                      <a:pt x="1513414" y="318103"/>
                    </a:lnTo>
                    <a:lnTo>
                      <a:pt x="1515369" y="297188"/>
                    </a:lnTo>
                    <a:lnTo>
                      <a:pt x="1517278" y="276893"/>
                    </a:lnTo>
                    <a:lnTo>
                      <a:pt x="1519234" y="257232"/>
                    </a:lnTo>
                    <a:lnTo>
                      <a:pt x="1521143" y="238219"/>
                    </a:lnTo>
                    <a:lnTo>
                      <a:pt x="1523098" y="219859"/>
                    </a:lnTo>
                    <a:lnTo>
                      <a:pt x="1525007" y="202166"/>
                    </a:lnTo>
                    <a:lnTo>
                      <a:pt x="1526963" y="185154"/>
                    </a:lnTo>
                    <a:lnTo>
                      <a:pt x="1528872" y="168833"/>
                    </a:lnTo>
                    <a:lnTo>
                      <a:pt x="1530828" y="153213"/>
                    </a:lnTo>
                    <a:lnTo>
                      <a:pt x="1532737" y="138307"/>
                    </a:lnTo>
                    <a:lnTo>
                      <a:pt x="1534692" y="124117"/>
                    </a:lnTo>
                    <a:lnTo>
                      <a:pt x="1536648" y="110660"/>
                    </a:lnTo>
                    <a:lnTo>
                      <a:pt x="1538557" y="97937"/>
                    </a:lnTo>
                    <a:lnTo>
                      <a:pt x="1540512" y="85962"/>
                    </a:lnTo>
                    <a:lnTo>
                      <a:pt x="1542421" y="74740"/>
                    </a:lnTo>
                    <a:lnTo>
                      <a:pt x="1544377" y="64280"/>
                    </a:lnTo>
                    <a:lnTo>
                      <a:pt x="1546286" y="54588"/>
                    </a:lnTo>
                    <a:lnTo>
                      <a:pt x="1548241" y="45663"/>
                    </a:lnTo>
                    <a:lnTo>
                      <a:pt x="1550151" y="37524"/>
                    </a:lnTo>
                    <a:lnTo>
                      <a:pt x="1552106" y="30166"/>
                    </a:lnTo>
                    <a:lnTo>
                      <a:pt x="1554015" y="23595"/>
                    </a:lnTo>
                    <a:lnTo>
                      <a:pt x="1555971" y="17820"/>
                    </a:lnTo>
                    <a:lnTo>
                      <a:pt x="1557879" y="12840"/>
                    </a:lnTo>
                    <a:lnTo>
                      <a:pt x="1559835" y="8661"/>
                    </a:lnTo>
                    <a:lnTo>
                      <a:pt x="1561791" y="5282"/>
                    </a:lnTo>
                    <a:lnTo>
                      <a:pt x="1563699" y="2709"/>
                    </a:lnTo>
                    <a:lnTo>
                      <a:pt x="1565655" y="946"/>
                    </a:lnTo>
                    <a:lnTo>
                      <a:pt x="1567564" y="-16"/>
                    </a:lnTo>
                    <a:lnTo>
                      <a:pt x="1569520" y="-164"/>
                    </a:lnTo>
                    <a:lnTo>
                      <a:pt x="1571429" y="489"/>
                    </a:lnTo>
                    <a:lnTo>
                      <a:pt x="1573385" y="1956"/>
                    </a:lnTo>
                    <a:lnTo>
                      <a:pt x="1575294" y="4225"/>
                    </a:lnTo>
                    <a:lnTo>
                      <a:pt x="1577249" y="7303"/>
                    </a:lnTo>
                    <a:lnTo>
                      <a:pt x="1579158" y="11182"/>
                    </a:lnTo>
                    <a:lnTo>
                      <a:pt x="1581114" y="15861"/>
                    </a:lnTo>
                    <a:lnTo>
                      <a:pt x="1583069" y="21336"/>
                    </a:lnTo>
                    <a:lnTo>
                      <a:pt x="1584978" y="27607"/>
                    </a:lnTo>
                    <a:lnTo>
                      <a:pt x="1586934" y="34674"/>
                    </a:lnTo>
                    <a:lnTo>
                      <a:pt x="1588843" y="42522"/>
                    </a:lnTo>
                    <a:lnTo>
                      <a:pt x="1590798" y="51147"/>
                    </a:lnTo>
                    <a:lnTo>
                      <a:pt x="1592708" y="60554"/>
                    </a:lnTo>
                    <a:lnTo>
                      <a:pt x="1594663" y="70728"/>
                    </a:lnTo>
                    <a:lnTo>
                      <a:pt x="1596572" y="81664"/>
                    </a:lnTo>
                    <a:lnTo>
                      <a:pt x="1598528" y="93357"/>
                    </a:lnTo>
                    <a:lnTo>
                      <a:pt x="1600436" y="105804"/>
                    </a:lnTo>
                    <a:lnTo>
                      <a:pt x="1602392" y="118985"/>
                    </a:lnTo>
                    <a:lnTo>
                      <a:pt x="1604301" y="132899"/>
                    </a:lnTo>
                    <a:lnTo>
                      <a:pt x="1606256" y="147542"/>
                    </a:lnTo>
                    <a:lnTo>
                      <a:pt x="1608212" y="162896"/>
                    </a:lnTo>
                    <a:lnTo>
                      <a:pt x="1610121" y="178954"/>
                    </a:lnTo>
                    <a:lnTo>
                      <a:pt x="1612077" y="195709"/>
                    </a:lnTo>
                    <a:lnTo>
                      <a:pt x="1613986" y="213145"/>
                    </a:lnTo>
                    <a:lnTo>
                      <a:pt x="1615942" y="231252"/>
                    </a:lnTo>
                    <a:lnTo>
                      <a:pt x="1617850" y="250027"/>
                    </a:lnTo>
                    <a:lnTo>
                      <a:pt x="1619806" y="269445"/>
                    </a:lnTo>
                    <a:lnTo>
                      <a:pt x="1621715" y="289507"/>
                    </a:lnTo>
                    <a:lnTo>
                      <a:pt x="1623670" y="310188"/>
                    </a:lnTo>
                    <a:lnTo>
                      <a:pt x="1625579" y="331483"/>
                    </a:lnTo>
                    <a:lnTo>
                      <a:pt x="1627535" y="353379"/>
                    </a:lnTo>
                    <a:lnTo>
                      <a:pt x="1629490" y="375857"/>
                    </a:lnTo>
                    <a:lnTo>
                      <a:pt x="1631400" y="398901"/>
                    </a:lnTo>
                    <a:lnTo>
                      <a:pt x="1633355" y="422503"/>
                    </a:lnTo>
                    <a:lnTo>
                      <a:pt x="1635264" y="446648"/>
                    </a:lnTo>
                    <a:lnTo>
                      <a:pt x="1637220" y="471318"/>
                    </a:lnTo>
                    <a:lnTo>
                      <a:pt x="1639129" y="496492"/>
                    </a:lnTo>
                    <a:lnTo>
                      <a:pt x="1641084" y="522167"/>
                    </a:lnTo>
                    <a:lnTo>
                      <a:pt x="1642993" y="548313"/>
                    </a:lnTo>
                    <a:lnTo>
                      <a:pt x="1644949" y="574922"/>
                    </a:lnTo>
                    <a:lnTo>
                      <a:pt x="1646858" y="601979"/>
                    </a:lnTo>
                    <a:lnTo>
                      <a:pt x="1648813" y="629460"/>
                    </a:lnTo>
                    <a:lnTo>
                      <a:pt x="1650723" y="657350"/>
                    </a:lnTo>
                    <a:lnTo>
                      <a:pt x="1652678" y="685632"/>
                    </a:lnTo>
                    <a:lnTo>
                      <a:pt x="1654634" y="714285"/>
                    </a:lnTo>
                    <a:lnTo>
                      <a:pt x="1656543" y="743300"/>
                    </a:lnTo>
                    <a:lnTo>
                      <a:pt x="1658499" y="772649"/>
                    </a:lnTo>
                    <a:lnTo>
                      <a:pt x="1660407" y="802317"/>
                    </a:lnTo>
                    <a:lnTo>
                      <a:pt x="1662363" y="832280"/>
                    </a:lnTo>
                    <a:lnTo>
                      <a:pt x="1664272" y="862530"/>
                    </a:lnTo>
                    <a:lnTo>
                      <a:pt x="1666227" y="893041"/>
                    </a:lnTo>
                    <a:lnTo>
                      <a:pt x="1668136" y="923796"/>
                    </a:lnTo>
                    <a:lnTo>
                      <a:pt x="1670092" y="954774"/>
                    </a:lnTo>
                    <a:lnTo>
                      <a:pt x="1672001" y="985953"/>
                    </a:lnTo>
                    <a:lnTo>
                      <a:pt x="1673957" y="1017317"/>
                    </a:lnTo>
                    <a:lnTo>
                      <a:pt x="1675912" y="1048848"/>
                    </a:lnTo>
                    <a:lnTo>
                      <a:pt x="1677821" y="1080518"/>
                    </a:lnTo>
                    <a:lnTo>
                      <a:pt x="1679777" y="1112316"/>
                    </a:lnTo>
                    <a:lnTo>
                      <a:pt x="1681686" y="1144214"/>
                    </a:lnTo>
                    <a:lnTo>
                      <a:pt x="1683641" y="1176198"/>
                    </a:lnTo>
                    <a:lnTo>
                      <a:pt x="1685550" y="1208249"/>
                    </a:lnTo>
                    <a:lnTo>
                      <a:pt x="1687506" y="1240337"/>
                    </a:lnTo>
                    <a:lnTo>
                      <a:pt x="1689415" y="1272450"/>
                    </a:lnTo>
                    <a:lnTo>
                      <a:pt x="1691370" y="1304567"/>
                    </a:lnTo>
                    <a:lnTo>
                      <a:pt x="1693280" y="1336666"/>
                    </a:lnTo>
                    <a:lnTo>
                      <a:pt x="1695235" y="1368726"/>
                    </a:lnTo>
                    <a:lnTo>
                      <a:pt x="1697144" y="1400729"/>
                    </a:lnTo>
                    <a:lnTo>
                      <a:pt x="1699100" y="1432651"/>
                    </a:lnTo>
                    <a:lnTo>
                      <a:pt x="1701055" y="1464477"/>
                    </a:lnTo>
                    <a:lnTo>
                      <a:pt x="1702964" y="1496180"/>
                    </a:lnTo>
                    <a:lnTo>
                      <a:pt x="1704920" y="1527750"/>
                    </a:lnTo>
                    <a:lnTo>
                      <a:pt x="1706829" y="1559157"/>
                    </a:lnTo>
                    <a:lnTo>
                      <a:pt x="1708784" y="1590383"/>
                    </a:lnTo>
                    <a:lnTo>
                      <a:pt x="1710693" y="1621414"/>
                    </a:lnTo>
                    <a:lnTo>
                      <a:pt x="1712649" y="1652226"/>
                    </a:lnTo>
                    <a:lnTo>
                      <a:pt x="1714558" y="1682799"/>
                    </a:lnTo>
                    <a:lnTo>
                      <a:pt x="1716514" y="1713115"/>
                    </a:lnTo>
                    <a:lnTo>
                      <a:pt x="1718423" y="1743155"/>
                    </a:lnTo>
                    <a:lnTo>
                      <a:pt x="1720378" y="1772899"/>
                    </a:lnTo>
                    <a:lnTo>
                      <a:pt x="1722334" y="1802329"/>
                    </a:lnTo>
                    <a:lnTo>
                      <a:pt x="1724243" y="1831430"/>
                    </a:lnTo>
                    <a:lnTo>
                      <a:pt x="1726198" y="1860173"/>
                    </a:lnTo>
                    <a:lnTo>
                      <a:pt x="1728107" y="1888550"/>
                    </a:lnTo>
                    <a:lnTo>
                      <a:pt x="1730063" y="1916541"/>
                    </a:lnTo>
                    <a:lnTo>
                      <a:pt x="1731972" y="1944127"/>
                    </a:lnTo>
                    <a:lnTo>
                      <a:pt x="1733927" y="1971288"/>
                    </a:lnTo>
                    <a:lnTo>
                      <a:pt x="1735837" y="1998011"/>
                    </a:lnTo>
                    <a:lnTo>
                      <a:pt x="1737792" y="2024277"/>
                    </a:lnTo>
                    <a:lnTo>
                      <a:pt x="1739701" y="2050066"/>
                    </a:lnTo>
                    <a:lnTo>
                      <a:pt x="1741657" y="2075369"/>
                    </a:lnTo>
                    <a:lnTo>
                      <a:pt x="1743565" y="2100167"/>
                    </a:lnTo>
                    <a:lnTo>
                      <a:pt x="1745521" y="2124446"/>
                    </a:lnTo>
                    <a:lnTo>
                      <a:pt x="1747477" y="2148181"/>
                    </a:lnTo>
                    <a:lnTo>
                      <a:pt x="1749385" y="2171369"/>
                    </a:lnTo>
                    <a:lnTo>
                      <a:pt x="1751341" y="2193989"/>
                    </a:lnTo>
                    <a:lnTo>
                      <a:pt x="1753250" y="2216033"/>
                    </a:lnTo>
                    <a:lnTo>
                      <a:pt x="1755206" y="2237476"/>
                    </a:lnTo>
                    <a:lnTo>
                      <a:pt x="1757115" y="2258314"/>
                    </a:lnTo>
                    <a:lnTo>
                      <a:pt x="1759071" y="2278533"/>
                    </a:lnTo>
                    <a:lnTo>
                      <a:pt x="1760979" y="2298113"/>
                    </a:lnTo>
                    <a:lnTo>
                      <a:pt x="1762935" y="2317050"/>
                    </a:lnTo>
                    <a:lnTo>
                      <a:pt x="1764844" y="2335324"/>
                    </a:lnTo>
                    <a:lnTo>
                      <a:pt x="1766799" y="2352932"/>
                    </a:lnTo>
                    <a:lnTo>
                      <a:pt x="1768755" y="2369858"/>
                    </a:lnTo>
                    <a:lnTo>
                      <a:pt x="1770664" y="2386093"/>
                    </a:lnTo>
                    <a:lnTo>
                      <a:pt x="1772619" y="2401622"/>
                    </a:lnTo>
                    <a:lnTo>
                      <a:pt x="1774529" y="2416442"/>
                    </a:lnTo>
                    <a:lnTo>
                      <a:pt x="1776484" y="2430538"/>
                    </a:lnTo>
                    <a:lnTo>
                      <a:pt x="1778394" y="2443904"/>
                    </a:lnTo>
                    <a:lnTo>
                      <a:pt x="1780349" y="2456532"/>
                    </a:lnTo>
                    <a:lnTo>
                      <a:pt x="1782258" y="2468416"/>
                    </a:lnTo>
                    <a:lnTo>
                      <a:pt x="1784214" y="2479543"/>
                    </a:lnTo>
                    <a:lnTo>
                      <a:pt x="1786122" y="2489907"/>
                    </a:lnTo>
                    <a:lnTo>
                      <a:pt x="1788078" y="2499504"/>
                    </a:lnTo>
                    <a:lnTo>
                      <a:pt x="1789987" y="2508329"/>
                    </a:lnTo>
                    <a:lnTo>
                      <a:pt x="1791942" y="2516373"/>
                    </a:lnTo>
                    <a:lnTo>
                      <a:pt x="1793898" y="2523635"/>
                    </a:lnTo>
                    <a:lnTo>
                      <a:pt x="1795807" y="2530101"/>
                    </a:lnTo>
                    <a:lnTo>
                      <a:pt x="1797763" y="2535781"/>
                    </a:lnTo>
                    <a:lnTo>
                      <a:pt x="1799672" y="2540661"/>
                    </a:lnTo>
                    <a:lnTo>
                      <a:pt x="1801627" y="2544740"/>
                    </a:lnTo>
                    <a:lnTo>
                      <a:pt x="1803536" y="2548014"/>
                    </a:lnTo>
                    <a:lnTo>
                      <a:pt x="1805492" y="2550487"/>
                    </a:lnTo>
                    <a:lnTo>
                      <a:pt x="1807401" y="2552155"/>
                    </a:lnTo>
                    <a:lnTo>
                      <a:pt x="1809356" y="2553012"/>
                    </a:lnTo>
                    <a:lnTo>
                      <a:pt x="1811265" y="2553060"/>
                    </a:lnTo>
                    <a:lnTo>
                      <a:pt x="1813221" y="2552307"/>
                    </a:lnTo>
                    <a:lnTo>
                      <a:pt x="1815176" y="2550740"/>
                    </a:lnTo>
                    <a:lnTo>
                      <a:pt x="1817086" y="2548366"/>
                    </a:lnTo>
                    <a:lnTo>
                      <a:pt x="1819041" y="2545193"/>
                    </a:lnTo>
                    <a:lnTo>
                      <a:pt x="1820950" y="2541214"/>
                    </a:lnTo>
                    <a:lnTo>
                      <a:pt x="1822906" y="2536434"/>
                    </a:lnTo>
                    <a:lnTo>
                      <a:pt x="1824815" y="2530854"/>
                    </a:lnTo>
                    <a:lnTo>
                      <a:pt x="1826770" y="2524483"/>
                    </a:lnTo>
                    <a:lnTo>
                      <a:pt x="1828679" y="2517326"/>
                    </a:lnTo>
                    <a:lnTo>
                      <a:pt x="1830635" y="2509377"/>
                    </a:lnTo>
                    <a:lnTo>
                      <a:pt x="1832544" y="2500652"/>
                    </a:lnTo>
                    <a:lnTo>
                      <a:pt x="1834499" y="2491151"/>
                    </a:lnTo>
                    <a:lnTo>
                      <a:pt x="1836409" y="2480882"/>
                    </a:lnTo>
                    <a:lnTo>
                      <a:pt x="1838364" y="2469846"/>
                    </a:lnTo>
                    <a:lnTo>
                      <a:pt x="1840320" y="2458061"/>
                    </a:lnTo>
                    <a:lnTo>
                      <a:pt x="1842229" y="2445524"/>
                    </a:lnTo>
                    <a:lnTo>
                      <a:pt x="1844184" y="2432248"/>
                    </a:lnTo>
                    <a:lnTo>
                      <a:pt x="1846093" y="2418243"/>
                    </a:lnTo>
                    <a:lnTo>
                      <a:pt x="1848049" y="2403514"/>
                    </a:lnTo>
                    <a:lnTo>
                      <a:pt x="1849958" y="2388070"/>
                    </a:lnTo>
                    <a:lnTo>
                      <a:pt x="1851913" y="2371926"/>
                    </a:lnTo>
                    <a:lnTo>
                      <a:pt x="1853822" y="2355086"/>
                    </a:lnTo>
                    <a:lnTo>
                      <a:pt x="1855778" y="2337564"/>
                    </a:lnTo>
                    <a:lnTo>
                      <a:pt x="1857687" y="2319371"/>
                    </a:lnTo>
                    <a:lnTo>
                      <a:pt x="1859643" y="2300515"/>
                    </a:lnTo>
                    <a:lnTo>
                      <a:pt x="1861598" y="2281016"/>
                    </a:lnTo>
                    <a:lnTo>
                      <a:pt x="1863507" y="2260878"/>
                    </a:lnTo>
                    <a:lnTo>
                      <a:pt x="1865463" y="2240116"/>
                    </a:lnTo>
                    <a:lnTo>
                      <a:pt x="1867372" y="2218744"/>
                    </a:lnTo>
                    <a:lnTo>
                      <a:pt x="1869327" y="2196777"/>
                    </a:lnTo>
                    <a:lnTo>
                      <a:pt x="1871236" y="2174228"/>
                    </a:lnTo>
                    <a:lnTo>
                      <a:pt x="1873192" y="2151112"/>
                    </a:lnTo>
                    <a:lnTo>
                      <a:pt x="1875101" y="2127438"/>
                    </a:lnTo>
                    <a:lnTo>
                      <a:pt x="1877056" y="2103231"/>
                    </a:lnTo>
                    <a:lnTo>
                      <a:pt x="1878966" y="2078500"/>
                    </a:lnTo>
                    <a:lnTo>
                      <a:pt x="1880921" y="2053259"/>
                    </a:lnTo>
                    <a:lnTo>
                      <a:pt x="1882830" y="2027527"/>
                    </a:lnTo>
                    <a:lnTo>
                      <a:pt x="1884786" y="2001318"/>
                    </a:lnTo>
                    <a:lnTo>
                      <a:pt x="1886741" y="1974652"/>
                    </a:lnTo>
                    <a:lnTo>
                      <a:pt x="1888650" y="1947543"/>
                    </a:lnTo>
                    <a:lnTo>
                      <a:pt x="1890606" y="1920010"/>
                    </a:lnTo>
                    <a:lnTo>
                      <a:pt x="1892514" y="1892072"/>
                    </a:lnTo>
                    <a:lnTo>
                      <a:pt x="1894470" y="1863743"/>
                    </a:lnTo>
                    <a:lnTo>
                      <a:pt x="1896379" y="1835042"/>
                    </a:lnTo>
                    <a:lnTo>
                      <a:pt x="1898335" y="1805984"/>
                    </a:lnTo>
                    <a:lnTo>
                      <a:pt x="1900244" y="1776597"/>
                    </a:lnTo>
                    <a:lnTo>
                      <a:pt x="1902199" y="1746891"/>
                    </a:lnTo>
                    <a:lnTo>
                      <a:pt x="1904109" y="1716884"/>
                    </a:lnTo>
                    <a:lnTo>
                      <a:pt x="1906064" y="1686602"/>
                    </a:lnTo>
                    <a:lnTo>
                      <a:pt x="1908020" y="1656062"/>
                    </a:lnTo>
                    <a:lnTo>
                      <a:pt x="1909929" y="1625279"/>
                    </a:lnTo>
                    <a:lnTo>
                      <a:pt x="1911884" y="1594271"/>
                    </a:lnTo>
                    <a:lnTo>
                      <a:pt x="1913793" y="1563069"/>
                    </a:lnTo>
                    <a:lnTo>
                      <a:pt x="1915749" y="1531681"/>
                    </a:lnTo>
                    <a:lnTo>
                      <a:pt x="1917658" y="1500135"/>
                    </a:lnTo>
                    <a:lnTo>
                      <a:pt x="1919613" y="1468447"/>
                    </a:lnTo>
                    <a:lnTo>
                      <a:pt x="1921522" y="1436634"/>
                    </a:lnTo>
                    <a:lnTo>
                      <a:pt x="1923478" y="1404722"/>
                    </a:lnTo>
                    <a:lnTo>
                      <a:pt x="1925387" y="1372728"/>
                    </a:lnTo>
                    <a:lnTo>
                      <a:pt x="1927343" y="1340678"/>
                    </a:lnTo>
                    <a:lnTo>
                      <a:pt x="1929251" y="1308584"/>
                    </a:lnTo>
                    <a:lnTo>
                      <a:pt x="1931207" y="1276467"/>
                    </a:lnTo>
                  </a:path>
                </a:pathLst>
              </a:custGeom>
              <a:noFill/>
              <a:ln w="47088" cap="flat">
                <a:solidFill>
                  <a:srgbClr val="BF8C8C"/>
                </a:solidFill>
                <a:prstDash val="solid"/>
                <a:round/>
              </a:ln>
            </p:spPr>
          </p:sp>
        </p:grp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CE468E10-DB20-889A-3DD6-E27F28C13A15}"/>
                </a:ext>
              </a:extLst>
            </p:cNvPr>
            <p:cNvSpPr txBox="1"/>
            <p:nvPr/>
          </p:nvSpPr>
          <p:spPr>
            <a:xfrm>
              <a:off x="-75900" y="4231902"/>
              <a:ext cx="26340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latin typeface="Arial" panose="020B0604020202020204" pitchFamily="34" charset="0"/>
                  <a:cs typeface="Arial" panose="020B0604020202020204" pitchFamily="34" charset="0"/>
                </a:rPr>
                <a:t>Orthogonal kernel</a:t>
              </a:r>
              <a:endParaRPr lang="zh-CN" altLang="en-US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1D50EDE1-793D-CE7E-CDCF-CE3331969D57}"/>
                </a:ext>
              </a:extLst>
            </p:cNvPr>
            <p:cNvSpPr txBox="1"/>
            <p:nvPr/>
          </p:nvSpPr>
          <p:spPr>
            <a:xfrm>
              <a:off x="1305147" y="1012798"/>
              <a:ext cx="133241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latin typeface="Arial" panose="020B0604020202020204" pitchFamily="34" charset="0"/>
                  <a:cs typeface="Arial" panose="020B0604020202020204" pitchFamily="34" charset="0"/>
                </a:rPr>
                <a:t>Encoder</a:t>
              </a:r>
              <a:endParaRPr lang="zh-CN" altLang="en-US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F24BF2DF-2122-CCFE-F0D0-EB816ABA00DF}"/>
                </a:ext>
              </a:extLst>
            </p:cNvPr>
            <p:cNvCxnSpPr>
              <a:stCxn id="77" idx="1"/>
            </p:cNvCxnSpPr>
            <p:nvPr/>
          </p:nvCxnSpPr>
          <p:spPr>
            <a:xfrm flipH="1">
              <a:off x="569686" y="1243631"/>
              <a:ext cx="735461" cy="405728"/>
            </a:xfrm>
            <a:prstGeom prst="straightConnector1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6E30C8E7-9C13-3BFC-C265-62A939D867DD}"/>
                </a:ext>
              </a:extLst>
            </p:cNvPr>
            <p:cNvSpPr txBox="1"/>
            <p:nvPr/>
          </p:nvSpPr>
          <p:spPr>
            <a:xfrm>
              <a:off x="2830191" y="1401022"/>
              <a:ext cx="9733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latin typeface="Arial" panose="020B0604020202020204" pitchFamily="34" charset="0"/>
                  <a:cs typeface="Arial" panose="020B0604020202020204" pitchFamily="34" charset="0"/>
                </a:rPr>
                <a:t>Noise</a:t>
              </a:r>
              <a:endParaRPr lang="zh-CN" altLang="en-US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18C97A85-FE4E-1F10-3FDA-1399338F58BB}"/>
                </a:ext>
              </a:extLst>
            </p:cNvPr>
            <p:cNvCxnSpPr>
              <a:cxnSpLocks/>
              <a:stCxn id="84" idx="3"/>
            </p:cNvCxnSpPr>
            <p:nvPr/>
          </p:nvCxnSpPr>
          <p:spPr>
            <a:xfrm>
              <a:off x="3803534" y="1631855"/>
              <a:ext cx="755766" cy="188880"/>
            </a:xfrm>
            <a:prstGeom prst="straightConnector1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32E5CC27-1901-E861-2B3A-EFA16146B500}"/>
                </a:ext>
              </a:extLst>
            </p:cNvPr>
            <p:cNvSpPr txBox="1"/>
            <p:nvPr/>
          </p:nvSpPr>
          <p:spPr>
            <a:xfrm>
              <a:off x="5687679" y="3660684"/>
              <a:ext cx="11608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latin typeface="Arial" panose="020B0604020202020204" pitchFamily="34" charset="0"/>
                  <a:cs typeface="Arial" panose="020B0604020202020204" pitchFamily="34" charset="0"/>
                </a:rPr>
                <a:t>Sensor</a:t>
              </a:r>
              <a:endParaRPr lang="zh-CN" altLang="en-US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箭头: 右 86">
              <a:extLst>
                <a:ext uri="{FF2B5EF4-FFF2-40B4-BE49-F238E27FC236}">
                  <a16:creationId xmlns:a16="http://schemas.microsoft.com/office/drawing/2014/main" id="{80EF5660-D6C5-ED3B-D131-76BBC6C933F5}"/>
                </a:ext>
              </a:extLst>
            </p:cNvPr>
            <p:cNvSpPr/>
            <p:nvPr/>
          </p:nvSpPr>
          <p:spPr>
            <a:xfrm>
              <a:off x="6828483" y="2995899"/>
              <a:ext cx="461042" cy="377567"/>
            </a:xfrm>
            <a:prstGeom prst="rightArrow">
              <a:avLst>
                <a:gd name="adj1" fmla="val 50000"/>
                <a:gd name="adj2" fmla="val 41402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CDE1BBAE-B258-69C9-62E1-65DDCD8CD320}"/>
                </a:ext>
              </a:extLst>
            </p:cNvPr>
            <p:cNvSpPr txBox="1"/>
            <p:nvPr/>
          </p:nvSpPr>
          <p:spPr>
            <a:xfrm>
              <a:off x="9629387" y="1241654"/>
              <a:ext cx="148630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latin typeface="Arial" panose="020B0604020202020204" pitchFamily="34" charset="0"/>
                  <a:cs typeface="Arial" panose="020B0604020202020204" pitchFamily="34" charset="0"/>
                </a:rPr>
                <a:t>Algorithm</a:t>
              </a:r>
              <a:endParaRPr lang="zh-CN" altLang="en-US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95" name="直接箭头连接符 94">
              <a:extLst>
                <a:ext uri="{FF2B5EF4-FFF2-40B4-BE49-F238E27FC236}">
                  <a16:creationId xmlns:a16="http://schemas.microsoft.com/office/drawing/2014/main" id="{2A4D5C69-50CA-4FE7-F0C5-D51211F95D93}"/>
                </a:ext>
              </a:extLst>
            </p:cNvPr>
            <p:cNvCxnSpPr>
              <a:cxnSpLocks/>
              <a:stCxn id="94" idx="2"/>
            </p:cNvCxnSpPr>
            <p:nvPr/>
          </p:nvCxnSpPr>
          <p:spPr>
            <a:xfrm>
              <a:off x="10372539" y="1703319"/>
              <a:ext cx="0" cy="1362680"/>
            </a:xfrm>
            <a:prstGeom prst="straightConnector1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5" name="文本框 104">
              <a:extLst>
                <a:ext uri="{FF2B5EF4-FFF2-40B4-BE49-F238E27FC236}">
                  <a16:creationId xmlns:a16="http://schemas.microsoft.com/office/drawing/2014/main" id="{4373AB6F-B686-A4C5-813C-CF30FFFC58BA}"/>
                </a:ext>
              </a:extLst>
            </p:cNvPr>
            <p:cNvSpPr txBox="1"/>
            <p:nvPr/>
          </p:nvSpPr>
          <p:spPr>
            <a:xfrm>
              <a:off x="3077969" y="5383536"/>
              <a:ext cx="19541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latin typeface="Arial" panose="020B0604020202020204" pitchFamily="34" charset="0"/>
                  <a:cs typeface="Arial" panose="020B0604020202020204" pitchFamily="34" charset="0"/>
                </a:rPr>
                <a:t>Time domain</a:t>
              </a:r>
              <a:endParaRPr lang="zh-CN" altLang="en-US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22" name="直接连接符 121">
              <a:extLst>
                <a:ext uri="{FF2B5EF4-FFF2-40B4-BE49-F238E27FC236}">
                  <a16:creationId xmlns:a16="http://schemas.microsoft.com/office/drawing/2014/main" id="{AE63A7D9-3D23-0D87-934F-B4C975AA640B}"/>
                </a:ext>
              </a:extLst>
            </p:cNvPr>
            <p:cNvCxnSpPr>
              <a:cxnSpLocks/>
              <a:stCxn id="9" idx="997"/>
              <a:endCxn id="15" idx="85"/>
            </p:cNvCxnSpPr>
            <p:nvPr/>
          </p:nvCxnSpPr>
          <p:spPr>
            <a:xfrm>
              <a:off x="2322967" y="2299634"/>
              <a:ext cx="796186" cy="483794"/>
            </a:xfrm>
            <a:prstGeom prst="line">
              <a:avLst/>
            </a:prstGeom>
            <a:ln w="19050">
              <a:solidFill>
                <a:srgbClr val="8099B3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连接符 123">
              <a:extLst>
                <a:ext uri="{FF2B5EF4-FFF2-40B4-BE49-F238E27FC236}">
                  <a16:creationId xmlns:a16="http://schemas.microsoft.com/office/drawing/2014/main" id="{20776C2C-59BE-404F-8B63-619B8D16DC66}"/>
                </a:ext>
              </a:extLst>
            </p:cNvPr>
            <p:cNvCxnSpPr>
              <a:cxnSpLocks/>
              <a:stCxn id="11" idx="995"/>
              <a:endCxn id="17" idx="69"/>
            </p:cNvCxnSpPr>
            <p:nvPr/>
          </p:nvCxnSpPr>
          <p:spPr>
            <a:xfrm flipV="1">
              <a:off x="2313177" y="3242686"/>
              <a:ext cx="737832" cy="620000"/>
            </a:xfrm>
            <a:prstGeom prst="line">
              <a:avLst/>
            </a:prstGeom>
            <a:ln w="19050">
              <a:solidFill>
                <a:srgbClr val="BF8C8C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连接符 125">
              <a:extLst>
                <a:ext uri="{FF2B5EF4-FFF2-40B4-BE49-F238E27FC236}">
                  <a16:creationId xmlns:a16="http://schemas.microsoft.com/office/drawing/2014/main" id="{55E44628-E272-C313-1E6D-0AA76AEE02CB}"/>
                </a:ext>
              </a:extLst>
            </p:cNvPr>
            <p:cNvCxnSpPr>
              <a:cxnSpLocks/>
              <a:stCxn id="10" idx="998"/>
              <a:endCxn id="16" idx="119"/>
            </p:cNvCxnSpPr>
            <p:nvPr/>
          </p:nvCxnSpPr>
          <p:spPr>
            <a:xfrm flipV="1">
              <a:off x="2319715" y="3065999"/>
              <a:ext cx="944244" cy="6575"/>
            </a:xfrm>
            <a:prstGeom prst="line">
              <a:avLst/>
            </a:prstGeom>
            <a:ln w="19050">
              <a:solidFill>
                <a:srgbClr val="8CA68C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箭头: 右 136">
              <a:extLst>
                <a:ext uri="{FF2B5EF4-FFF2-40B4-BE49-F238E27FC236}">
                  <a16:creationId xmlns:a16="http://schemas.microsoft.com/office/drawing/2014/main" id="{6ECF02EA-C4C4-12CF-F001-5963C2CD8515}"/>
                </a:ext>
              </a:extLst>
            </p:cNvPr>
            <p:cNvSpPr/>
            <p:nvPr/>
          </p:nvSpPr>
          <p:spPr>
            <a:xfrm>
              <a:off x="10214470" y="3005901"/>
              <a:ext cx="461042" cy="377567"/>
            </a:xfrm>
            <a:prstGeom prst="rightArrow">
              <a:avLst>
                <a:gd name="adj1" fmla="val 50000"/>
                <a:gd name="adj2" fmla="val 41402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43" name="箭头: 右 142">
              <a:extLst>
                <a:ext uri="{FF2B5EF4-FFF2-40B4-BE49-F238E27FC236}">
                  <a16:creationId xmlns:a16="http://schemas.microsoft.com/office/drawing/2014/main" id="{B962BC32-3458-AA29-D740-9D0E30A80EE0}"/>
                </a:ext>
              </a:extLst>
            </p:cNvPr>
            <p:cNvSpPr/>
            <p:nvPr/>
          </p:nvSpPr>
          <p:spPr>
            <a:xfrm>
              <a:off x="5507149" y="2995899"/>
              <a:ext cx="461042" cy="377567"/>
            </a:xfrm>
            <a:prstGeom prst="rightArrow">
              <a:avLst>
                <a:gd name="adj1" fmla="val 50000"/>
                <a:gd name="adj2" fmla="val 41402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53" name="直接箭头连接符 152">
              <a:extLst>
                <a:ext uri="{FF2B5EF4-FFF2-40B4-BE49-F238E27FC236}">
                  <a16:creationId xmlns:a16="http://schemas.microsoft.com/office/drawing/2014/main" id="{DCDF87D2-5F21-A4B2-094D-4247FAB24000}"/>
                </a:ext>
              </a:extLst>
            </p:cNvPr>
            <p:cNvCxnSpPr>
              <a:cxnSpLocks/>
              <a:endCxn id="67" idx="0"/>
            </p:cNvCxnSpPr>
            <p:nvPr/>
          </p:nvCxnSpPr>
          <p:spPr>
            <a:xfrm>
              <a:off x="-951948" y="4704746"/>
              <a:ext cx="776513" cy="507660"/>
            </a:xfrm>
            <a:prstGeom prst="straightConnector1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直接箭头连接符 159">
              <a:extLst>
                <a:ext uri="{FF2B5EF4-FFF2-40B4-BE49-F238E27FC236}">
                  <a16:creationId xmlns:a16="http://schemas.microsoft.com/office/drawing/2014/main" id="{817A51B1-92BE-EBFA-C080-2CBDE33F8A97}"/>
                </a:ext>
              </a:extLst>
            </p:cNvPr>
            <p:cNvCxnSpPr>
              <a:cxnSpLocks/>
              <a:endCxn id="74" idx="0"/>
            </p:cNvCxnSpPr>
            <p:nvPr/>
          </p:nvCxnSpPr>
          <p:spPr>
            <a:xfrm flipH="1">
              <a:off x="11093478" y="4122349"/>
              <a:ext cx="732273" cy="657206"/>
            </a:xfrm>
            <a:prstGeom prst="straightConnector1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5" name="文本框 174">
              <a:extLst>
                <a:ext uri="{FF2B5EF4-FFF2-40B4-BE49-F238E27FC236}">
                  <a16:creationId xmlns:a16="http://schemas.microsoft.com/office/drawing/2014/main" id="{8853E39D-A995-88A2-B8F1-1C7F2F7092F8}"/>
                </a:ext>
              </a:extLst>
            </p:cNvPr>
            <p:cNvSpPr txBox="1"/>
            <p:nvPr/>
          </p:nvSpPr>
          <p:spPr>
            <a:xfrm>
              <a:off x="6338813" y="1202235"/>
              <a:ext cx="13500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latin typeface="Arial" panose="020B0604020202020204" pitchFamily="34" charset="0"/>
                  <a:cs typeface="Arial" panose="020B0604020202020204" pitchFamily="34" charset="0"/>
                </a:rPr>
                <a:t>Decoder</a:t>
              </a:r>
              <a:endParaRPr lang="zh-CN" altLang="en-US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76" name="直接箭头连接符 175">
              <a:extLst>
                <a:ext uri="{FF2B5EF4-FFF2-40B4-BE49-F238E27FC236}">
                  <a16:creationId xmlns:a16="http://schemas.microsoft.com/office/drawing/2014/main" id="{C563B50E-27A1-C961-C0E2-8C8FEF33FBF9}"/>
                </a:ext>
              </a:extLst>
            </p:cNvPr>
            <p:cNvCxnSpPr>
              <a:cxnSpLocks/>
              <a:stCxn id="175" idx="2"/>
            </p:cNvCxnSpPr>
            <p:nvPr/>
          </p:nvCxnSpPr>
          <p:spPr>
            <a:xfrm flipH="1">
              <a:off x="7010138" y="1663900"/>
              <a:ext cx="3700" cy="1390884"/>
            </a:xfrm>
            <a:prstGeom prst="straightConnector1">
              <a:avLst/>
            </a:prstGeom>
            <a:ln w="19050">
              <a:solidFill>
                <a:schemeClr val="bg1">
                  <a:lumMod val="65000"/>
                </a:schemeClr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292618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3" name="组合 512">
            <a:extLst>
              <a:ext uri="{FF2B5EF4-FFF2-40B4-BE49-F238E27FC236}">
                <a16:creationId xmlns:a16="http://schemas.microsoft.com/office/drawing/2014/main" id="{5A0A5BF8-D801-CD36-BABF-EE00919C0FDF}"/>
              </a:ext>
            </a:extLst>
          </p:cNvPr>
          <p:cNvGrpSpPr/>
          <p:nvPr/>
        </p:nvGrpSpPr>
        <p:grpSpPr>
          <a:xfrm>
            <a:off x="741653" y="385995"/>
            <a:ext cx="11678947" cy="9374832"/>
            <a:chOff x="741653" y="385995"/>
            <a:chExt cx="11678947" cy="9374832"/>
          </a:xfrm>
        </p:grpSpPr>
        <p:grpSp>
          <p:nvGrpSpPr>
            <p:cNvPr id="481" name="组合 480">
              <a:extLst>
                <a:ext uri="{FF2B5EF4-FFF2-40B4-BE49-F238E27FC236}">
                  <a16:creationId xmlns:a16="http://schemas.microsoft.com/office/drawing/2014/main" id="{3E692C3F-68BD-F8A9-B35F-0B7750798F26}"/>
                </a:ext>
              </a:extLst>
            </p:cNvPr>
            <p:cNvGrpSpPr/>
            <p:nvPr/>
          </p:nvGrpSpPr>
          <p:grpSpPr>
            <a:xfrm>
              <a:off x="741653" y="385995"/>
              <a:ext cx="11678947" cy="4802832"/>
              <a:chOff x="1118147" y="1414695"/>
              <a:chExt cx="11678947" cy="4802832"/>
            </a:xfrm>
          </p:grpSpPr>
          <p:pic>
            <p:nvPicPr>
              <p:cNvPr id="480" name="图片 479">
                <a:extLst>
                  <a:ext uri="{FF2B5EF4-FFF2-40B4-BE49-F238E27FC236}">
                    <a16:creationId xmlns:a16="http://schemas.microsoft.com/office/drawing/2014/main" id="{67CA6AFE-DCDF-96D2-27A6-C735AAC319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720458" y="1645527"/>
                <a:ext cx="6076636" cy="4572000"/>
              </a:xfrm>
              <a:prstGeom prst="rect">
                <a:avLst/>
              </a:prstGeom>
            </p:spPr>
          </p:pic>
          <p:pic>
            <p:nvPicPr>
              <p:cNvPr id="478" name="图片 477">
                <a:extLst>
                  <a:ext uri="{FF2B5EF4-FFF2-40B4-BE49-F238E27FC236}">
                    <a16:creationId xmlns:a16="http://schemas.microsoft.com/office/drawing/2014/main" id="{203F79B8-B63F-382A-3A5E-8678C08C8F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18147" y="1645527"/>
                <a:ext cx="5602311" cy="4572000"/>
              </a:xfrm>
              <a:prstGeom prst="rect">
                <a:avLst/>
              </a:prstGeom>
            </p:spPr>
          </p:pic>
          <p:sp>
            <p:nvSpPr>
              <p:cNvPr id="472" name="文本框 471">
                <a:extLst>
                  <a:ext uri="{FF2B5EF4-FFF2-40B4-BE49-F238E27FC236}">
                    <a16:creationId xmlns:a16="http://schemas.microsoft.com/office/drawing/2014/main" id="{B28075AF-5F4A-062B-C536-99C6635ED272}"/>
                  </a:ext>
                </a:extLst>
              </p:cNvPr>
              <p:cNvSpPr txBox="1"/>
              <p:nvPr/>
            </p:nvSpPr>
            <p:spPr>
              <a:xfrm>
                <a:off x="1118147" y="1414695"/>
                <a:ext cx="3561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</a:t>
                </a:r>
                <a:endParaRPr lang="zh-CN" altLang="en-US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73" name="文本框 472">
                <a:extLst>
                  <a:ext uri="{FF2B5EF4-FFF2-40B4-BE49-F238E27FC236}">
                    <a16:creationId xmlns:a16="http://schemas.microsoft.com/office/drawing/2014/main" id="{FB1CE4F2-78A8-0A46-095E-4F01AAAEF407}"/>
                  </a:ext>
                </a:extLst>
              </p:cNvPr>
              <p:cNvSpPr txBox="1"/>
              <p:nvPr/>
            </p:nvSpPr>
            <p:spPr>
              <a:xfrm>
                <a:off x="6790519" y="1414695"/>
                <a:ext cx="37221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</a:t>
                </a:r>
                <a:endParaRPr lang="zh-CN" altLang="en-US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500" name="图片 499" descr="图表, 折线图&#10;&#10;AI 生成的内容可能不正确。">
              <a:extLst>
                <a:ext uri="{FF2B5EF4-FFF2-40B4-BE49-F238E27FC236}">
                  <a16:creationId xmlns:a16="http://schemas.microsoft.com/office/drawing/2014/main" id="{43A9BB66-1853-8BAC-E74E-DC375B19219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1653" y="5188827"/>
              <a:ext cx="5602309" cy="4572000"/>
            </a:xfrm>
            <a:prstGeom prst="rect">
              <a:avLst/>
            </a:prstGeom>
          </p:spPr>
        </p:pic>
        <p:sp>
          <p:nvSpPr>
            <p:cNvPr id="501" name="文本框 500">
              <a:extLst>
                <a:ext uri="{FF2B5EF4-FFF2-40B4-BE49-F238E27FC236}">
                  <a16:creationId xmlns:a16="http://schemas.microsoft.com/office/drawing/2014/main" id="{0589175B-CC95-1B70-4CD3-3600CE05BC29}"/>
                </a:ext>
              </a:extLst>
            </p:cNvPr>
            <p:cNvSpPr txBox="1"/>
            <p:nvPr/>
          </p:nvSpPr>
          <p:spPr>
            <a:xfrm>
              <a:off x="741653" y="5188826"/>
              <a:ext cx="3561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zh-CN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503" name="图片 502" descr="图表, 雷达图&#10;&#10;AI 生成的内容可能不正确。">
              <a:extLst>
                <a:ext uri="{FF2B5EF4-FFF2-40B4-BE49-F238E27FC236}">
                  <a16:creationId xmlns:a16="http://schemas.microsoft.com/office/drawing/2014/main" id="{5F429823-9A28-E073-2115-59C2A4055F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47207" y="7758749"/>
              <a:ext cx="673711" cy="985212"/>
            </a:xfrm>
            <a:prstGeom prst="rect">
              <a:avLst/>
            </a:prstGeom>
          </p:spPr>
        </p:pic>
        <p:sp>
          <p:nvSpPr>
            <p:cNvPr id="504" name="矩形 503">
              <a:extLst>
                <a:ext uri="{FF2B5EF4-FFF2-40B4-BE49-F238E27FC236}">
                  <a16:creationId xmlns:a16="http://schemas.microsoft.com/office/drawing/2014/main" id="{486B2C9F-FE9F-5950-A37D-8C753B954687}"/>
                </a:ext>
              </a:extLst>
            </p:cNvPr>
            <p:cNvSpPr/>
            <p:nvPr/>
          </p:nvSpPr>
          <p:spPr>
            <a:xfrm>
              <a:off x="3012918" y="6248370"/>
              <a:ext cx="673711" cy="609630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5" name="矩形 504">
              <a:extLst>
                <a:ext uri="{FF2B5EF4-FFF2-40B4-BE49-F238E27FC236}">
                  <a16:creationId xmlns:a16="http://schemas.microsoft.com/office/drawing/2014/main" id="{2382891F-EB6E-7573-00C6-133192CC616D}"/>
                </a:ext>
              </a:extLst>
            </p:cNvPr>
            <p:cNvSpPr/>
            <p:nvPr/>
          </p:nvSpPr>
          <p:spPr>
            <a:xfrm>
              <a:off x="2818176" y="7605487"/>
              <a:ext cx="723309" cy="1262742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07" name="直接连接符 506">
              <a:extLst>
                <a:ext uri="{FF2B5EF4-FFF2-40B4-BE49-F238E27FC236}">
                  <a16:creationId xmlns:a16="http://schemas.microsoft.com/office/drawing/2014/main" id="{A1E6AF56-A92B-FFC5-3725-CD21404F6482}"/>
                </a:ext>
              </a:extLst>
            </p:cNvPr>
            <p:cNvCxnSpPr>
              <a:stCxn id="504" idx="2"/>
              <a:endCxn id="505" idx="0"/>
            </p:cNvCxnSpPr>
            <p:nvPr/>
          </p:nvCxnSpPr>
          <p:spPr>
            <a:xfrm flipH="1">
              <a:off x="3179831" y="6858000"/>
              <a:ext cx="169943" cy="747487"/>
            </a:xfrm>
            <a:prstGeom prst="line">
              <a:avLst/>
            </a:prstGeom>
            <a:ln w="1270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510" name="图片 509">
              <a:extLst>
                <a:ext uri="{FF2B5EF4-FFF2-40B4-BE49-F238E27FC236}">
                  <a16:creationId xmlns:a16="http://schemas.microsoft.com/office/drawing/2014/main" id="{3EFC3238-6B14-728F-BD78-FD7F897DCD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343963" y="5188827"/>
              <a:ext cx="6076636" cy="4572000"/>
            </a:xfrm>
            <a:prstGeom prst="rect">
              <a:avLst/>
            </a:prstGeom>
          </p:spPr>
        </p:pic>
        <p:sp>
          <p:nvSpPr>
            <p:cNvPr id="511" name="文本框 510">
              <a:extLst>
                <a:ext uri="{FF2B5EF4-FFF2-40B4-BE49-F238E27FC236}">
                  <a16:creationId xmlns:a16="http://schemas.microsoft.com/office/drawing/2014/main" id="{483B6BF4-68D2-DABD-D184-F74B34914F6A}"/>
                </a:ext>
              </a:extLst>
            </p:cNvPr>
            <p:cNvSpPr txBox="1"/>
            <p:nvPr/>
          </p:nvSpPr>
          <p:spPr>
            <a:xfrm>
              <a:off x="6343962" y="5188825"/>
              <a:ext cx="3722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  <a:endParaRPr lang="zh-CN" altLang="en-US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515" name="图片 514">
            <a:extLst>
              <a:ext uri="{FF2B5EF4-FFF2-40B4-BE49-F238E27FC236}">
                <a16:creationId xmlns:a16="http://schemas.microsoft.com/office/drawing/2014/main" id="{C31E9E8F-8532-382C-9308-07333B2258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8136" y="1752677"/>
            <a:ext cx="5416847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164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8664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E1557-DC44-4547-FA31-F0C9828EF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96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CBC77-4D7D-009A-AFF0-5BC25C657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2172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83E4A-C573-1CDC-6018-1CDA0C2E6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79772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72C62-688D-A415-F73F-CA573DC9D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06264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E1A0A-449E-2BF1-0DD4-AA4D82CB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08304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5FFFC-E554-FB34-79E3-9756F9DE5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84873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6878</TotalTime>
  <Words>70</Words>
  <Application>Microsoft Office PowerPoint</Application>
  <PresentationFormat>宽屏</PresentationFormat>
  <Paragraphs>41</Paragraphs>
  <Slides>18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3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yj zeng</dc:creator>
  <cp:lastModifiedBy>yj zeng</cp:lastModifiedBy>
  <cp:revision>36</cp:revision>
  <dcterms:created xsi:type="dcterms:W3CDTF">2026-01-04T06:05:58Z</dcterms:created>
  <dcterms:modified xsi:type="dcterms:W3CDTF">2026-02-02T15:00:02Z</dcterms:modified>
</cp:coreProperties>
</file>