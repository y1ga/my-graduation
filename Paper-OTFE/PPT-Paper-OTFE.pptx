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4" r:id="rId10"/>
    <p:sldId id="267" r:id="rId11"/>
    <p:sldId id="268" r:id="rId12"/>
    <p:sldId id="269" r:id="rId13"/>
    <p:sldId id="270" r:id="rId14"/>
    <p:sldId id="265" r:id="rId15"/>
    <p:sldId id="26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3" autoAdjust="0"/>
    <p:restoredTop sz="94665" autoAdjust="0"/>
  </p:normalViewPr>
  <p:slideViewPr>
    <p:cSldViewPr snapToGrid="0">
      <p:cViewPr varScale="1">
        <p:scale>
          <a:sx n="91" d="100"/>
          <a:sy n="91" d="100"/>
        </p:scale>
        <p:origin x="1278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DBD25-75A8-4A51-9AF0-300401955B5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4E8FE-BF3A-4254-AEFE-6ED689301A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813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24E8FE-BF3A-4254-AEFE-6ED689301A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39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24E8FE-BF3A-4254-AEFE-6ED689301A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942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3D59C-C266-4323-ADD8-1843DCE49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0E33E5-84ED-43B6-8E5D-BC133C213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B19120-5747-4A4A-861D-6AFCD0985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5898E-4B0D-423C-BC26-4574A16DD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0DE51-444D-435F-A145-1C05421A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193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E5EC7-F8C4-4F23-850B-38059519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057938-9E2C-4285-AD3F-D3AD44C2C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0257EC-4268-4620-A785-C0F155A1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D4B20-AB3B-40D5-B5DC-40BBF852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298FC0-B343-4561-A347-3A20A17E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35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DF72F9-5288-4D8D-B5EF-9DEFAB81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51C579-C228-475C-840F-4DE30CF2C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635298-48F7-4C64-A512-1D5CA7AC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69E7D2-6BCC-4CDC-8137-6E88F91AA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4525CC-B8A8-41C9-8C31-1BF2ED72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571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2BA8A-2B68-4BEB-9DF5-F23E6FB2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18C5B8-98D2-4796-9989-A0CF52E31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CEE078-1991-4751-AFEF-661542775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2B723-6E7A-4E40-94EC-DF10847B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6F9756-C0F5-483B-ADFF-192369C66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40D743-95DB-4903-B0DD-86F07CB7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60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D7F91-6642-4A0E-BE37-3EE15037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6B35B9-FD8A-4AF8-97AE-8BE5CB7CD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18B8D4-2DF8-4FEA-BDC2-46AA6B321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2C08CA1-3D9D-46CA-86E0-217E79DD7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F07130-46C9-4430-BF13-6167FADD2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97561C-8D66-49AA-B70B-4638DF9BA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1600F2-86F9-40E8-B27A-FF0D1D8C6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DA69E6-851B-49B4-955A-840359BC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3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5E112-46B0-4F88-9A28-04002FECC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CF2168-61A3-4216-B8D1-329DE1AC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0FD356-75C4-4245-B895-EA632AF6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B593D2-F9D1-4BA5-BB0C-1992C8FA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63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FB27BF-4F1F-4EAF-A93E-06D721CD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42122C-321D-4CC2-9C6E-FAC73D24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99D7AF-76F8-4833-BC29-96B1C0D9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15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191D5-5774-4650-B9BE-E5BA79C3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486099-1503-404A-BAD8-DE835DE88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334CEB-123B-4828-BE8E-191C21D96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E51137-8699-48AA-8ECD-C53DA46E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E4809A-FAE6-4AC3-8F87-F9431D99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FC7E5B-77D2-4385-97C5-90AB4719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7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D7846-1DE8-4CC7-8B30-AD723541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F345F7-CA7B-4E17-BFAE-6DCDA0ED4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7A05B1-0AAE-405C-B3FA-811792B83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F22924-6DC2-41D4-9561-56BC925F0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50B2A0-1F02-4483-AFEB-0C08DF0E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C6247D-4135-4FBC-90D5-410DC9E7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70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BC184-587E-4577-82B8-59A58C99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19E73D-C1A9-45B3-8834-0571EC87F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8079F1-188C-4C8E-85D5-27092698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92560D-66E4-44FA-9624-DDCBD872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D7140-52BC-431A-8FF4-2FA18A80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53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4ACD59-381A-4666-AD2A-8F58F3861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48D9EA-6739-4098-A7BB-84CBBE435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854B5-DBC8-4D0F-A8E9-211275D51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564BC3-67DC-431D-B9AE-264DCE1F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B3F3D-53B2-4D09-989E-67CC9621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25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DF7D6E-1F79-4284-93A6-A26A7CAF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A3E4CA-1579-45A5-87E9-207FC2E1F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90DC94-BB6D-4FB6-8514-42EFCD928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70359-C398-46F3-85A7-616FAE599AC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7DC3C-55A7-4D98-AFEB-3CD0F4E17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3C3367-7F13-444C-9555-379D15A0A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95E5B-75B0-4D06-A86A-6FEE9A410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88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4F1480-C5D1-4475-A6F7-00992A646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24035" y="2310428"/>
            <a:ext cx="5957835" cy="33803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F4B735-11FE-4B0D-8355-729CFF616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516" y="748223"/>
            <a:ext cx="4910686" cy="2576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5EAF78-5A06-47E5-BD64-ECCEC1A94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872" y="3783769"/>
            <a:ext cx="4910686" cy="25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15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CF1619-B9EF-461D-BA72-E1D1E601DF68}"/>
              </a:ext>
            </a:extLst>
          </p:cNvPr>
          <p:cNvGrpSpPr/>
          <p:nvPr/>
        </p:nvGrpSpPr>
        <p:grpSpPr>
          <a:xfrm>
            <a:off x="491485" y="957771"/>
            <a:ext cx="11310513" cy="5331078"/>
            <a:chOff x="491485" y="957771"/>
            <a:chExt cx="11310513" cy="533107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CA70656-2E95-45D8-AF32-C09FA64D8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679389" y="1116818"/>
              <a:ext cx="3122609" cy="25200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8EC4BB9-2F04-4321-AA03-9FF74510C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048" y="1116818"/>
              <a:ext cx="3454256" cy="25200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90AB136-068F-49CB-BBA6-B055910E9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048" y="3768849"/>
              <a:ext cx="3454256" cy="25200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37D89AE-1459-45B1-A185-1D1978A89C35}"/>
                </a:ext>
              </a:extLst>
            </p:cNvPr>
            <p:cNvSpPr txBox="1"/>
            <p:nvPr/>
          </p:nvSpPr>
          <p:spPr>
            <a:xfrm>
              <a:off x="4817193" y="957771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56978BD-0882-4417-BDEE-91B8D1D3B004}"/>
                </a:ext>
              </a:extLst>
            </p:cNvPr>
            <p:cNvSpPr txBox="1"/>
            <p:nvPr/>
          </p:nvSpPr>
          <p:spPr>
            <a:xfrm>
              <a:off x="4834826" y="3571484"/>
              <a:ext cx="2904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B6975C1-DB39-46E8-B75D-12B1E881D472}"/>
                </a:ext>
              </a:extLst>
            </p:cNvPr>
            <p:cNvSpPr txBox="1"/>
            <p:nvPr/>
          </p:nvSpPr>
          <p:spPr>
            <a:xfrm>
              <a:off x="8280267" y="957771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CC91E1C-751A-448F-A008-0B65077A0DF8}"/>
                </a:ext>
              </a:extLst>
            </p:cNvPr>
            <p:cNvSpPr txBox="1"/>
            <p:nvPr/>
          </p:nvSpPr>
          <p:spPr>
            <a:xfrm>
              <a:off x="8374497" y="3570580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2CE3C91-2648-43CC-A4B0-B9BFCE76BE00}"/>
                </a:ext>
              </a:extLst>
            </p:cNvPr>
            <p:cNvSpPr/>
            <p:nvPr/>
          </p:nvSpPr>
          <p:spPr>
            <a:xfrm>
              <a:off x="7451441" y="5646420"/>
              <a:ext cx="1021080" cy="536969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F05869A-F85A-4C36-A537-9B7FD556F896}"/>
                </a:ext>
              </a:extLst>
            </p:cNvPr>
            <p:cNvSpPr txBox="1"/>
            <p:nvPr/>
          </p:nvSpPr>
          <p:spPr>
            <a:xfrm>
              <a:off x="7385124" y="5374103"/>
              <a:ext cx="9893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Signal Area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936D5D68-8B9D-4068-B6B4-B06C98D4A2AD}"/>
                </a:ext>
              </a:extLst>
            </p:cNvPr>
            <p:cNvCxnSpPr/>
            <p:nvPr/>
          </p:nvCxnSpPr>
          <p:spPr>
            <a:xfrm>
              <a:off x="10906983" y="2930962"/>
              <a:ext cx="335280" cy="2819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B73AF26-2052-497C-8A46-987AB5CDF1F3}"/>
                </a:ext>
              </a:extLst>
            </p:cNvPr>
            <p:cNvSpPr txBox="1"/>
            <p:nvPr/>
          </p:nvSpPr>
          <p:spPr>
            <a:xfrm>
              <a:off x="10152603" y="2701023"/>
              <a:ext cx="12955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(-11.77, 0.0261)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C0A4780-4200-4190-97C6-242904F9E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679389" y="3768849"/>
              <a:ext cx="3106496" cy="252000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B997EDA-28EB-482F-AF99-6EDF4474A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485" y="1964734"/>
              <a:ext cx="4343341" cy="3211691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ED8C4D4-2CF6-4A2E-8685-E3F11D3D1A54}"/>
                </a:ext>
              </a:extLst>
            </p:cNvPr>
            <p:cNvSpPr txBox="1"/>
            <p:nvPr/>
          </p:nvSpPr>
          <p:spPr>
            <a:xfrm>
              <a:off x="491485" y="1795457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203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06A343-AC14-43C2-8534-4D627141B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99" y="961996"/>
            <a:ext cx="6959345" cy="394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FB41039-B027-4A7D-8365-D913AD5DC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760" y="669476"/>
            <a:ext cx="12192000" cy="609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5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ADB66DF3-9AC6-4613-9093-454C04140640}"/>
              </a:ext>
            </a:extLst>
          </p:cNvPr>
          <p:cNvGrpSpPr/>
          <p:nvPr/>
        </p:nvGrpSpPr>
        <p:grpSpPr>
          <a:xfrm>
            <a:off x="943322" y="247650"/>
            <a:ext cx="9158858" cy="7204300"/>
            <a:chOff x="790922" y="187100"/>
            <a:chExt cx="9158858" cy="72043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ECBBF27-3C4B-451C-9692-C2810D52923D}"/>
                </a:ext>
              </a:extLst>
            </p:cNvPr>
            <p:cNvGrpSpPr/>
            <p:nvPr/>
          </p:nvGrpSpPr>
          <p:grpSpPr>
            <a:xfrm>
              <a:off x="949780" y="187100"/>
              <a:ext cx="9000000" cy="7204300"/>
              <a:chOff x="711655" y="-625900"/>
              <a:chExt cx="9000000" cy="7204300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4414BCED-8FE6-4A52-A2E7-CA400E416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1655" y="-625900"/>
                <a:ext cx="9000000" cy="5105426"/>
              </a:xfrm>
              <a:prstGeom prst="rect">
                <a:avLst/>
              </a:prstGeom>
            </p:spPr>
          </p:pic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8D0DBFF5-174F-41CD-8BCF-B94ACF8352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1655" y="4580193"/>
                <a:ext cx="9000000" cy="1998207"/>
              </a:xfrm>
              <a:prstGeom prst="rect">
                <a:avLst/>
              </a:prstGeom>
            </p:spPr>
          </p:pic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1DA3B87-0F65-438A-A67C-40BEE553ED2D}"/>
                </a:ext>
              </a:extLst>
            </p:cNvPr>
            <p:cNvSpPr txBox="1"/>
            <p:nvPr/>
          </p:nvSpPr>
          <p:spPr>
            <a:xfrm>
              <a:off x="790922" y="18710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CD29BA7-6618-4FA3-92BA-E5292703CED6}"/>
                </a:ext>
              </a:extLst>
            </p:cNvPr>
            <p:cNvSpPr txBox="1"/>
            <p:nvPr/>
          </p:nvSpPr>
          <p:spPr>
            <a:xfrm>
              <a:off x="798136" y="512324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476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3FF86EFF-C466-42E6-B5A4-1422F5B355D2}"/>
              </a:ext>
            </a:extLst>
          </p:cNvPr>
          <p:cNvGrpSpPr/>
          <p:nvPr/>
        </p:nvGrpSpPr>
        <p:grpSpPr>
          <a:xfrm>
            <a:off x="2045410" y="1663616"/>
            <a:ext cx="5772435" cy="4102269"/>
            <a:chOff x="2045410" y="1663616"/>
            <a:chExt cx="5772435" cy="4102269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54643491-462E-48F1-AB77-AE7ABAE0A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5410" y="1663616"/>
              <a:ext cx="5772435" cy="4102269"/>
            </a:xfrm>
            <a:prstGeom prst="rect">
              <a:avLst/>
            </a:prstGeom>
          </p:spPr>
        </p:pic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97376656-4B19-4416-B1AA-BF119E13F5FB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7191517" y="4886607"/>
              <a:ext cx="409433" cy="153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6A68A35-B720-4683-84FB-047437FC53F7}"/>
                </a:ext>
              </a:extLst>
            </p:cNvPr>
            <p:cNvSpPr txBox="1"/>
            <p:nvPr/>
          </p:nvSpPr>
          <p:spPr>
            <a:xfrm>
              <a:off x="5844673" y="4886607"/>
              <a:ext cx="13468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(1000, 0.0358)</a:t>
              </a:r>
              <a:endPara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044C2239-94DA-4F3C-AEF5-45F8578820A0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3619502" y="4432384"/>
              <a:ext cx="143800" cy="301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473C48E-2FEB-4520-A69A-91A564AB7FB6}"/>
                </a:ext>
              </a:extLst>
            </p:cNvPr>
            <p:cNvSpPr txBox="1"/>
            <p:nvPr/>
          </p:nvSpPr>
          <p:spPr>
            <a:xfrm>
              <a:off x="3139573" y="4124607"/>
              <a:ext cx="12474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(250, 0.0422)</a:t>
              </a:r>
              <a:endPara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611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B23949F8-1289-4947-80D9-3AA007FF0E2C}"/>
              </a:ext>
            </a:extLst>
          </p:cNvPr>
          <p:cNvGrpSpPr/>
          <p:nvPr/>
        </p:nvGrpSpPr>
        <p:grpSpPr>
          <a:xfrm>
            <a:off x="2597443" y="1139269"/>
            <a:ext cx="6417424" cy="2612630"/>
            <a:chOff x="2597443" y="1139269"/>
            <a:chExt cx="6417424" cy="2612630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B7B4ADDA-C9D5-4D98-9A45-317957A3F504}"/>
                </a:ext>
              </a:extLst>
            </p:cNvPr>
            <p:cNvGrpSpPr/>
            <p:nvPr/>
          </p:nvGrpSpPr>
          <p:grpSpPr>
            <a:xfrm>
              <a:off x="2597443" y="1139269"/>
              <a:ext cx="6417424" cy="2612630"/>
              <a:chOff x="2597443" y="1139269"/>
              <a:chExt cx="6417424" cy="2612630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96186E02-F0C0-4229-824B-FB3808691C42}"/>
                  </a:ext>
                </a:extLst>
              </p:cNvPr>
              <p:cNvGrpSpPr/>
              <p:nvPr/>
            </p:nvGrpSpPr>
            <p:grpSpPr>
              <a:xfrm>
                <a:off x="2597443" y="1139269"/>
                <a:ext cx="6370984" cy="2612630"/>
                <a:chOff x="2597443" y="1139269"/>
                <a:chExt cx="6370984" cy="2612630"/>
              </a:xfrm>
            </p:grpSpPr>
            <p:pic>
              <p:nvPicPr>
                <p:cNvPr id="5" name="图片 4">
                  <a:extLst>
                    <a:ext uri="{FF2B5EF4-FFF2-40B4-BE49-F238E27FC236}">
                      <a16:creationId xmlns:a16="http://schemas.microsoft.com/office/drawing/2014/main" id="{19DAC6AB-15F8-40D5-9D6E-06D8B01328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0926" r="104"/>
                <a:stretch/>
              </p:blipFill>
              <p:spPr>
                <a:xfrm>
                  <a:off x="6236147" y="1227234"/>
                  <a:ext cx="2732280" cy="2520000"/>
                </a:xfrm>
                <a:prstGeom prst="rect">
                  <a:avLst/>
                </a:prstGeom>
              </p:spPr>
            </p:pic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AB91A94-1EA4-41CF-866A-81F6DA8D46CB}"/>
                    </a:ext>
                  </a:extLst>
                </p:cNvPr>
                <p:cNvSpPr txBox="1"/>
                <p:nvPr/>
              </p:nvSpPr>
              <p:spPr>
                <a:xfrm>
                  <a:off x="7406640" y="2372513"/>
                  <a:ext cx="100194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LED Array</a:t>
                  </a:r>
                  <a:endParaRPr lang="zh-CN" alt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FF5A19A-D97E-4C22-8AC9-303F6C23D045}"/>
                    </a:ext>
                  </a:extLst>
                </p:cNvPr>
                <p:cNvSpPr txBox="1"/>
                <p:nvPr/>
              </p:nvSpPr>
              <p:spPr>
                <a:xfrm>
                  <a:off x="6407566" y="2662326"/>
                  <a:ext cx="109036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Photodiode</a:t>
                  </a:r>
                  <a:endParaRPr lang="zh-CN" alt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155E73A-F776-4E1C-BDB8-B4C246CA6931}"/>
                    </a:ext>
                  </a:extLst>
                </p:cNvPr>
                <p:cNvSpPr txBox="1"/>
                <p:nvPr/>
              </p:nvSpPr>
              <p:spPr>
                <a:xfrm>
                  <a:off x="6309932" y="1613346"/>
                  <a:ext cx="203613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Reflective </a:t>
                  </a:r>
                  <a:r>
                    <a:rPr lang="en-US" altLang="zh-CN" sz="14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colorchecker</a:t>
                  </a:r>
                  <a:endParaRPr lang="zh-CN" alt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E592180-EB34-401D-90DE-85F50D1EFA71}"/>
                    </a:ext>
                  </a:extLst>
                </p:cNvPr>
                <p:cNvSpPr txBox="1"/>
                <p:nvPr/>
              </p:nvSpPr>
              <p:spPr>
                <a:xfrm>
                  <a:off x="4175249" y="1139269"/>
                  <a:ext cx="159088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 </a:t>
                  </a:r>
                  <a:r>
                    <a:rPr lang="en-US" altLang="zh-CN" sz="16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colorchecker</a:t>
                  </a:r>
                  <a:endParaRPr lang="zh-CN" alt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3" name="图片 12">
                  <a:extLst>
                    <a:ext uri="{FF2B5EF4-FFF2-40B4-BE49-F238E27FC236}">
                      <a16:creationId xmlns:a16="http://schemas.microsoft.com/office/drawing/2014/main" id="{F2B0C57A-EF47-41A3-BEF3-D872D0BCE1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11851" r="3681" b="16459"/>
                <a:stretch/>
              </p:blipFill>
              <p:spPr>
                <a:xfrm>
                  <a:off x="2597443" y="1231899"/>
                  <a:ext cx="3398627" cy="2520000"/>
                </a:xfrm>
                <a:prstGeom prst="rect">
                  <a:avLst/>
                </a:prstGeom>
              </p:spPr>
            </p:pic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4F628A2-130A-4A91-B4DA-87C8C4602B10}"/>
                    </a:ext>
                  </a:extLst>
                </p:cNvPr>
                <p:cNvSpPr txBox="1"/>
                <p:nvPr/>
              </p:nvSpPr>
              <p:spPr>
                <a:xfrm>
                  <a:off x="3913850" y="2313128"/>
                  <a:ext cx="100194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LED Array</a:t>
                  </a:r>
                  <a:endParaRPr lang="zh-CN" alt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8007011-88AD-4CB6-A444-9AAF45488455}"/>
                    </a:ext>
                  </a:extLst>
                </p:cNvPr>
                <p:cNvSpPr txBox="1"/>
                <p:nvPr/>
              </p:nvSpPr>
              <p:spPr>
                <a:xfrm>
                  <a:off x="2609498" y="1562629"/>
                  <a:ext cx="109036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Photodiode</a:t>
                  </a:r>
                  <a:endParaRPr lang="zh-CN" alt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6D7E64A-0C5C-4E27-A870-1A21B25B5360}"/>
                    </a:ext>
                  </a:extLst>
                </p:cNvPr>
                <p:cNvSpPr txBox="1"/>
                <p:nvPr/>
              </p:nvSpPr>
              <p:spPr>
                <a:xfrm>
                  <a:off x="2719659" y="3299305"/>
                  <a:ext cx="22971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Transmissive </a:t>
                  </a:r>
                  <a:r>
                    <a:rPr lang="en-US" altLang="zh-CN" sz="14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colorchecker</a:t>
                  </a:r>
                  <a:endParaRPr lang="zh-CN" alt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1" name="直接箭头连接符 20">
                  <a:extLst>
                    <a:ext uri="{FF2B5EF4-FFF2-40B4-BE49-F238E27FC236}">
                      <a16:creationId xmlns:a16="http://schemas.microsoft.com/office/drawing/2014/main" id="{B22304FC-3F8A-40F9-BD1C-928C55E093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54680" y="1827260"/>
                  <a:ext cx="95352" cy="675363"/>
                </a:xfrm>
                <a:prstGeom prst="straightConnector1">
                  <a:avLst/>
                </a:prstGeom>
                <a:ln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B6621B4-9668-4B0E-BE8F-ACA2848A8316}"/>
                    </a:ext>
                  </a:extLst>
                </p:cNvPr>
                <p:cNvSpPr txBox="1"/>
                <p:nvPr/>
              </p:nvSpPr>
              <p:spPr>
                <a:xfrm>
                  <a:off x="3516685" y="1868312"/>
                  <a:ext cx="103746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Driver circuit</a:t>
                  </a:r>
                  <a:endParaRPr lang="zh-CN" alt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B34AEB3-BB66-4FCE-89A8-FDD7F1FBF3A2}"/>
                    </a:ext>
                  </a:extLst>
                </p:cNvPr>
                <p:cNvSpPr txBox="1"/>
                <p:nvPr/>
              </p:nvSpPr>
              <p:spPr>
                <a:xfrm>
                  <a:off x="5007891" y="1327862"/>
                  <a:ext cx="105349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Oscilloscope</a:t>
                  </a:r>
                  <a:endParaRPr lang="zh-CN" alt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4379175-701E-4883-9108-EC4B958148FD}"/>
                  </a:ext>
                </a:extLst>
              </p:cNvPr>
              <p:cNvSpPr txBox="1"/>
              <p:nvPr/>
            </p:nvSpPr>
            <p:spPr>
              <a:xfrm>
                <a:off x="7961373" y="2927902"/>
                <a:ext cx="10534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Oscilloscope</a:t>
                </a:r>
                <a:endParaRPr lang="zh-CN" alt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C0DA3EE9-1FE9-4DFC-9CF4-81769E65AA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3343" y="2496497"/>
                <a:ext cx="210137" cy="431405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CA862F1-DC99-4E01-B22F-F999EA573A62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4035417" y="1793159"/>
              <a:ext cx="758808" cy="7515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347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0ADE31C-1585-48DC-BCB9-4064AA5D06A4}"/>
              </a:ext>
            </a:extLst>
          </p:cNvPr>
          <p:cNvGrpSpPr/>
          <p:nvPr/>
        </p:nvGrpSpPr>
        <p:grpSpPr>
          <a:xfrm>
            <a:off x="5905393" y="2027282"/>
            <a:ext cx="3521731" cy="2679047"/>
            <a:chOff x="5905393" y="2027282"/>
            <a:chExt cx="3521731" cy="2679047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CA70656-2E95-45D8-AF32-C09FA64D8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04515" y="2186329"/>
              <a:ext cx="3122609" cy="2520000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C10C96F-F6C2-4C0F-B54B-FDD652E155FE}"/>
                </a:ext>
              </a:extLst>
            </p:cNvPr>
            <p:cNvGrpSpPr/>
            <p:nvPr/>
          </p:nvGrpSpPr>
          <p:grpSpPr>
            <a:xfrm>
              <a:off x="5905393" y="2027282"/>
              <a:ext cx="3167883" cy="2255131"/>
              <a:chOff x="5905393" y="2027282"/>
              <a:chExt cx="3167883" cy="2255131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B6975C1-DB39-46E8-B75D-12B1E881D472}"/>
                  </a:ext>
                </a:extLst>
              </p:cNvPr>
              <p:cNvSpPr txBox="1"/>
              <p:nvPr/>
            </p:nvSpPr>
            <p:spPr>
              <a:xfrm>
                <a:off x="5905393" y="2027282"/>
                <a:ext cx="3209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936D5D68-8B9D-4068-B6B4-B06C98D4A2AD}"/>
                  </a:ext>
                </a:extLst>
              </p:cNvPr>
              <p:cNvCxnSpPr/>
              <p:nvPr/>
            </p:nvCxnSpPr>
            <p:spPr>
              <a:xfrm>
                <a:off x="8532109" y="4000473"/>
                <a:ext cx="335280" cy="2819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B73AF26-2052-497C-8A46-987AB5CDF1F3}"/>
                  </a:ext>
                </a:extLst>
              </p:cNvPr>
              <p:cNvSpPr txBox="1"/>
              <p:nvPr/>
            </p:nvSpPr>
            <p:spPr>
              <a:xfrm>
                <a:off x="7777729" y="3770534"/>
                <a:ext cx="129554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(-11.77, 0.0261)</a:t>
                </a:r>
                <a:endPara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E3EA8D5-B607-4ED1-9701-F3D4975C3F84}"/>
              </a:ext>
            </a:extLst>
          </p:cNvPr>
          <p:cNvGrpSpPr/>
          <p:nvPr/>
        </p:nvGrpSpPr>
        <p:grpSpPr>
          <a:xfrm>
            <a:off x="5999623" y="4640091"/>
            <a:ext cx="3411388" cy="2718269"/>
            <a:chOff x="5999623" y="4640091"/>
            <a:chExt cx="3411388" cy="2718269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2CE3C91-2648-43CC-A4B0-B9BFCE76BE00}"/>
                </a:ext>
              </a:extLst>
            </p:cNvPr>
            <p:cNvSpPr/>
            <p:nvPr/>
          </p:nvSpPr>
          <p:spPr>
            <a:xfrm>
              <a:off x="7451441" y="5646420"/>
              <a:ext cx="1021080" cy="536969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CC91E1C-751A-448F-A008-0B65077A0DF8}"/>
                </a:ext>
              </a:extLst>
            </p:cNvPr>
            <p:cNvSpPr txBox="1"/>
            <p:nvPr/>
          </p:nvSpPr>
          <p:spPr>
            <a:xfrm>
              <a:off x="5999623" y="4640091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C0A4780-4200-4190-97C6-242904F9E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04515" y="4838360"/>
              <a:ext cx="3106496" cy="2520000"/>
            </a:xfrm>
            <a:prstGeom prst="rect">
              <a:avLst/>
            </a:prstGeom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6DBF06-3F6A-44F3-B246-C8D2E88481BC}"/>
              </a:ext>
            </a:extLst>
          </p:cNvPr>
          <p:cNvGrpSpPr/>
          <p:nvPr/>
        </p:nvGrpSpPr>
        <p:grpSpPr>
          <a:xfrm>
            <a:off x="3108100" y="-1233988"/>
            <a:ext cx="4343341" cy="3380968"/>
            <a:chOff x="491485" y="1795457"/>
            <a:chExt cx="4343341" cy="338096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B997EDA-28EB-482F-AF99-6EDF4474A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485" y="1964734"/>
              <a:ext cx="4343341" cy="3211691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ED8C4D4-2CF6-4A2E-8685-E3F11D3D1A54}"/>
                </a:ext>
              </a:extLst>
            </p:cNvPr>
            <p:cNvSpPr txBox="1"/>
            <p:nvPr/>
          </p:nvSpPr>
          <p:spPr>
            <a:xfrm>
              <a:off x="491485" y="1795457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99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EEA8840D-B025-8388-1835-9196A1D14F46}"/>
              </a:ext>
            </a:extLst>
          </p:cNvPr>
          <p:cNvGrpSpPr/>
          <p:nvPr/>
        </p:nvGrpSpPr>
        <p:grpSpPr>
          <a:xfrm>
            <a:off x="495184" y="860470"/>
            <a:ext cx="11696816" cy="4842802"/>
            <a:chOff x="-151626" y="1722318"/>
            <a:chExt cx="11696816" cy="4842802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4E00135D-058C-A41D-C8B9-A5DB68C450DA}"/>
                </a:ext>
              </a:extLst>
            </p:cNvPr>
            <p:cNvGrpSpPr/>
            <p:nvPr/>
          </p:nvGrpSpPr>
          <p:grpSpPr>
            <a:xfrm>
              <a:off x="246992" y="1953151"/>
              <a:ext cx="11298198" cy="4611969"/>
              <a:chOff x="246992" y="1953151"/>
              <a:chExt cx="11298198" cy="4611969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8E8B1496-0A31-227D-2C15-F8F7308FCF14}"/>
                  </a:ext>
                </a:extLst>
              </p:cNvPr>
              <p:cNvGrpSpPr/>
              <p:nvPr/>
            </p:nvGrpSpPr>
            <p:grpSpPr>
              <a:xfrm>
                <a:off x="246992" y="1953151"/>
                <a:ext cx="11298198" cy="4611969"/>
                <a:chOff x="905434" y="2682688"/>
                <a:chExt cx="9759917" cy="3516406"/>
              </a:xfrm>
            </p:grpSpPr>
            <p:pic>
              <p:nvPicPr>
                <p:cNvPr id="3" name="图片 2">
                  <a:extLst>
                    <a:ext uri="{FF2B5EF4-FFF2-40B4-BE49-F238E27FC236}">
                      <a16:creationId xmlns:a16="http://schemas.microsoft.com/office/drawing/2014/main" id="{60D35343-7A8C-F95E-4FE0-E877F02AB1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5435" y="2682688"/>
                  <a:ext cx="4688541" cy="3516406"/>
                </a:xfrm>
                <a:prstGeom prst="rect">
                  <a:avLst/>
                </a:prstGeom>
              </p:spPr>
            </p:pic>
            <p:pic>
              <p:nvPicPr>
                <p:cNvPr id="4" name="图片 3">
                  <a:extLst>
                    <a:ext uri="{FF2B5EF4-FFF2-40B4-BE49-F238E27FC236}">
                      <a16:creationId xmlns:a16="http://schemas.microsoft.com/office/drawing/2014/main" id="{23A98789-B2BC-391D-F2AC-AD1B3BD9CA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74977" y="2682688"/>
                  <a:ext cx="4690374" cy="3516406"/>
                </a:xfrm>
                <a:prstGeom prst="rect">
                  <a:avLst/>
                </a:prstGeom>
              </p:spPr>
            </p:pic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AFA7F90D-8FEA-54B1-26DC-2D7A577A43F0}"/>
                    </a:ext>
                  </a:extLst>
                </p:cNvPr>
                <p:cNvSpPr/>
                <p:nvPr/>
              </p:nvSpPr>
              <p:spPr>
                <a:xfrm>
                  <a:off x="1087388" y="2922334"/>
                  <a:ext cx="1474695" cy="367554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Reflective </a:t>
                  </a:r>
                  <a:r>
                    <a:rPr lang="en-US" altLang="zh-CN" dirty="0" err="1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colorchecker</a:t>
                  </a: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2A4CBB0-7E67-1295-3E65-3F0CC682ABCE}"/>
                    </a:ext>
                  </a:extLst>
                </p:cNvPr>
                <p:cNvSpPr/>
                <p:nvPr/>
              </p:nvSpPr>
              <p:spPr>
                <a:xfrm>
                  <a:off x="4133139" y="4006290"/>
                  <a:ext cx="1460838" cy="25642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Oscilloscope</a:t>
                  </a: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BE129EB2-B422-2066-E3B6-2953D81FD38D}"/>
                    </a:ext>
                  </a:extLst>
                </p:cNvPr>
                <p:cNvSpPr/>
                <p:nvPr/>
              </p:nvSpPr>
              <p:spPr>
                <a:xfrm>
                  <a:off x="2638424" y="4904975"/>
                  <a:ext cx="1204175" cy="25642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LED array</a:t>
                  </a: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4CB796D2-619E-500F-9F22-E84DAFCC2314}"/>
                    </a:ext>
                  </a:extLst>
                </p:cNvPr>
                <p:cNvSpPr/>
                <p:nvPr/>
              </p:nvSpPr>
              <p:spPr>
                <a:xfrm>
                  <a:off x="905434" y="5018553"/>
                  <a:ext cx="1318204" cy="398894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Photodiode</a:t>
                  </a:r>
                </a:p>
                <a:p>
                  <a:pPr algn="ctr"/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(PD)</a:t>
                  </a: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AD9EF63-092D-C006-A0EA-3A84A4886B10}"/>
                  </a:ext>
                </a:extLst>
              </p:cNvPr>
              <p:cNvSpPr/>
              <p:nvPr/>
            </p:nvSpPr>
            <p:spPr>
              <a:xfrm>
                <a:off x="6145139" y="4509800"/>
                <a:ext cx="1545021" cy="56257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Photodiode</a:t>
                </a:r>
              </a:p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(PD)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E411F1B-B630-EBF4-5CB4-2BAFF5CBD6E0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819807" y="4590540"/>
                <a:ext cx="190170" cy="426232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7B8BFB0-2BE2-4E77-D51E-700E8ABD4312}"/>
                  </a:ext>
                </a:extLst>
              </p:cNvPr>
              <p:cNvCxnSpPr>
                <a:cxnSpLocks/>
                <a:stCxn id="7" idx="0"/>
              </p:cNvCxnSpPr>
              <p:nvPr/>
            </p:nvCxnSpPr>
            <p:spPr>
              <a:xfrm flipH="1" flipV="1">
                <a:off x="2554014" y="4259135"/>
                <a:ext cx="396092" cy="608673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D6256A1E-D547-6844-8AFB-78E163D615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11186" y="2749529"/>
                <a:ext cx="317917" cy="282905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BC9CB94-DBB0-D710-3982-32939A09679F}"/>
                  </a:ext>
                </a:extLst>
              </p:cNvPr>
              <p:cNvCxnSpPr>
                <a:cxnSpLocks/>
                <a:endCxn id="6" idx="2"/>
              </p:cNvCxnSpPr>
              <p:nvPr/>
            </p:nvCxnSpPr>
            <p:spPr>
              <a:xfrm flipH="1" flipV="1">
                <a:off x="4828964" y="4025450"/>
                <a:ext cx="562843" cy="459269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A49C9B7-BF8C-C1FE-DCC5-4428D324A56A}"/>
                  </a:ext>
                </a:extLst>
              </p:cNvPr>
              <p:cNvSpPr/>
              <p:nvPr/>
            </p:nvSpPr>
            <p:spPr>
              <a:xfrm>
                <a:off x="2554014" y="5918936"/>
                <a:ext cx="1697686" cy="33631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Driver circuit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566C791-4F0C-0E87-6A8A-E453B6E894E8}"/>
                  </a:ext>
                </a:extLst>
              </p:cNvPr>
              <p:cNvCxnSpPr>
                <a:cxnSpLocks/>
                <a:endCxn id="30" idx="0"/>
              </p:cNvCxnSpPr>
              <p:nvPr/>
            </p:nvCxnSpPr>
            <p:spPr>
              <a:xfrm flipH="1">
                <a:off x="3402857" y="5655296"/>
                <a:ext cx="380867" cy="26364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364194B6-7644-2B15-B03D-8E38DF837020}"/>
                  </a:ext>
                </a:extLst>
              </p:cNvPr>
              <p:cNvCxnSpPr>
                <a:cxnSpLocks/>
                <a:endCxn id="17" idx="0"/>
              </p:cNvCxnSpPr>
              <p:nvPr/>
            </p:nvCxnSpPr>
            <p:spPr>
              <a:xfrm flipH="1">
                <a:off x="6917650" y="4071896"/>
                <a:ext cx="584923" cy="437904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8880F016-063E-1E34-23AF-1BEF51956B3A}"/>
                  </a:ext>
                </a:extLst>
              </p:cNvPr>
              <p:cNvCxnSpPr>
                <a:cxnSpLocks/>
                <a:endCxn id="39" idx="0"/>
              </p:cNvCxnSpPr>
              <p:nvPr/>
            </p:nvCxnSpPr>
            <p:spPr>
              <a:xfrm flipH="1">
                <a:off x="9241894" y="4372303"/>
                <a:ext cx="246746" cy="358416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436A4C64-791D-E66C-3835-BD7AE45B1668}"/>
                  </a:ext>
                </a:extLst>
              </p:cNvPr>
              <p:cNvSpPr/>
              <p:nvPr/>
            </p:nvSpPr>
            <p:spPr>
              <a:xfrm>
                <a:off x="8544910" y="4730719"/>
                <a:ext cx="1393968" cy="33631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LED array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AEE9DB97-821E-1A1A-D85E-AA371407BADF}"/>
                  </a:ext>
                </a:extLst>
              </p:cNvPr>
              <p:cNvSpPr/>
              <p:nvPr/>
            </p:nvSpPr>
            <p:spPr>
              <a:xfrm>
                <a:off x="6649010" y="2138024"/>
                <a:ext cx="1707125" cy="482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Transmissive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colorchecker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33604D31-4C8D-C4E8-4F2E-EF058F2A6880}"/>
                  </a:ext>
                </a:extLst>
              </p:cNvPr>
              <p:cNvCxnSpPr>
                <a:cxnSpLocks/>
                <a:stCxn id="43" idx="2"/>
              </p:cNvCxnSpPr>
              <p:nvPr/>
            </p:nvCxnSpPr>
            <p:spPr>
              <a:xfrm>
                <a:off x="7502573" y="2620092"/>
                <a:ext cx="275082" cy="680248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A0CE1985-7CFB-BA3F-E92C-2B7BC4EFA510}"/>
                  </a:ext>
                </a:extLst>
              </p:cNvPr>
              <p:cNvSpPr/>
              <p:nvPr/>
            </p:nvSpPr>
            <p:spPr>
              <a:xfrm>
                <a:off x="8356135" y="3164871"/>
                <a:ext cx="1697686" cy="33631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Driver circuit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29E0DC3B-E973-3955-9181-9BEFA1012AF9}"/>
                  </a:ext>
                </a:extLst>
              </p:cNvPr>
              <p:cNvCxnSpPr>
                <a:cxnSpLocks/>
                <a:endCxn id="49" idx="0"/>
              </p:cNvCxnSpPr>
              <p:nvPr/>
            </p:nvCxnSpPr>
            <p:spPr>
              <a:xfrm flipH="1">
                <a:off x="9204978" y="2874221"/>
                <a:ext cx="622194" cy="29065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7DE82D0-1B75-D4B8-492E-58CF4596315E}"/>
                  </a:ext>
                </a:extLst>
              </p:cNvPr>
              <p:cNvSpPr/>
              <p:nvPr/>
            </p:nvSpPr>
            <p:spPr>
              <a:xfrm>
                <a:off x="9674773" y="2042732"/>
                <a:ext cx="1691084" cy="33631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Oscilloscope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406DEC6-A00F-088B-1CD7-9518DED1DBA7}"/>
                  </a:ext>
                </a:extLst>
              </p:cNvPr>
              <p:cNvCxnSpPr>
                <a:cxnSpLocks/>
                <a:endCxn id="53" idx="2"/>
              </p:cNvCxnSpPr>
              <p:nvPr/>
            </p:nvCxnSpPr>
            <p:spPr>
              <a:xfrm flipH="1" flipV="1">
                <a:off x="10520315" y="2379051"/>
                <a:ext cx="625495" cy="581165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3895FC5-F34E-B8A1-A1BF-033361BA1DD8}"/>
                </a:ext>
              </a:extLst>
            </p:cNvPr>
            <p:cNvSpPr txBox="1"/>
            <p:nvPr/>
          </p:nvSpPr>
          <p:spPr>
            <a:xfrm>
              <a:off x="-151626" y="172231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73C2389-C873-9050-B478-1BBCD95577DD}"/>
                </a:ext>
              </a:extLst>
            </p:cNvPr>
            <p:cNvSpPr txBox="1"/>
            <p:nvPr/>
          </p:nvSpPr>
          <p:spPr>
            <a:xfrm>
              <a:off x="5674505" y="1722318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911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617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80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41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261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719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164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14256</TotalTime>
  <Words>74</Words>
  <Application>Microsoft Office PowerPoint</Application>
  <PresentationFormat>宽屏</PresentationFormat>
  <Paragraphs>41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 zeng</dc:creator>
  <cp:lastModifiedBy>yj zeng</cp:lastModifiedBy>
  <cp:revision>27</cp:revision>
  <dcterms:created xsi:type="dcterms:W3CDTF">2026-01-04T06:05:58Z</dcterms:created>
  <dcterms:modified xsi:type="dcterms:W3CDTF">2026-03-25T07:58:54Z</dcterms:modified>
</cp:coreProperties>
</file>