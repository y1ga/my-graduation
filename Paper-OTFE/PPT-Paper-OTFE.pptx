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1"/>
    <p:sldId id="268" r:id="rId12"/>
    <p:sldId id="269" r:id="rId13"/>
    <p:sldId id="270" r:id="rId14"/>
    <p:sldId id="265" r:id="rId15"/>
    <p:sldId id="266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79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5A3D59C-C266-4323-ADD8-1843DCE49C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40E33E5-84ED-43B6-8E5D-BC133C2132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4B19120-5747-4A4A-861D-6AFCD0985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2026/1/4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5D5898E-4B0D-423C-BC26-4574A16DD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F0DE51-444D-435F-A145-1C05421A6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161936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02E5EC7-F8C4-4F23-850B-380595199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4057938-9E2C-4285-AD3F-D3AD44C2CF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C0257EC-4268-4620-A785-C0F155A11C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2026/1/4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C1D4B20-AB3B-40D5-B5DC-40BBF8522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298FC0-B343-4561-A347-3A20A17E8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33549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0DF72F9-5288-4D8D-B5EF-9DEFAB812E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C51C579-C228-475C-840F-4DE30CF2C5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4635298-48F7-4C64-A512-1D5CA7AC0D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2026/1/4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D69E7D2-6BCC-4CDC-8137-6E88F91AA9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54525CC-B8A8-41C9-8C31-1BF2ED725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3571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1D2BA8A-2B68-4BEB-9DF5-F23E6FB2A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D18C5B8-98D2-4796-9989-A0CF52E31B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DCEE078-1991-4751-AFEF-6615427757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BF2B723-6E7A-4E40-94EC-DF10847B7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2026/1/4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E6F9756-C0F5-483B-ADFF-192369C66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740D743-95DB-4903-B0DD-86F07CB75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16042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DD7F91-6642-4A0E-BE37-3EE15037A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E6B35B9-FD8A-4AF8-97AE-8BE5CB7CD9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518B8D4-2DF8-4FEA-BDC2-46AA6B321D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2C08CA1-3D9D-46CA-86E0-217E79DD74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DF07130-46C9-4430-BF13-6167FADD20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1797561C-8D66-49AA-B70B-4638DF9BA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2026/1/4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9C1600F2-86F9-40E8-B27A-FF0D1D8C68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2DA69E6-851B-49B4-955A-840359BC0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45319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CE5E112-46B0-4F88-9A28-04002FECC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CCF2168-61A3-4216-B8D1-329DE1ACF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2026/1/4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00FD356-75C4-4245-B895-EA632AF62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5B593D2-F9D1-4BA5-BB0C-1992C8FAF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76339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4FB27BF-4F1F-4EAF-A93E-06D721CD0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2026/1/4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442122C-321D-4CC2-9C6E-FAC73D24C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199D7AF-76F8-4833-BC29-96B1C0D96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61586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A191D5-5774-4650-B9BE-E5BA79C34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3486099-1503-404A-BAD8-DE835DE88F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B334CEB-123B-4828-BE8E-191C21D969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CE51137-8699-48AA-8ECD-C53DA46EB4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2026/1/4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CE4809A-FAE6-4AC3-8F87-F9431D998B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FFC7E5B-77D2-4385-97C5-90AB47198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7747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5D7846-1DE8-4CC7-8B30-AD7235411C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2F345F7-CA7B-4E17-BFAE-6DCDA0ED45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07A05B1-0AAE-405C-B3FA-811792B83D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3F22924-6DC2-41D4-9561-56BC925F0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2026/1/4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C50B2A0-1F02-4483-AFEB-0C08DF0E55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5C6247D-4135-4FBC-90D5-410DC9E7C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17013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6BC184-587E-4577-82B8-59A58C997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919E73D-C1A9-45B3-8834-0571EC87F4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F8079F1-188C-4C8E-85D5-2709269852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2026/1/4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992560D-66E4-44FA-9624-DDCBD872B7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9AD7140-52BC-431A-8FF4-2FA18A80E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25350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BD4ACD59-381A-4666-AD2A-8F58F38619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E48D9EA-6739-4098-A7BB-84CBBE4359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CA854B5-DBC8-4D0F-A8E9-211275D517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2026/1/4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F564BC3-67DC-431D-B9AE-264DCE1F5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72B3F3D-53B2-4D09-989E-67CC96215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42519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2DF7D6E-1F79-4284-93A6-A26A7CAF2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5A3E4CA-1579-45A5-87E9-207FC2E1F9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590DC94-BB6D-4FB6-8514-42EFCD9284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F70359-C398-46F3-85A7-616FAE599AC8}" type="datetimeFigureOut">
              <a:rPr lang="zh-CN" altLang="en-US" smtClean="0"/>
              <a:t>2026/1/4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837DC3C-55A7-4D98-AFEB-3CD0F4E17B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A3C3367-7F13-444C-9555-379D15A0A2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2880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24152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820345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36465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02547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47628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161156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034720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110430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49114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26172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628030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7412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92618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57198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571646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宽屏</PresentationFormat>
  <Paragraphs>0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19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yj zeng</dc:creator>
  <cp:lastModifiedBy>yj zeng</cp:lastModifiedBy>
  <cp:revision>1</cp:revision>
  <dcterms:created xsi:type="dcterms:W3CDTF">2026-01-04T06:05:58Z</dcterms:created>
  <dcterms:modified xsi:type="dcterms:W3CDTF">2026-01-04T06:06:28Z</dcterms:modified>
</cp:coreProperties>
</file>