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1" r:id="rId9"/>
    <p:sldId id="263" r:id="rId10"/>
    <p:sldId id="264" r:id="rId11"/>
    <p:sldId id="267" r:id="rId12"/>
    <p:sldId id="268" r:id="rId13"/>
    <p:sldId id="269" r:id="rId14"/>
    <p:sldId id="270" r:id="rId15"/>
    <p:sldId id="265" r:id="rId16"/>
    <p:sldId id="266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3" autoAdjust="0"/>
    <p:restoredTop sz="94665" autoAdjust="0"/>
  </p:normalViewPr>
  <p:slideViewPr>
    <p:cSldViewPr snapToGrid="0">
      <p:cViewPr varScale="1">
        <p:scale>
          <a:sx n="94" d="100"/>
          <a:sy n="94" d="100"/>
        </p:scale>
        <p:origin x="192" y="31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ADBD25-75A8-4A51-9AF0-300401955B5E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24E8FE-BF3A-4254-AEFE-6ED689301A9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38136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24E8FE-BF3A-4254-AEFE-6ED689301A9F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73998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24E8FE-BF3A-4254-AEFE-6ED689301A9F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59429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A3D59C-C266-4323-ADD8-1843DCE49C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40E33E5-84ED-43B6-8E5D-BC133C2132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4B19120-5747-4A4A-861D-6AFCD0985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5D5898E-4B0D-423C-BC26-4574A16DD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F0DE51-444D-435F-A145-1C05421A6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61936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2E5EC7-F8C4-4F23-850B-380595199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4057938-9E2C-4285-AD3F-D3AD44C2CF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C0257EC-4268-4620-A785-C0F155A11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C1D4B20-AB3B-40D5-B5DC-40BBF8522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298FC0-B343-4561-A347-3A20A17E8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3354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DF72F9-5288-4D8D-B5EF-9DEFAB812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51C579-C228-475C-840F-4DE30CF2C5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4635298-48F7-4C64-A512-1D5CA7AC0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D69E7D2-6BCC-4CDC-8137-6E88F91AA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54525CC-B8A8-41C9-8C31-1BF2ED725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3571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D2BA8A-2B68-4BEB-9DF5-F23E6FB2A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D18C5B8-98D2-4796-9989-A0CF52E31B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DCEE078-1991-4751-AFEF-6615427757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BF2B723-6E7A-4E40-94EC-DF10847B7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E6F9756-C0F5-483B-ADFF-192369C66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740D743-95DB-4903-B0DD-86F07CB75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1604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DD7F91-6642-4A0E-BE37-3EE15037A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E6B35B9-FD8A-4AF8-97AE-8BE5CB7CD9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518B8D4-2DF8-4FEA-BDC2-46AA6B321D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2C08CA1-3D9D-46CA-86E0-217E79DD74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DF07130-46C9-4430-BF13-6167FADD20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797561C-8D66-49AA-B70B-4638DF9BA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C1600F2-86F9-40E8-B27A-FF0D1D8C6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2DA69E6-851B-49B4-955A-840359BC0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45319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E5E112-46B0-4F88-9A28-04002FECC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CCF2168-61A3-4216-B8D1-329DE1ACF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00FD356-75C4-4245-B895-EA632AF62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5B593D2-F9D1-4BA5-BB0C-1992C8FA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76339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4FB27BF-4F1F-4EAF-A93E-06D721CD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442122C-321D-4CC2-9C6E-FAC73D24C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199D7AF-76F8-4833-BC29-96B1C0D96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61586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A191D5-5774-4650-B9BE-E5BA79C34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3486099-1503-404A-BAD8-DE835DE88F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B334CEB-123B-4828-BE8E-191C21D969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E51137-8699-48AA-8ECD-C53DA46EB4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CE4809A-FAE6-4AC3-8F87-F9431D998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FFC7E5B-77D2-4385-97C5-90AB4719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7747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5D7846-1DE8-4CC7-8B30-AD7235411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2F345F7-CA7B-4E17-BFAE-6DCDA0ED4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07A05B1-0AAE-405C-B3FA-811792B83D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3F22924-6DC2-41D4-9561-56BC925F0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C50B2A0-1F02-4483-AFEB-0C08DF0E5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5C6247D-4135-4FBC-90D5-410DC9E7C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17013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6BC184-587E-4577-82B8-59A58C997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919E73D-C1A9-45B3-8834-0571EC87F4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F8079F1-188C-4C8E-85D5-270926985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992560D-66E4-44FA-9624-DDCBD872B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9AD7140-52BC-431A-8FF4-2FA18A80E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2535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D4ACD59-381A-4666-AD2A-8F58F38619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E48D9EA-6739-4098-A7BB-84CBBE4359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CA854B5-DBC8-4D0F-A8E9-211275D51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F564BC3-67DC-431D-B9AE-264DCE1F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B3F3D-53B2-4D09-989E-67CC96215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42519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2DF7D6E-1F79-4284-93A6-A26A7CAF2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5A3E4CA-1579-45A5-87E9-207FC2E1F9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590DC94-BB6D-4FB6-8514-42EFCD9284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F70359-C398-46F3-85A7-616FAE599AC8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837DC3C-55A7-4D98-AFEB-3CD0F4E17B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A3C3367-7F13-444C-9555-379D15A0A2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2880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if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B4F1480-C5D1-4475-A6F7-00992A6467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224035" y="2310428"/>
            <a:ext cx="5957835" cy="3380361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BEF4B735-11FE-4B0D-8355-729CFF6165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516" y="748223"/>
            <a:ext cx="4910686" cy="257600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45EAF78-5A06-47E5-BD64-ECCEC1A946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5872" y="3783769"/>
            <a:ext cx="4910686" cy="2576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4152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>
            <a:extLst>
              <a:ext uri="{FF2B5EF4-FFF2-40B4-BE49-F238E27FC236}">
                <a16:creationId xmlns:a16="http://schemas.microsoft.com/office/drawing/2014/main" id="{B9CF1619-B9EF-461D-BA72-E1D1E601DF68}"/>
              </a:ext>
            </a:extLst>
          </p:cNvPr>
          <p:cNvGrpSpPr/>
          <p:nvPr/>
        </p:nvGrpSpPr>
        <p:grpSpPr>
          <a:xfrm>
            <a:off x="491485" y="957771"/>
            <a:ext cx="11310513" cy="5331078"/>
            <a:chOff x="491485" y="957771"/>
            <a:chExt cx="11310513" cy="5331078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5CA70656-2E95-45D8-AF32-C09FA64D88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679389" y="1116818"/>
              <a:ext cx="3122609" cy="2520000"/>
            </a:xfrm>
            <a:prstGeom prst="rect">
              <a:avLst/>
            </a:prstGeom>
          </p:spPr>
        </p:pic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18EC4BB9-2F04-4321-AA03-9FF74510CE9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0048" y="1116818"/>
              <a:ext cx="3454256" cy="2520000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190AB136-068F-49CB-BBA6-B055910E96F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0048" y="3768849"/>
              <a:ext cx="3454256" cy="2520000"/>
            </a:xfrm>
            <a:prstGeom prst="rect">
              <a:avLst/>
            </a:prstGeom>
          </p:spPr>
        </p:pic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37D89AE-1459-45B1-A185-1D1978A89C35}"/>
                </a:ext>
              </a:extLst>
            </p:cNvPr>
            <p:cNvSpPr txBox="1"/>
            <p:nvPr/>
          </p:nvSpPr>
          <p:spPr>
            <a:xfrm>
              <a:off x="4817193" y="957771"/>
              <a:ext cx="32092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b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56978BD-0882-4417-BDEE-91B8D1D3B004}"/>
                </a:ext>
              </a:extLst>
            </p:cNvPr>
            <p:cNvSpPr txBox="1"/>
            <p:nvPr/>
          </p:nvSpPr>
          <p:spPr>
            <a:xfrm>
              <a:off x="4834826" y="3571484"/>
              <a:ext cx="29046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c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FB6975C1-DB39-46E8-B75D-12B1E881D472}"/>
                </a:ext>
              </a:extLst>
            </p:cNvPr>
            <p:cNvSpPr txBox="1"/>
            <p:nvPr/>
          </p:nvSpPr>
          <p:spPr>
            <a:xfrm>
              <a:off x="8280267" y="957771"/>
              <a:ext cx="32092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d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ECC91E1C-751A-448F-A008-0B65077A0DF8}"/>
                </a:ext>
              </a:extLst>
            </p:cNvPr>
            <p:cNvSpPr txBox="1"/>
            <p:nvPr/>
          </p:nvSpPr>
          <p:spPr>
            <a:xfrm>
              <a:off x="8374497" y="3570580"/>
              <a:ext cx="3048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e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12CE3C91-2648-43CC-A4B0-B9BFCE76BE00}"/>
                </a:ext>
              </a:extLst>
            </p:cNvPr>
            <p:cNvSpPr/>
            <p:nvPr/>
          </p:nvSpPr>
          <p:spPr>
            <a:xfrm>
              <a:off x="7451441" y="5646420"/>
              <a:ext cx="1021080" cy="536969"/>
            </a:xfrm>
            <a:prstGeom prst="rect">
              <a:avLst/>
            </a:prstGeom>
            <a:noFill/>
            <a:ln w="12700" cap="flat" cmpd="sng" algn="ctr">
              <a:solidFill>
                <a:schemeClr val="tx1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6F05869A-F85A-4C36-A537-9B7FD556F896}"/>
                </a:ext>
              </a:extLst>
            </p:cNvPr>
            <p:cNvSpPr txBox="1"/>
            <p:nvPr/>
          </p:nvSpPr>
          <p:spPr>
            <a:xfrm>
              <a:off x="7385124" y="5374103"/>
              <a:ext cx="989373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Signal Area</a:t>
              </a:r>
              <a:endPara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936D5D68-8B9D-4068-B6B4-B06C98D4A2AD}"/>
                </a:ext>
              </a:extLst>
            </p:cNvPr>
            <p:cNvCxnSpPr/>
            <p:nvPr/>
          </p:nvCxnSpPr>
          <p:spPr>
            <a:xfrm>
              <a:off x="10906983" y="2930962"/>
              <a:ext cx="335280" cy="28194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FB73AF26-2052-497C-8A46-987AB5CDF1F3}"/>
                </a:ext>
              </a:extLst>
            </p:cNvPr>
            <p:cNvSpPr txBox="1"/>
            <p:nvPr/>
          </p:nvSpPr>
          <p:spPr>
            <a:xfrm>
              <a:off x="10152603" y="2701023"/>
              <a:ext cx="129554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(-11.77, 0.0261)</a:t>
              </a:r>
              <a:endPara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CC0A4780-4200-4190-97C6-242904F9E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679389" y="3768849"/>
              <a:ext cx="3106496" cy="2520000"/>
            </a:xfrm>
            <a:prstGeom prst="rect">
              <a:avLst/>
            </a:prstGeom>
          </p:spPr>
        </p:pic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5B997EDA-28EB-482F-AF99-6EDF4474AFE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91485" y="1964734"/>
              <a:ext cx="4343341" cy="3211691"/>
            </a:xfrm>
            <a:prstGeom prst="rect">
              <a:avLst/>
            </a:prstGeom>
          </p:spPr>
        </p:pic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5ED8C4D4-2CF6-4A2E-8685-E3F11D3D1A54}"/>
                </a:ext>
              </a:extLst>
            </p:cNvPr>
            <p:cNvSpPr txBox="1"/>
            <p:nvPr/>
          </p:nvSpPr>
          <p:spPr>
            <a:xfrm>
              <a:off x="491485" y="1795457"/>
              <a:ext cx="30328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20345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E06A343-AC14-43C2-8534-4D627141B1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0299" y="961996"/>
            <a:ext cx="6959345" cy="3947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46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FB41039-B027-4A7D-8365-D913AD5DC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0" y="669476"/>
            <a:ext cx="12192000" cy="6098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254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>
            <a:extLst>
              <a:ext uri="{FF2B5EF4-FFF2-40B4-BE49-F238E27FC236}">
                <a16:creationId xmlns:a16="http://schemas.microsoft.com/office/drawing/2014/main" id="{ADB66DF3-9AC6-4613-9093-454C04140640}"/>
              </a:ext>
            </a:extLst>
          </p:cNvPr>
          <p:cNvGrpSpPr/>
          <p:nvPr/>
        </p:nvGrpSpPr>
        <p:grpSpPr>
          <a:xfrm>
            <a:off x="943322" y="247650"/>
            <a:ext cx="9158858" cy="7204300"/>
            <a:chOff x="790922" y="187100"/>
            <a:chExt cx="9158858" cy="7204300"/>
          </a:xfrm>
        </p:grpSpPr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7ECBBF27-3C4B-451C-9692-C2810D52923D}"/>
                </a:ext>
              </a:extLst>
            </p:cNvPr>
            <p:cNvGrpSpPr/>
            <p:nvPr/>
          </p:nvGrpSpPr>
          <p:grpSpPr>
            <a:xfrm>
              <a:off x="949780" y="187100"/>
              <a:ext cx="9000000" cy="7204300"/>
              <a:chOff x="711655" y="-625900"/>
              <a:chExt cx="9000000" cy="7204300"/>
            </a:xfrm>
          </p:grpSpPr>
          <p:pic>
            <p:nvPicPr>
              <p:cNvPr id="8" name="图片 7">
                <a:extLst>
                  <a:ext uri="{FF2B5EF4-FFF2-40B4-BE49-F238E27FC236}">
                    <a16:creationId xmlns:a16="http://schemas.microsoft.com/office/drawing/2014/main" id="{4414BCED-8FE6-4A52-A2E7-CA400E416E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11655" y="-625900"/>
                <a:ext cx="9000000" cy="5105426"/>
              </a:xfrm>
              <a:prstGeom prst="rect">
                <a:avLst/>
              </a:prstGeom>
            </p:spPr>
          </p:pic>
          <p:pic>
            <p:nvPicPr>
              <p:cNvPr id="10" name="图片 9">
                <a:extLst>
                  <a:ext uri="{FF2B5EF4-FFF2-40B4-BE49-F238E27FC236}">
                    <a16:creationId xmlns:a16="http://schemas.microsoft.com/office/drawing/2014/main" id="{8D0DBFF5-174F-41CD-8BCF-B94ACF8352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11655" y="4580193"/>
                <a:ext cx="9000000" cy="1998207"/>
              </a:xfrm>
              <a:prstGeom prst="rect">
                <a:avLst/>
              </a:prstGeom>
            </p:spPr>
          </p:pic>
        </p:grp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B1DA3B87-0F65-438A-A67C-40BEE553ED2D}"/>
                </a:ext>
              </a:extLst>
            </p:cNvPr>
            <p:cNvSpPr txBox="1"/>
            <p:nvPr/>
          </p:nvSpPr>
          <p:spPr>
            <a:xfrm>
              <a:off x="790922" y="187100"/>
              <a:ext cx="3177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8CD29BA7-6618-4FA3-92BA-E5292703CED6}"/>
                </a:ext>
              </a:extLst>
            </p:cNvPr>
            <p:cNvSpPr txBox="1"/>
            <p:nvPr/>
          </p:nvSpPr>
          <p:spPr>
            <a:xfrm>
              <a:off x="798136" y="5123249"/>
              <a:ext cx="3385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b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47628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>
            <a:extLst>
              <a:ext uri="{FF2B5EF4-FFF2-40B4-BE49-F238E27FC236}">
                <a16:creationId xmlns:a16="http://schemas.microsoft.com/office/drawing/2014/main" id="{3FF86EFF-C466-42E6-B5A4-1422F5B355D2}"/>
              </a:ext>
            </a:extLst>
          </p:cNvPr>
          <p:cNvGrpSpPr/>
          <p:nvPr/>
        </p:nvGrpSpPr>
        <p:grpSpPr>
          <a:xfrm>
            <a:off x="2045410" y="1663616"/>
            <a:ext cx="5772435" cy="4102269"/>
            <a:chOff x="2045410" y="1663616"/>
            <a:chExt cx="5772435" cy="4102269"/>
          </a:xfrm>
        </p:grpSpPr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54643491-462E-48F1-AB77-AE7ABAE0AD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45410" y="1663616"/>
              <a:ext cx="5772435" cy="4102269"/>
            </a:xfrm>
            <a:prstGeom prst="rect">
              <a:avLst/>
            </a:prstGeom>
          </p:spPr>
        </p:pic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97376656-4B19-4416-B1AA-BF119E13F5FB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 flipV="1">
              <a:off x="7191517" y="4886607"/>
              <a:ext cx="409433" cy="1538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86A68A35-B720-4683-84FB-047437FC53F7}"/>
                </a:ext>
              </a:extLst>
            </p:cNvPr>
            <p:cNvSpPr txBox="1"/>
            <p:nvPr/>
          </p:nvSpPr>
          <p:spPr>
            <a:xfrm>
              <a:off x="5844673" y="4886607"/>
              <a:ext cx="134684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b="1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(1000, 0.0358)</a:t>
              </a:r>
              <a:endParaRPr lang="zh-CN" altLang="en-US" sz="1400" b="1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044C2239-94DA-4F3C-AEF5-45F8578820A0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 flipH="1">
              <a:off x="3619502" y="4432384"/>
              <a:ext cx="143800" cy="30154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9473C48E-2FEB-4520-A69A-91A564AB7FB6}"/>
                </a:ext>
              </a:extLst>
            </p:cNvPr>
            <p:cNvSpPr txBox="1"/>
            <p:nvPr/>
          </p:nvSpPr>
          <p:spPr>
            <a:xfrm>
              <a:off x="3139573" y="4124607"/>
              <a:ext cx="124745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b="1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(250, 0.0422)</a:t>
              </a:r>
              <a:endParaRPr lang="zh-CN" altLang="en-US" sz="1400" b="1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161156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B23949F8-1289-4947-80D9-3AA007FF0E2C}"/>
              </a:ext>
            </a:extLst>
          </p:cNvPr>
          <p:cNvGrpSpPr/>
          <p:nvPr/>
        </p:nvGrpSpPr>
        <p:grpSpPr>
          <a:xfrm>
            <a:off x="2597443" y="1139269"/>
            <a:ext cx="6417424" cy="2612630"/>
            <a:chOff x="2597443" y="1139269"/>
            <a:chExt cx="6417424" cy="2612630"/>
          </a:xfrm>
        </p:grpSpPr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B7B4ADDA-C9D5-4D98-9A45-317957A3F504}"/>
                </a:ext>
              </a:extLst>
            </p:cNvPr>
            <p:cNvGrpSpPr/>
            <p:nvPr/>
          </p:nvGrpSpPr>
          <p:grpSpPr>
            <a:xfrm>
              <a:off x="2597443" y="1139269"/>
              <a:ext cx="6417424" cy="2612630"/>
              <a:chOff x="2597443" y="1139269"/>
              <a:chExt cx="6417424" cy="2612630"/>
            </a:xfrm>
          </p:grpSpPr>
          <p:grpSp>
            <p:nvGrpSpPr>
              <p:cNvPr id="27" name="组合 26">
                <a:extLst>
                  <a:ext uri="{FF2B5EF4-FFF2-40B4-BE49-F238E27FC236}">
                    <a16:creationId xmlns:a16="http://schemas.microsoft.com/office/drawing/2014/main" id="{96186E02-F0C0-4229-824B-FB3808691C42}"/>
                  </a:ext>
                </a:extLst>
              </p:cNvPr>
              <p:cNvGrpSpPr/>
              <p:nvPr/>
            </p:nvGrpSpPr>
            <p:grpSpPr>
              <a:xfrm>
                <a:off x="2597443" y="1139269"/>
                <a:ext cx="6370984" cy="2612630"/>
                <a:chOff x="2597443" y="1139269"/>
                <a:chExt cx="6370984" cy="2612630"/>
              </a:xfrm>
            </p:grpSpPr>
            <p:pic>
              <p:nvPicPr>
                <p:cNvPr id="5" name="图片 4">
                  <a:extLst>
                    <a:ext uri="{FF2B5EF4-FFF2-40B4-BE49-F238E27FC236}">
                      <a16:creationId xmlns:a16="http://schemas.microsoft.com/office/drawing/2014/main" id="{19DAC6AB-15F8-40D5-9D6E-06D8B01328A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2"/>
                <a:srcRect t="30926" r="104"/>
                <a:stretch/>
              </p:blipFill>
              <p:spPr>
                <a:xfrm>
                  <a:off x="6236147" y="1227234"/>
                  <a:ext cx="2732280" cy="2520000"/>
                </a:xfrm>
                <a:prstGeom prst="rect">
                  <a:avLst/>
                </a:prstGeom>
              </p:spPr>
            </p:pic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4AB91A94-1EA4-41CF-866A-81F6DA8D46CB}"/>
                    </a:ext>
                  </a:extLst>
                </p:cNvPr>
                <p:cNvSpPr txBox="1"/>
                <p:nvPr/>
              </p:nvSpPr>
              <p:spPr>
                <a:xfrm>
                  <a:off x="7406640" y="2372513"/>
                  <a:ext cx="100194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4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LED Array</a:t>
                  </a:r>
                  <a:endParaRPr lang="zh-CN" altLang="en-US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CFF5A19A-D97E-4C22-8AC9-303F6C23D045}"/>
                    </a:ext>
                  </a:extLst>
                </p:cNvPr>
                <p:cNvSpPr txBox="1"/>
                <p:nvPr/>
              </p:nvSpPr>
              <p:spPr>
                <a:xfrm>
                  <a:off x="6407566" y="2662326"/>
                  <a:ext cx="109036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4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Photodiode</a:t>
                  </a:r>
                  <a:endParaRPr lang="zh-CN" altLang="en-US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3155E73A-F776-4E1C-BDB8-B4C246CA6931}"/>
                    </a:ext>
                  </a:extLst>
                </p:cNvPr>
                <p:cNvSpPr txBox="1"/>
                <p:nvPr/>
              </p:nvSpPr>
              <p:spPr>
                <a:xfrm>
                  <a:off x="6309932" y="1613346"/>
                  <a:ext cx="2036135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4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Reflective </a:t>
                  </a:r>
                  <a:r>
                    <a:rPr lang="en-US" altLang="zh-CN" sz="1400" dirty="0" err="1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colorchecker</a:t>
                  </a:r>
                  <a:endParaRPr lang="zh-CN" altLang="en-US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5E592180-EB34-401D-90DE-85F50D1EFA71}"/>
                    </a:ext>
                  </a:extLst>
                </p:cNvPr>
                <p:cNvSpPr txBox="1"/>
                <p:nvPr/>
              </p:nvSpPr>
              <p:spPr>
                <a:xfrm>
                  <a:off x="4175249" y="1139269"/>
                  <a:ext cx="159088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6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Tr </a:t>
                  </a:r>
                  <a:r>
                    <a:rPr lang="en-US" altLang="zh-CN" sz="1600" dirty="0" err="1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colorchecker</a:t>
                  </a:r>
                  <a:endParaRPr lang="zh-CN" altLang="en-US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pic>
              <p:nvPicPr>
                <p:cNvPr id="13" name="图片 12">
                  <a:extLst>
                    <a:ext uri="{FF2B5EF4-FFF2-40B4-BE49-F238E27FC236}">
                      <a16:creationId xmlns:a16="http://schemas.microsoft.com/office/drawing/2014/main" id="{F2B0C57A-EF47-41A3-BEF3-D872D0BCE1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11851" r="3681" b="16459"/>
                <a:stretch/>
              </p:blipFill>
              <p:spPr>
                <a:xfrm>
                  <a:off x="2597443" y="1231899"/>
                  <a:ext cx="3398627" cy="2520000"/>
                </a:xfrm>
                <a:prstGeom prst="rect">
                  <a:avLst/>
                </a:prstGeom>
              </p:spPr>
            </p:pic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64F628A2-130A-4A91-B4DA-87C8C4602B10}"/>
                    </a:ext>
                  </a:extLst>
                </p:cNvPr>
                <p:cNvSpPr txBox="1"/>
                <p:nvPr/>
              </p:nvSpPr>
              <p:spPr>
                <a:xfrm>
                  <a:off x="3913850" y="2313128"/>
                  <a:ext cx="100194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4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LED Array</a:t>
                  </a:r>
                  <a:endParaRPr lang="zh-CN" altLang="en-US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" name="文本框 15">
                  <a:extLst>
                    <a:ext uri="{FF2B5EF4-FFF2-40B4-BE49-F238E27FC236}">
                      <a16:creationId xmlns:a16="http://schemas.microsoft.com/office/drawing/2014/main" id="{F8007011-88AD-4CB6-A444-9AAF45488455}"/>
                    </a:ext>
                  </a:extLst>
                </p:cNvPr>
                <p:cNvSpPr txBox="1"/>
                <p:nvPr/>
              </p:nvSpPr>
              <p:spPr>
                <a:xfrm>
                  <a:off x="2609498" y="1562629"/>
                  <a:ext cx="109036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4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Photodiode</a:t>
                  </a:r>
                  <a:endParaRPr lang="zh-CN" altLang="en-US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C6D7E64A-0C5C-4E27-A870-1A21B25B5360}"/>
                    </a:ext>
                  </a:extLst>
                </p:cNvPr>
                <p:cNvSpPr txBox="1"/>
                <p:nvPr/>
              </p:nvSpPr>
              <p:spPr>
                <a:xfrm>
                  <a:off x="2719659" y="3299305"/>
                  <a:ext cx="229716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4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Transmissive </a:t>
                  </a:r>
                  <a:r>
                    <a:rPr lang="en-US" altLang="zh-CN" sz="1400" dirty="0" err="1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colorchecker</a:t>
                  </a:r>
                  <a:endParaRPr lang="zh-CN" altLang="en-US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1" name="直接箭头连接符 20">
                  <a:extLst>
                    <a:ext uri="{FF2B5EF4-FFF2-40B4-BE49-F238E27FC236}">
                      <a16:creationId xmlns:a16="http://schemas.microsoft.com/office/drawing/2014/main" id="{B22304FC-3F8A-40F9-BD1C-928C55E093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154680" y="1827260"/>
                  <a:ext cx="95352" cy="675363"/>
                </a:xfrm>
                <a:prstGeom prst="straightConnector1">
                  <a:avLst/>
                </a:prstGeom>
                <a:ln>
                  <a:solidFill>
                    <a:schemeClr val="bg1"/>
                  </a:solidFill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3B6621B4-9668-4B0E-BE8F-ACA2848A8316}"/>
                    </a:ext>
                  </a:extLst>
                </p:cNvPr>
                <p:cNvSpPr txBox="1"/>
                <p:nvPr/>
              </p:nvSpPr>
              <p:spPr>
                <a:xfrm>
                  <a:off x="3516685" y="1868312"/>
                  <a:ext cx="103746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Driver circuit</a:t>
                  </a:r>
                  <a:endParaRPr lang="zh-CN" altLang="en-US" sz="12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CB34AEB3-BB66-4FCE-89A8-FDD7F1FBF3A2}"/>
                    </a:ext>
                  </a:extLst>
                </p:cNvPr>
                <p:cNvSpPr txBox="1"/>
                <p:nvPr/>
              </p:nvSpPr>
              <p:spPr>
                <a:xfrm>
                  <a:off x="5007891" y="1327862"/>
                  <a:ext cx="105349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Oscilloscope</a:t>
                  </a:r>
                  <a:endParaRPr lang="zh-CN" altLang="en-US" sz="12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34379175-701E-4883-9108-EC4B958148FD}"/>
                  </a:ext>
                </a:extLst>
              </p:cNvPr>
              <p:cNvSpPr txBox="1"/>
              <p:nvPr/>
            </p:nvSpPr>
            <p:spPr>
              <a:xfrm>
                <a:off x="7961373" y="2927902"/>
                <a:ext cx="105349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2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Oscilloscope</a:t>
                </a:r>
                <a:endParaRPr lang="zh-CN" altLang="en-US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29" name="直接箭头连接符 28">
                <a:extLst>
                  <a:ext uri="{FF2B5EF4-FFF2-40B4-BE49-F238E27FC236}">
                    <a16:creationId xmlns:a16="http://schemas.microsoft.com/office/drawing/2014/main" id="{C0DA3EE9-1FE9-4DFC-9CF4-81769E65AA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583343" y="2496497"/>
                <a:ext cx="210137" cy="431405"/>
              </a:xfrm>
              <a:prstGeom prst="straightConnector1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2CA862F1-DC99-4E01-B22F-F999EA573A62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V="1">
              <a:off x="4035417" y="1793159"/>
              <a:ext cx="758808" cy="75153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03472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>
            <a:extLst>
              <a:ext uri="{FF2B5EF4-FFF2-40B4-BE49-F238E27FC236}">
                <a16:creationId xmlns:a16="http://schemas.microsoft.com/office/drawing/2014/main" id="{00ADE31C-1585-48DC-BCB9-4064AA5D06A4}"/>
              </a:ext>
            </a:extLst>
          </p:cNvPr>
          <p:cNvGrpSpPr/>
          <p:nvPr/>
        </p:nvGrpSpPr>
        <p:grpSpPr>
          <a:xfrm>
            <a:off x="5905393" y="2027282"/>
            <a:ext cx="3521731" cy="2679047"/>
            <a:chOff x="5905393" y="2027282"/>
            <a:chExt cx="3521731" cy="2679047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5CA70656-2E95-45D8-AF32-C09FA64D88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304515" y="2186329"/>
              <a:ext cx="3122609" cy="2520000"/>
            </a:xfrm>
            <a:prstGeom prst="rect">
              <a:avLst/>
            </a:prstGeom>
          </p:spPr>
        </p:pic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FC10C96F-F6C2-4C0F-B54B-FDD652E155FE}"/>
                </a:ext>
              </a:extLst>
            </p:cNvPr>
            <p:cNvGrpSpPr/>
            <p:nvPr/>
          </p:nvGrpSpPr>
          <p:grpSpPr>
            <a:xfrm>
              <a:off x="5905393" y="2027282"/>
              <a:ext cx="3167883" cy="2255131"/>
              <a:chOff x="5905393" y="2027282"/>
              <a:chExt cx="3167883" cy="2255131"/>
            </a:xfrm>
          </p:grpSpPr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FB6975C1-DB39-46E8-B75D-12B1E881D472}"/>
                  </a:ext>
                </a:extLst>
              </p:cNvPr>
              <p:cNvSpPr txBox="1"/>
              <p:nvPr/>
            </p:nvSpPr>
            <p:spPr>
              <a:xfrm>
                <a:off x="5905393" y="2027282"/>
                <a:ext cx="32092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</a:t>
                </a:r>
                <a:endPara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35" name="直接箭头连接符 34">
                <a:extLst>
                  <a:ext uri="{FF2B5EF4-FFF2-40B4-BE49-F238E27FC236}">
                    <a16:creationId xmlns:a16="http://schemas.microsoft.com/office/drawing/2014/main" id="{936D5D68-8B9D-4068-B6B4-B06C98D4A2AD}"/>
                  </a:ext>
                </a:extLst>
              </p:cNvPr>
              <p:cNvCxnSpPr/>
              <p:nvPr/>
            </p:nvCxnSpPr>
            <p:spPr>
              <a:xfrm>
                <a:off x="8532109" y="4000473"/>
                <a:ext cx="335280" cy="28194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FB73AF26-2052-497C-8A46-987AB5CDF1F3}"/>
                  </a:ext>
                </a:extLst>
              </p:cNvPr>
              <p:cNvSpPr txBox="1"/>
              <p:nvPr/>
            </p:nvSpPr>
            <p:spPr>
              <a:xfrm>
                <a:off x="7777729" y="3770534"/>
                <a:ext cx="1295547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1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(-11.77, 0.0261)</a:t>
                </a:r>
                <a:endParaRPr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AE3EA8D5-B607-4ED1-9701-F3D4975C3F84}"/>
              </a:ext>
            </a:extLst>
          </p:cNvPr>
          <p:cNvGrpSpPr/>
          <p:nvPr/>
        </p:nvGrpSpPr>
        <p:grpSpPr>
          <a:xfrm>
            <a:off x="5999623" y="4640091"/>
            <a:ext cx="3411388" cy="2718269"/>
            <a:chOff x="5999623" y="4640091"/>
            <a:chExt cx="3411388" cy="2718269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12CE3C91-2648-43CC-A4B0-B9BFCE76BE00}"/>
                </a:ext>
              </a:extLst>
            </p:cNvPr>
            <p:cNvSpPr/>
            <p:nvPr/>
          </p:nvSpPr>
          <p:spPr>
            <a:xfrm>
              <a:off x="7451441" y="5646420"/>
              <a:ext cx="1021080" cy="536969"/>
            </a:xfrm>
            <a:prstGeom prst="rect">
              <a:avLst/>
            </a:prstGeom>
            <a:noFill/>
            <a:ln w="12700" cap="flat" cmpd="sng" algn="ctr">
              <a:solidFill>
                <a:schemeClr val="tx1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ECC91E1C-751A-448F-A008-0B65077A0DF8}"/>
                </a:ext>
              </a:extLst>
            </p:cNvPr>
            <p:cNvSpPr txBox="1"/>
            <p:nvPr/>
          </p:nvSpPr>
          <p:spPr>
            <a:xfrm>
              <a:off x="5999623" y="4640091"/>
              <a:ext cx="3048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e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CC0A4780-4200-4190-97C6-242904F9E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304515" y="4838360"/>
              <a:ext cx="3106496" cy="2520000"/>
            </a:xfrm>
            <a:prstGeom prst="rect">
              <a:avLst/>
            </a:prstGeom>
          </p:spPr>
        </p:pic>
      </p:grpSp>
      <p:grpSp>
        <p:nvGrpSpPr>
          <p:cNvPr id="3" name="组合 2">
            <a:extLst>
              <a:ext uri="{FF2B5EF4-FFF2-40B4-BE49-F238E27FC236}">
                <a16:creationId xmlns:a16="http://schemas.microsoft.com/office/drawing/2014/main" id="{086DBF06-3F6A-44F3-B246-C8D2E88481BC}"/>
              </a:ext>
            </a:extLst>
          </p:cNvPr>
          <p:cNvGrpSpPr/>
          <p:nvPr/>
        </p:nvGrpSpPr>
        <p:grpSpPr>
          <a:xfrm>
            <a:off x="3108100" y="-1233988"/>
            <a:ext cx="4343341" cy="3380968"/>
            <a:chOff x="491485" y="1795457"/>
            <a:chExt cx="4343341" cy="3380968"/>
          </a:xfrm>
        </p:grpSpPr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5B997EDA-28EB-482F-AF99-6EDF4474AFE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91485" y="1964734"/>
              <a:ext cx="4343341" cy="3211691"/>
            </a:xfrm>
            <a:prstGeom prst="rect">
              <a:avLst/>
            </a:prstGeom>
          </p:spPr>
        </p:pic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5ED8C4D4-2CF6-4A2E-8685-E3F11D3D1A54}"/>
                </a:ext>
              </a:extLst>
            </p:cNvPr>
            <p:cNvSpPr txBox="1"/>
            <p:nvPr/>
          </p:nvSpPr>
          <p:spPr>
            <a:xfrm>
              <a:off x="491485" y="1795457"/>
              <a:ext cx="30328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409902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1043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49114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26172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28030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7412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92618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57198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571646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6277</TotalTime>
  <Words>50</Words>
  <Application>Microsoft Office PowerPoint</Application>
  <PresentationFormat>宽屏</PresentationFormat>
  <Paragraphs>27</Paragraphs>
  <Slides>16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1" baseType="lpstr">
      <vt:lpstr>等线</vt:lpstr>
      <vt:lpstr>等线 Light</vt:lpstr>
      <vt:lpstr>微软雅黑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yj zeng</dc:creator>
  <cp:lastModifiedBy>yj zeng</cp:lastModifiedBy>
  <cp:revision>23</cp:revision>
  <dcterms:created xsi:type="dcterms:W3CDTF">2026-01-04T06:05:58Z</dcterms:created>
  <dcterms:modified xsi:type="dcterms:W3CDTF">2026-01-29T06:23:59Z</dcterms:modified>
</cp:coreProperties>
</file>