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2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55950-8D0A-97C9-D9BD-19B43800C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DAB6BD-D859-6ECD-7F12-2C0751C4C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23D90-B7B3-BF2A-5F4D-E07A7760E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8BEAC-DD7D-04FF-5E0D-C89729BE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211CDB-3ADA-DA0D-5683-B2A57B7C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44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71DD7-0552-0A22-5FE8-F5CCE00C5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AED7D9-0914-4710-E7D0-62328B7EE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3AC59-8EA5-055F-37D2-88CD3AC8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1D6BA5-B894-1112-D022-45B16FB8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2CC68C-6E0F-2A40-B82A-69D6D715B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90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9628C-B26D-A459-C662-4EC3DC48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FED8DE-AB46-429D-F63E-21F97C106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4DDFF8-C3DC-8ADF-FE99-4CA57628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1F4B27-1D2A-82F9-974B-63CD54AD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D694EA-9E3D-5781-A87B-082D0C19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088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479F3-423B-6A2B-1580-CA339ED18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327259-3E64-019A-086E-886F1F722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62EBD8-B557-9017-540E-D5B62223D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E96C67-DC74-E7D6-A756-A55A362E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798EC6-A5D1-90D8-A025-DE8B7A843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C5BF60-D53E-4111-29D1-540DD645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00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9D2EE-11A7-6753-F9A4-857BEF0B4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65F9C1-4379-7CF0-C029-97F33B0B6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90B6EB-A59E-0D2C-F50F-DB053A568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71AAD4-5215-5308-B8F9-EBF1627B4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8759DE-E4CB-B154-1109-8DB73A618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89E6D8-308B-A48D-4DEA-1088C751A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D694F3-6547-F6F2-305B-DAFCB45B7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B77E03-C01B-0395-1386-B9D3B900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53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E6EB7-3AF1-5BFD-1F7A-363CB300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589CF6-594B-DC0C-8D95-6AA3F380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D2F250-27E0-65C8-430E-165A2A73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97EC3A-8638-DD12-A197-40B4A58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84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269B63-80F9-B338-674A-80E265454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05BB4D-5685-EBAD-9891-0FAC7805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C923A9-069A-B3AE-7622-493EEA59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82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647FA-8862-1068-8E6D-DDEC2CE45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D9339-88AA-F207-7469-9A5A20283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9D5B9B-75F4-1078-3A02-75E529AEF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276CEE-E952-6688-086B-D672D8EB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05D840-5EC3-F941-F961-F42D0D91F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61B5E6-2E0F-B31B-FF3D-7C0F32E3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257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B8AD0-5E86-4381-2265-01534F524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1B0284-5F78-E0EC-E622-D6D35785C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B1C817-D87B-1861-FA72-6639649EA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FEC910-C706-A1E3-5EBF-93933AE81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03F791-CEEE-4EA4-3AEE-303B4AA9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DECD5-15D9-71B4-C3BD-BEE3E7C1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41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02242-2700-0BD1-B414-B12EB22D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EE87EE-BEB2-598D-68B8-863855000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5A6F7F-2D6E-9B86-5549-030BDE07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BE15AB-E963-0650-8B53-E0722B6E3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BF6E40-579C-8EDB-2C49-36EDEF76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50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9304A1-26E3-D09D-27B9-1EBEB6510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9527BF-B997-15B1-D486-80AB613DC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7CF29E-02B1-D7E0-5079-EFF3219B1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05B4CD-ABB1-D8E4-6AC8-7618C87B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70C700-9282-ABD6-4670-F867B55C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3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C3E815-3D93-C219-A941-557E9E5B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C93D1B-10DD-5B0D-873B-D85D7F534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D9F5A2-2A0C-A659-AC52-636F5611F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8593F-C18D-4625-A4E0-86DF444339B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18F07C-F59A-B96E-1ACF-A882D9914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86686-2D92-CA8F-703A-E28869FDB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DC311-51F4-4D7C-B559-E009EE9989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45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B2B618-585E-5F0F-CB68-7BC3EFF66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16" y="0"/>
            <a:ext cx="11497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25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392A6-4085-BA47-8DF5-4396C30E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75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CD347-9151-4A21-89EF-9D27F5D2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559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A652A-B456-6338-5B03-43A6A485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47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D37A3-24ED-46B6-7464-EEFB7DBC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79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79E5-A16E-FD97-04AE-342802BE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244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B0E0-45E8-1BB3-44DA-C2C403183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78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1B681-BF16-3EA2-E2CA-502C6683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486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8FE5-EA0A-5A45-6232-C9EC062C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252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73A3-A7F4-D272-6D49-83B73BDF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440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D2492-0B80-9F98-AE11-2FCADA52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18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宽屏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 zeng</dc:creator>
  <cp:lastModifiedBy>yj zeng</cp:lastModifiedBy>
  <cp:revision>1</cp:revision>
  <dcterms:created xsi:type="dcterms:W3CDTF">2026-02-08T12:44:58Z</dcterms:created>
  <dcterms:modified xsi:type="dcterms:W3CDTF">2026-02-08T13:23:03Z</dcterms:modified>
</cp:coreProperties>
</file>