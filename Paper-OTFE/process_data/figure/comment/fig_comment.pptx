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80937-23CF-D1A8-2C4A-3C1BF6BF9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1A6914-9BC1-3AA6-2169-56AF783A5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C8A447-D1EC-4348-9367-AAE41B4F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BFF6A-E30E-F951-981B-B2FA65696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57AB44-7D11-54E0-8FB6-444472AE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82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7BEC9-92EE-8042-C653-1318945F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1D2B90-6138-1B27-6838-E9A3EDA69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D420A3-80BD-F0B5-6EC5-C37CA7EE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E8918-3F5D-BD27-27C7-4B95C687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3151E7-86EB-3B47-D0F6-36803AA6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21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228C2-6F5A-3DFA-7E31-8AD6EDBA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DFF389-DFB9-94C5-4349-8FB6EC685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E53B73-87A6-8BF6-704E-30807BE8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FAD656-C5FF-7FDD-3452-11B3B4F5C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628941-ADB6-990C-EBCA-FA964DE8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83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7E53B-CB99-EAF5-9D00-FD7CBDD3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AB81-8080-7FC6-43FE-2D807EC88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50CDFA-DA61-F3EC-E593-F3DA4E605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9C7FEC-E39A-04A9-554A-3E8910AD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80B7DF-796B-C800-0510-5D844A9D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0DDA65-ED5A-4794-AA45-1B9A0C8B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10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BFCDD-1BD1-4B17-9E76-5276F6C9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B8F4AB-6463-AC29-4CF9-72E0477C2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25D063-571F-D4EC-E413-6DB16B8EA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0C42B6-BA62-69A1-1EAE-B1C68C1B6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CD8CD9-B8B9-898A-08A8-98753BA1E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0F3168-C2F0-AB16-7D68-3CCB78F2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3A5EB6-51DF-EBDA-0C9F-E06146A20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86030E-4213-5E7C-B8C6-473300BA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496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0DE9A-5FEE-CC36-2801-4C3D91F7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059345-5107-004C-829F-560632B1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9E79CD-2577-EDA5-1FB9-C85A3A9FF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CC5073-C8DF-D15B-099A-6AC9E0D4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66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FA7F8B-7B84-364E-C6BD-766258C9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4A3C0F-B185-4C81-6172-09428FE1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73F38A-2198-BA25-3ABE-3A9F9905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34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88DEC-41F6-B280-D06A-0C745DB7A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AA315E-CCCA-A288-E017-854C1FA63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1731FC-DD1C-E35E-2BF5-321B7107C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43B2D0-2A03-70B2-346E-B1001446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0EDC5D-C550-F637-0AC0-53C75A10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A4D980-2DDB-7BFD-BECA-5C560A91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2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5F50B-19DD-F152-B8C6-99D8A4C3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D4C552-858B-63F7-CB42-35EE371C4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7C77EA-DF43-F211-3B5B-4B1E4D8FF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FD25F4-587E-B6B8-35C9-BA00E15B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300523-748D-0BCA-7635-F3784A8D8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323B1C-12A7-C0EF-7844-CBACD1C8D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26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CCF6A-264C-4BD4-B274-B647F862B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6D0868-EE7D-576E-81C3-7475F990B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FA5A6-CA45-DB77-9395-F3D0FB1F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79566D-8B74-6FF0-C277-1EFA96BE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A1273D-38A8-4615-05E6-8117F7A4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6BE254-ED8F-9629-FABD-237B98B3A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0D921F-E12F-570A-513B-8565FF009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A2345-04DA-444C-7625-708BD454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D9A26F-2018-7726-15B0-9CF6F856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A3C018-4804-0D08-D29F-56C50F2A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84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F7FA02-B390-959C-5AC6-9F440772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E852C1-E076-0ECC-C1FD-0ECB9A646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777769-49A2-DF6D-D670-00A786C32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9E8CA-6CAD-4125-89C1-C2AB58AA69A9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E335A-F3A1-7D13-B299-785BF4B3C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CE22C7-3A7B-6278-4F7E-6F2FEB7F9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0F337-22BD-484B-9F7A-34AA6F70C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77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19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B7CA-3997-3CB9-E168-0F16BC55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31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2291-D87F-561B-5198-F15190A54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28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1D3A3-BE76-E7F5-1AB5-FE38F029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850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8E41-4FA2-4681-E460-3FB0AD6F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85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317C0-F500-6BD6-8C04-D07F451A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68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 zeng</dc:creator>
  <cp:lastModifiedBy>yj zeng</cp:lastModifiedBy>
  <cp:revision>1</cp:revision>
  <dcterms:created xsi:type="dcterms:W3CDTF">2026-09-20T15:47:51Z</dcterms:created>
  <dcterms:modified xsi:type="dcterms:W3CDTF">2026-09-20T15:48:00Z</dcterms:modified>
</cp:coreProperties>
</file>