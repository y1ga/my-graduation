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96" d="100"/>
          <a:sy n="96" d="100"/>
        </p:scale>
        <p:origin x="50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FE30D1-E707-8793-65F0-5650DC810F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22E1A6-67CF-7F81-32CC-966C4711B8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7C7F68-C04C-C25E-E8B1-063BD7FC8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8F1EF-54B2-49B2-9934-BAC74D3D7FD2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D61277-7D38-6D61-DD05-334AC5F5D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17DD96-7A87-708F-5BA0-F97E7B245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4958D-4072-479C-BB9E-FF86C333CA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6687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75B250-8DC3-F59D-924B-566788DE1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533A97-363F-4DDA-53C1-759683ED1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5B453B-D5F3-6CFC-0ED3-FAED0264A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8F1EF-54B2-49B2-9934-BAC74D3D7FD2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298449-9526-72E1-9BD4-5F457BFE5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B62970-3256-F85B-EFAF-89EC76AC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4958D-4072-479C-BB9E-FF86C333CA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1485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E7E4F4-797D-400E-9E1C-8D2D4081E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6BA11C-AF1A-AD26-3AE6-60FA3938A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9B1F68-9CC3-A4EA-7DBF-94F1AEBDF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8F1EF-54B2-49B2-9934-BAC74D3D7FD2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53230E-3692-665D-DB5F-CF70E2E4B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CEE788-C69E-FD18-C21B-95FC2F69F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4958D-4072-479C-BB9E-FF86C333CA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116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E12994-FBC5-D9F2-DEA6-E32AEC610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651C33-5A70-0B8F-08FF-7EF76D0FA3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16FA19C-C579-7246-E5CD-E45718F24E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78A31F8-B044-732A-E422-CF4ED4C31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8F1EF-54B2-49B2-9934-BAC74D3D7FD2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0E1BF9-34DB-1C08-A6B5-5EF0BE055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FA21D71-680E-2C08-E245-A2A5F09B7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4958D-4072-479C-BB9E-FF86C333CA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3320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E87059-6DBF-329D-060C-C8890F481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C31C5D5-68CE-11A2-D9E0-531117600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27C1048-D071-F12C-61E6-6F1DE7D6CD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29D6775-A5FD-5E56-08D4-635273F9DE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B58EDB8-E5BE-6572-2DEF-D13673B0FB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A7972B4-EA01-CC6F-F3E1-E4558D64A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8F1EF-54B2-49B2-9934-BAC74D3D7FD2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E39A6C2-F8B8-84E4-F2C3-333025C29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F87D0BB-D9B1-D682-7830-FE74E3412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4958D-4072-479C-BB9E-FF86C333CA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1579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C3085E-B16C-A11A-6613-CD4039CF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59C0EC1-A47D-0A52-DDA1-DD7BBD4A0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8F1EF-54B2-49B2-9934-BAC74D3D7FD2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FFF14A0-E004-CF80-4022-E09D606F2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E939DC8-DDBA-F14F-2721-1EB40E914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4958D-4072-479C-BB9E-FF86C333CA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2216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515A367-FD1A-C806-228E-7D695224F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8F1EF-54B2-49B2-9934-BAC74D3D7FD2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74A7131-D3FB-5CF8-5FC8-0DD43ECEE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36A72C-C7A9-C897-66FE-503D082AD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4958D-4072-479C-BB9E-FF86C333CA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5367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C25F8-C8BC-EB85-7876-C97EA11FA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F282AB-A622-82AD-2784-0317186B9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4E723A6-D9CE-C05E-F95C-71A31F74FE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448942-3B2C-B1FB-10F2-D1E19BB9A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8F1EF-54B2-49B2-9934-BAC74D3D7FD2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8CFF653-946D-CB2C-F5D5-4702D0581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9098692-FA7E-0925-0100-E166D9413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4958D-4072-479C-BB9E-FF86C333CA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8023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2466B6-7D4E-F2F7-0A79-9A2BA8158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AA3C015-DFF3-E362-71EF-35D98F785E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F0BA135-9FBC-7E5B-5D1C-084567E90A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BE6257-45F1-2635-D121-76A0A973F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8F1EF-54B2-49B2-9934-BAC74D3D7FD2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B53241-31CE-5C5F-0B59-D68A4B26E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A4812A-2BBA-BC4A-9FB8-36BCC74D7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4958D-4072-479C-BB9E-FF86C333CA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8574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1686E5-508B-B39D-ADE2-C40A1F242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B069249-C4D8-7BC1-6D72-701497C8CD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1A1DC9-9150-43B1-713D-DD55D6E8A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8F1EF-54B2-49B2-9934-BAC74D3D7FD2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7A56FC-9CF5-5700-79D6-309C29CF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F75FF2-97FA-DA5C-C1D7-DE70852EA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4958D-4072-479C-BB9E-FF86C333CA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533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F48F2DA-58FF-4756-7D48-ACBCB03E9D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971F476-56B0-EAF6-4C6B-2386CC355E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4E48CC-289B-D7D3-CE77-F7C0319CA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8F1EF-54B2-49B2-9934-BAC74D3D7FD2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B431A6-447F-AE4C-E027-3F85C3CA6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678046-8A52-FD4D-2E3C-BE7BCD304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4958D-4072-479C-BB9E-FF86C333CA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057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1701D69-377E-B4AD-DFA3-CF4BA410B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95F91E6-6F28-056A-5B4D-B4723172A1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911778-8BA2-507E-C3E9-013D959E1A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48F1EF-54B2-49B2-9934-BAC74D3D7FD2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8879E6-2DCE-9E2C-3669-B10831D0C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111F62-D255-4CF1-68F8-BCE695F5D9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94958D-4072-479C-BB9E-FF86C333CA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639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33A88CF7-E88D-8C3B-53F9-B62F00722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871" y="0"/>
            <a:ext cx="92342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051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AD628383-65CE-3787-21F7-41D207E76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871" y="7495"/>
            <a:ext cx="92342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069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68600-AAEF-D6C4-7891-DD43D9875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C8645235-A5F2-4467-9388-4E72901ED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871" y="0"/>
            <a:ext cx="92342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002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02641-EB7F-D962-4536-FA6CFFF35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F80AE8AA-C4E0-6819-A427-D2F76D9A7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738" y="0"/>
            <a:ext cx="114645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065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2D776-DBD1-2FDD-758A-06AC9B624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5680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21DBD-8838-9BB8-ADD7-FD88F7FB2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307C15BB-CEE0-0B92-4F4A-98F2B5A73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93" y="7495"/>
            <a:ext cx="115382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304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DBEFE-481C-CF1A-4A74-F76898F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9D981A23-C110-9A55-5E13-CEFAA1763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836" y="0"/>
            <a:ext cx="114823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947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80234-98D9-CB1D-9B85-7048FAD7A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D7781EAA-4A8D-43CF-8A22-77EA83AC6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079" y="14990"/>
            <a:ext cx="114898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470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DFB94-F0B9-0158-9C5B-5002D82F0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96DC5AC6-DECB-23F7-71CB-0D0EDEE49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040" y="7495"/>
            <a:ext cx="115579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217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C227F-A2CA-1EC0-051A-CFADD9520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67D2E5E3-FE1D-B008-E873-CE30E46D8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21" y="7495"/>
            <a:ext cx="114733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497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61725-6259-7FD7-476C-02B6A44E8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CF10E163-35D9-0BE3-C2BB-24CD4685A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707" y="0"/>
            <a:ext cx="114945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404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7F03D-D7AA-2964-55A2-8E83D07D8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BB1B52CA-122F-8ABF-5A2E-B21CCE535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259" y="22485"/>
            <a:ext cx="114404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2525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694A9-D8A1-8124-A397-D8405DB15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3E1B9EAC-1831-797A-4A7B-FFBB9DABC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10" y="0"/>
            <a:ext cx="115367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267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6856E1AF-7E9D-F8C0-875E-173189144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26" y="7495"/>
            <a:ext cx="115079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9393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4599A-6985-22F5-DFD0-1728A2FB4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E2915860-D97E-5FB3-7624-BC8EE31A3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87" y="0"/>
            <a:ext cx="119314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8637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0EBDB-FF5C-DE68-3F79-66F6309CE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20ACD864-2F61-0C60-2E7C-85CEA9AA6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39" y="-7495"/>
            <a:ext cx="115427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9810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C0DE3-2E92-C167-00DF-887318869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D146161A-1610-C7ED-166F-D77BAFC52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90" y="14990"/>
            <a:ext cx="115436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500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B6747-DD24-4A53-8A89-7AA29AF2A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5611E8DD-5524-6014-7346-46D2457C5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777" y="14990"/>
            <a:ext cx="115124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7958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BE1DC-C647-62DF-AA41-D696C6BFA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CC479194-F370-D3EF-5D6B-B93B901DE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233" y="0"/>
            <a:ext cx="115655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0580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49256-D6EF-8811-96F1-AD19DECE5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93507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23122-E1D7-F56F-94CC-B55BBACFF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48913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DECD2-0E6B-1B52-BA1B-D07B9B2CC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47632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9CEF5-8074-E591-8C4B-EBA883236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50601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5B514-FF96-EC65-792B-EDA308E80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0891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C7699-5878-EDE6-730F-3E586CF8B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82490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76366-7402-C536-0EE0-BEAA9D086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4653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0</Words>
  <Application>Microsoft Office PowerPoint</Application>
  <PresentationFormat>宽屏</PresentationFormat>
  <Paragraphs>0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0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yj zeng</dc:creator>
  <cp:lastModifiedBy>yj zeng</cp:lastModifiedBy>
  <cp:revision>6</cp:revision>
  <dcterms:created xsi:type="dcterms:W3CDTF">2026-02-06T12:41:45Z</dcterms:created>
  <dcterms:modified xsi:type="dcterms:W3CDTF">2026-02-06T15:48:11Z</dcterms:modified>
</cp:coreProperties>
</file>