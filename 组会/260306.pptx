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0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8D8170-A908-1843-A93F-EFDB78D12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8DBF1D-857B-94FF-FE9A-A1E11176A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46C9A6-2F5C-8AAC-8FDA-E001B866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0827A-958A-05AA-4D63-58DFB9F4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8F48A8-4D50-BE55-3B2C-1C14704F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37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A4B2E-3216-0EC7-D2EE-3CCED3AB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3A269F-A5BB-C1FF-4C78-E9357A30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83A1C-4D55-5298-1BF4-FE1F8670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3441A-AEE0-1425-B774-F3CFAFFB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A31F37-B16F-7798-FF7B-8F419E1B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8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90233-EAA4-365C-C26B-0C1C5D2C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7055CA-25AE-AEE8-86F7-C6F27C72A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8F2FD-1D98-F4E7-71C4-0F46931D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85AB3-283B-1FF5-A52C-9E9D4CCB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D14D8E-633C-D276-92F6-81628478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87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C785D-6100-1C65-2D9A-9879995A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F8BEA-694D-6286-A291-8BD9F9B74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519E76-5DFA-E202-9DFD-D3603AD31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83DA84-7776-24A1-B79F-73C34E35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E376C-E9D9-A5AC-E915-089C8F68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E704FF-1739-684C-2BCF-108587EA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65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AA7E1-1D25-BF62-B4A9-465369BC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64F646-91C0-1B0C-4425-40B928C3B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AEE4B-0D80-73A8-7B6D-7ACDAD57A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3C771A-66F0-E33B-7F59-857A066C2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4D3CFB-D351-8E47-90C3-9EEAFEC0A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B5C8C0-1E5F-804C-180F-1E3FC5F8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415041-59EA-766C-38E3-FF9B4943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F6F26F-08E6-863E-2691-5CF2EB67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03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62A9B-D976-6F64-2E80-6D1314EA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AF2667-92AD-EEC7-23D0-78CF5CB9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F5F0AB-1A27-1F35-FF87-5DB08AEF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DF74FF-509C-BDF8-A7EC-C34FAB4E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2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AC4175-CCCF-8960-B44B-3F1F79CA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C026E2-6CCA-4F78-9417-A314BD83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A50F5B-DBCD-6DC1-2726-C6C23ABF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7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06ECB-87A9-A164-5478-431E5CC5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61B709-4B08-6364-33BA-6819898D4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250FA8-3791-716A-78FE-DD44F5DCD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3B8F5C-2880-098A-F943-12ABF740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B67239-DC07-814F-CC0F-77EEBE9F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1BC331-2079-9108-0DDB-0810A320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01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53FCD-31AF-5F37-05BC-71E4B79A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065CDF-72D8-BF98-31C6-7B25E7AE5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10C3A3-DE02-B122-DA9C-456CF700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6036A-FD4D-0BC1-84C0-DFA6AFCD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86730A-D3E5-6A93-9C98-265EE7CE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74C1A7-7AD9-FC5A-78F8-89F7360D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08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F52E9-C07B-5872-7DAE-4866A3CE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2944D7-8770-FC78-1164-0E9299BAE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6D794-711E-F4D0-446A-B7EE7F0F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564906-4592-C2AC-7ADF-BA52FEA0A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A8EFA9-1C99-7863-1AE7-C649E46B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5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50043C-C3AB-D9C9-A5C4-8ACD964C8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8E8358-DF3D-B72F-7058-EA3177DA7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4E6B9-0384-AA3F-C832-0D2850B3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908EF-0666-F207-EFEB-16B780E8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BAF46C-488B-AAA4-4232-3BE51F76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56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2E9203-1A99-B39C-DF22-7EC8FEBE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8CA597-1885-0C79-8421-301506061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FB993-B969-EF02-F1BB-608127588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FBF53-8BCE-4F2C-A421-9A1704B91CA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933C8-E722-3D57-E110-4EB692B4C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4A631-29E3-856B-B813-A29480963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3DB3B-38AF-49A9-A5E7-4B6DF4392D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86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56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16593-FFE4-DC67-11DD-15C24C4F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79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0F09-BCBD-2A08-C504-ABBB75AC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03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B0B0-0305-CE92-88D1-9EE79629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2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2CB3-2B93-0DCC-05CC-33E6B3FF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78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D412-7D84-2710-7DB4-01CE4028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98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5D84-BF3B-DA95-23CD-E150B91C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14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2FA7-FBFB-54A9-7807-7B2A65DF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733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3041F-CCC9-E06C-CD9D-0F9D3761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2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30FD-BC9B-3B2D-D27A-2FF44428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78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 zeng</dc:creator>
  <cp:lastModifiedBy>yj zeng</cp:lastModifiedBy>
  <cp:revision>1</cp:revision>
  <dcterms:created xsi:type="dcterms:W3CDTF">2026-03-06T02:14:58Z</dcterms:created>
  <dcterms:modified xsi:type="dcterms:W3CDTF">2026-03-06T02:16:30Z</dcterms:modified>
</cp:coreProperties>
</file>